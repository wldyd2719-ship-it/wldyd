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7" r:id="rId2"/>
    <p:sldId id="26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84" r:id="rId26"/>
  </p:sldIdLst>
  <p:sldSz cx="10680700" cy="75565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24" autoAdjust="0"/>
    <p:restoredTop sz="94660"/>
  </p:normalViewPr>
  <p:slideViewPr>
    <p:cSldViewPr>
      <p:cViewPr varScale="1">
        <p:scale>
          <a:sx n="96" d="100"/>
          <a:sy n="96" d="100"/>
        </p:scale>
        <p:origin x="288" y="90"/>
      </p:cViewPr>
      <p:guideLst>
        <p:guide orient="horz" pos="2880"/>
        <p:guide pos="21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Kim Sung</a:t>
            </a:r>
            <a:r>
              <a:rPr spc="-110" dirty="0"/>
              <a:t> </a:t>
            </a:r>
            <a:r>
              <a:rPr dirty="0"/>
              <a:t>Woo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5" dirty="0"/>
              <a:t>digil</a:t>
            </a:r>
            <a:r>
              <a:rPr dirty="0"/>
              <a:t>e</a:t>
            </a:r>
            <a:r>
              <a:rPr spc="-15" dirty="0"/>
              <a:t>n</a:t>
            </a:r>
            <a:r>
              <a:rPr spc="5" dirty="0"/>
              <a:t>t</a:t>
            </a:r>
            <a:r>
              <a:rPr spc="-5" dirty="0"/>
              <a:t>.</a:t>
            </a:r>
            <a:r>
              <a:rPr dirty="0"/>
              <a:t>c</a:t>
            </a:r>
            <a:r>
              <a:rPr spc="-20" dirty="0"/>
              <a:t>o</a:t>
            </a:r>
            <a:r>
              <a:rPr dirty="0"/>
              <a:t>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</a:t>
            </a:r>
            <a:r>
              <a:rPr spc="-5" dirty="0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Hanbit </a:t>
            </a:r>
            <a:r>
              <a:rPr sz="1400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Publishing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Network,</a:t>
            </a:r>
            <a:r>
              <a:rPr sz="1400" b="1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1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Kim Sung</a:t>
            </a:r>
            <a:r>
              <a:rPr spc="-110" dirty="0"/>
              <a:t> </a:t>
            </a:r>
            <a:r>
              <a:rPr dirty="0"/>
              <a:t>Woo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5" dirty="0"/>
              <a:t>digil</a:t>
            </a:r>
            <a:r>
              <a:rPr dirty="0"/>
              <a:t>e</a:t>
            </a:r>
            <a:r>
              <a:rPr spc="-15" dirty="0"/>
              <a:t>n</a:t>
            </a:r>
            <a:r>
              <a:rPr spc="5" dirty="0"/>
              <a:t>t</a:t>
            </a:r>
            <a:r>
              <a:rPr spc="-5" dirty="0"/>
              <a:t>.</a:t>
            </a:r>
            <a:r>
              <a:rPr dirty="0"/>
              <a:t>c</a:t>
            </a:r>
            <a:r>
              <a:rPr spc="-20" dirty="0"/>
              <a:t>o</a:t>
            </a:r>
            <a:r>
              <a:rPr dirty="0"/>
              <a:t>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</a:t>
            </a:r>
            <a:r>
              <a:rPr spc="-5" dirty="0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Hanbit </a:t>
            </a:r>
            <a:r>
              <a:rPr sz="1400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Publishing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Network,</a:t>
            </a:r>
            <a:r>
              <a:rPr sz="1400" b="1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Kim Sung</a:t>
            </a:r>
            <a:r>
              <a:rPr spc="-110" dirty="0"/>
              <a:t> </a:t>
            </a:r>
            <a:r>
              <a:rPr dirty="0"/>
              <a:t>Woo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5" dirty="0"/>
              <a:t>digil</a:t>
            </a:r>
            <a:r>
              <a:rPr dirty="0"/>
              <a:t>e</a:t>
            </a:r>
            <a:r>
              <a:rPr spc="-15" dirty="0"/>
              <a:t>n</a:t>
            </a:r>
            <a:r>
              <a:rPr spc="5" dirty="0"/>
              <a:t>t</a:t>
            </a:r>
            <a:r>
              <a:rPr spc="-5" dirty="0"/>
              <a:t>.</a:t>
            </a:r>
            <a:r>
              <a:rPr dirty="0"/>
              <a:t>c</a:t>
            </a:r>
            <a:r>
              <a:rPr spc="-20" dirty="0"/>
              <a:t>o</a:t>
            </a:r>
            <a:r>
              <a:rPr dirty="0"/>
              <a:t>m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</a:t>
            </a:r>
            <a:r>
              <a:rPr spc="-5" dirty="0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Hanbit </a:t>
            </a:r>
            <a:r>
              <a:rPr sz="1400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Publishing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Network,</a:t>
            </a:r>
            <a:r>
              <a:rPr sz="1400" b="1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Kim Sung</a:t>
            </a:r>
            <a:r>
              <a:rPr spc="-110" dirty="0"/>
              <a:t> </a:t>
            </a:r>
            <a:r>
              <a:rPr dirty="0"/>
              <a:t>Woo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5" dirty="0"/>
              <a:t>digil</a:t>
            </a:r>
            <a:r>
              <a:rPr dirty="0"/>
              <a:t>e</a:t>
            </a:r>
            <a:r>
              <a:rPr spc="-15" dirty="0"/>
              <a:t>n</a:t>
            </a:r>
            <a:r>
              <a:rPr spc="5" dirty="0"/>
              <a:t>t</a:t>
            </a:r>
            <a:r>
              <a:rPr spc="-5" dirty="0"/>
              <a:t>.</a:t>
            </a:r>
            <a:r>
              <a:rPr dirty="0"/>
              <a:t>c</a:t>
            </a:r>
            <a:r>
              <a:rPr spc="-20" dirty="0"/>
              <a:t>o</a:t>
            </a:r>
            <a:r>
              <a:rPr dirty="0"/>
              <a:t>m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</a:t>
            </a:r>
            <a:r>
              <a:rPr spc="-5" dirty="0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Hanbit </a:t>
            </a:r>
            <a:r>
              <a:rPr sz="1400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Publishing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Network,</a:t>
            </a:r>
            <a:r>
              <a:rPr sz="1400" b="1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Kim Sung</a:t>
            </a:r>
            <a:r>
              <a:rPr spc="-110" dirty="0"/>
              <a:t> </a:t>
            </a:r>
            <a:r>
              <a:rPr dirty="0"/>
              <a:t>Woo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5" dirty="0"/>
              <a:t>digil</a:t>
            </a:r>
            <a:r>
              <a:rPr dirty="0"/>
              <a:t>e</a:t>
            </a:r>
            <a:r>
              <a:rPr spc="-15" dirty="0"/>
              <a:t>n</a:t>
            </a:r>
            <a:r>
              <a:rPr spc="5" dirty="0"/>
              <a:t>t</a:t>
            </a:r>
            <a:r>
              <a:rPr spc="-5" dirty="0"/>
              <a:t>.</a:t>
            </a:r>
            <a:r>
              <a:rPr dirty="0"/>
              <a:t>c</a:t>
            </a:r>
            <a:r>
              <a:rPr spc="-20" dirty="0"/>
              <a:t>o</a:t>
            </a:r>
            <a:r>
              <a:rPr dirty="0"/>
              <a:t>m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</a:t>
            </a:r>
            <a:r>
              <a:rPr spc="-5" dirty="0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Hanbit </a:t>
            </a:r>
            <a:r>
              <a:rPr sz="1400" b="1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Publishing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Network,</a:t>
            </a:r>
            <a:r>
              <a:rPr sz="1400" b="1" i="1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000000"/>
                </a:solidFill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01051" y="2347412"/>
            <a:ext cx="9078593" cy="1619749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02104" y="4282016"/>
            <a:ext cx="7476489" cy="193110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70543" y="6695897"/>
            <a:ext cx="732243" cy="216293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829" y="6968553"/>
            <a:ext cx="194843" cy="217817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맑은 고딕"/>
                <a:cs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4467" y="1322336"/>
            <a:ext cx="6122670" cy="1605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1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4427" y="6976892"/>
            <a:ext cx="98298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  <a:defRPr/>
            </a:pPr>
            <a:r>
              <a:rPr/>
              <a:t>Kim Sung</a:t>
            </a:r>
            <a:r>
              <a:rPr spc="-110"/>
              <a:t> </a:t>
            </a:r>
            <a:r>
              <a:rPr/>
              <a:t>Woo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796370" y="6965591"/>
            <a:ext cx="932814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29"/>
              </a:lnSpc>
              <a:defRPr/>
            </a:pPr>
            <a:r>
              <a:rPr spc="5"/>
              <a:t>digil</a:t>
            </a:r>
            <a:r>
              <a:rPr/>
              <a:t>e</a:t>
            </a:r>
            <a:r>
              <a:rPr spc="-15"/>
              <a:t>n</a:t>
            </a:r>
            <a:r>
              <a:rPr spc="5"/>
              <a:t>t</a:t>
            </a:r>
            <a:r>
              <a:rPr spc="-5"/>
              <a:t>.</a:t>
            </a:r>
            <a:r>
              <a:rPr/>
              <a:t>c</a:t>
            </a:r>
            <a:r>
              <a:rPr spc="-20"/>
              <a:t>o</a:t>
            </a:r>
            <a:r>
              <a:rPr/>
              <a:t>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334122" y="6704107"/>
            <a:ext cx="2489834" cy="48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맑은 고딕"/>
                <a:cs typeface="맑은 고딕"/>
              </a:defRPr>
            </a:lvl1pPr>
          </a:lstStyle>
          <a:p>
            <a:pPr marR="5080" algn="r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/>
              <a:pPr marR="5080" algn="r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r>
              <a:rPr/>
              <a:t>/</a:t>
            </a:r>
            <a:r>
              <a:rPr spc="-5"/>
              <a:t>66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  <a:defRPr/>
            </a:pPr>
            <a:r>
              <a:rPr sz="1400" b="1" i="1"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Hanbit </a:t>
            </a:r>
            <a:r>
              <a:rPr sz="1400" b="1" i="1" spc="-5"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Publishing </a:t>
            </a:r>
            <a:r>
              <a:rPr sz="1400" b="1" i="1"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Network,</a:t>
            </a:r>
            <a:r>
              <a:rPr sz="1400" b="1" i="1" spc="-95"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sz="1400" b="1" i="1"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Inc</a:t>
            </a:r>
            <a:endParaRPr sz="1400">
              <a:latin typeface="Times New Roman"/>
              <a:ea typeface="+mn-ea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jpe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jpe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jpeg"/><Relationship Id="rId27" Type="http://schemas.openxmlformats.org/officeDocument/2006/relationships/image" Target="../media/image45.png"/><Relationship Id="rId30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4.png"/><Relationship Id="rId3" Type="http://schemas.openxmlformats.org/officeDocument/2006/relationships/image" Target="../media/image52.png"/><Relationship Id="rId21" Type="http://schemas.openxmlformats.org/officeDocument/2006/relationships/image" Target="../media/image40.jpe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3.png"/><Relationship Id="rId2" Type="http://schemas.openxmlformats.org/officeDocument/2006/relationships/image" Target="../media/image51.png"/><Relationship Id="rId16" Type="http://schemas.openxmlformats.org/officeDocument/2006/relationships/image" Target="../media/image65.jpeg"/><Relationship Id="rId20" Type="http://schemas.openxmlformats.org/officeDocument/2006/relationships/image" Target="../media/image69.png"/><Relationship Id="rId29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2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1.png"/><Relationship Id="rId28" Type="http://schemas.openxmlformats.org/officeDocument/2006/relationships/image" Target="../media/image75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0.jpeg"/><Relationship Id="rId27" Type="http://schemas.openxmlformats.org/officeDocument/2006/relationships/image" Target="../media/image49.png"/><Relationship Id="rId30" Type="http://schemas.openxmlformats.org/officeDocument/2006/relationships/image" Target="../media/image7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e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jpeg"/><Relationship Id="rId4" Type="http://schemas.openxmlformats.org/officeDocument/2006/relationships/image" Target="../media/image80.png"/><Relationship Id="rId9" Type="http://schemas.openxmlformats.org/officeDocument/2006/relationships/image" Target="../media/image8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eg"/><Relationship Id="rId13" Type="http://schemas.openxmlformats.org/officeDocument/2006/relationships/image" Target="../media/image105.jpe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6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5.jpeg"/><Relationship Id="rId5" Type="http://schemas.openxmlformats.org/officeDocument/2006/relationships/image" Target="../media/image110.png"/><Relationship Id="rId10" Type="http://schemas.openxmlformats.org/officeDocument/2006/relationships/image" Target="../media/image100.jpe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51.png"/><Relationship Id="rId39" Type="http://schemas.openxmlformats.org/officeDocument/2006/relationships/image" Target="../media/image151.png"/><Relationship Id="rId21" Type="http://schemas.openxmlformats.org/officeDocument/2006/relationships/image" Target="../media/image134.png"/><Relationship Id="rId34" Type="http://schemas.openxmlformats.org/officeDocument/2006/relationships/image" Target="../media/image146.png"/><Relationship Id="rId42" Type="http://schemas.openxmlformats.org/officeDocument/2006/relationships/image" Target="../media/image154.png"/><Relationship Id="rId47" Type="http://schemas.openxmlformats.org/officeDocument/2006/relationships/image" Target="../media/image159.png"/><Relationship Id="rId50" Type="http://schemas.openxmlformats.org/officeDocument/2006/relationships/image" Target="../media/image162.png"/><Relationship Id="rId55" Type="http://schemas.openxmlformats.org/officeDocument/2006/relationships/image" Target="../media/image167.png"/><Relationship Id="rId7" Type="http://schemas.openxmlformats.org/officeDocument/2006/relationships/image" Target="../media/image81.png"/><Relationship Id="rId2" Type="http://schemas.openxmlformats.org/officeDocument/2006/relationships/image" Target="../media/image117.png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29" Type="http://schemas.openxmlformats.org/officeDocument/2006/relationships/image" Target="../media/image141.png"/><Relationship Id="rId41" Type="http://schemas.openxmlformats.org/officeDocument/2006/relationships/image" Target="../media/image153.png"/><Relationship Id="rId54" Type="http://schemas.openxmlformats.org/officeDocument/2006/relationships/image" Target="../media/image166.png"/><Relationship Id="rId62" Type="http://schemas.openxmlformats.org/officeDocument/2006/relationships/image" Target="../media/image1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1.png"/><Relationship Id="rId11" Type="http://schemas.openxmlformats.org/officeDocument/2006/relationships/image" Target="../media/image124.jpeg"/><Relationship Id="rId24" Type="http://schemas.openxmlformats.org/officeDocument/2006/relationships/image" Target="../media/image137.png"/><Relationship Id="rId32" Type="http://schemas.openxmlformats.org/officeDocument/2006/relationships/image" Target="../media/image144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45" Type="http://schemas.openxmlformats.org/officeDocument/2006/relationships/image" Target="../media/image157.png"/><Relationship Id="rId53" Type="http://schemas.openxmlformats.org/officeDocument/2006/relationships/image" Target="../media/image165.png"/><Relationship Id="rId58" Type="http://schemas.openxmlformats.org/officeDocument/2006/relationships/image" Target="../media/image170.png"/><Relationship Id="rId5" Type="http://schemas.openxmlformats.org/officeDocument/2006/relationships/image" Target="../media/image120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28" Type="http://schemas.openxmlformats.org/officeDocument/2006/relationships/image" Target="../media/image140.png"/><Relationship Id="rId36" Type="http://schemas.openxmlformats.org/officeDocument/2006/relationships/image" Target="../media/image148.png"/><Relationship Id="rId49" Type="http://schemas.openxmlformats.org/officeDocument/2006/relationships/image" Target="../media/image161.png"/><Relationship Id="rId57" Type="http://schemas.openxmlformats.org/officeDocument/2006/relationships/image" Target="../media/image169.png"/><Relationship Id="rId61" Type="http://schemas.openxmlformats.org/officeDocument/2006/relationships/image" Target="../media/image173.png"/><Relationship Id="rId10" Type="http://schemas.openxmlformats.org/officeDocument/2006/relationships/image" Target="../media/image123.jpeg"/><Relationship Id="rId19" Type="http://schemas.openxmlformats.org/officeDocument/2006/relationships/image" Target="../media/image132.png"/><Relationship Id="rId31" Type="http://schemas.openxmlformats.org/officeDocument/2006/relationships/image" Target="../media/image143.png"/><Relationship Id="rId44" Type="http://schemas.openxmlformats.org/officeDocument/2006/relationships/image" Target="../media/image156.png"/><Relationship Id="rId52" Type="http://schemas.openxmlformats.org/officeDocument/2006/relationships/image" Target="../media/image164.png"/><Relationship Id="rId60" Type="http://schemas.openxmlformats.org/officeDocument/2006/relationships/image" Target="../media/image172.png"/><Relationship Id="rId4" Type="http://schemas.openxmlformats.org/officeDocument/2006/relationships/image" Target="../media/image119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35" Type="http://schemas.openxmlformats.org/officeDocument/2006/relationships/image" Target="../media/image147.png"/><Relationship Id="rId43" Type="http://schemas.openxmlformats.org/officeDocument/2006/relationships/image" Target="../media/image155.png"/><Relationship Id="rId48" Type="http://schemas.openxmlformats.org/officeDocument/2006/relationships/image" Target="../media/image160.png"/><Relationship Id="rId56" Type="http://schemas.openxmlformats.org/officeDocument/2006/relationships/image" Target="../media/image168.png"/><Relationship Id="rId8" Type="http://schemas.openxmlformats.org/officeDocument/2006/relationships/image" Target="../media/image82.png"/><Relationship Id="rId51" Type="http://schemas.openxmlformats.org/officeDocument/2006/relationships/image" Target="../media/image163.png"/><Relationship Id="rId3" Type="http://schemas.openxmlformats.org/officeDocument/2006/relationships/image" Target="../media/image118.jpe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33" Type="http://schemas.openxmlformats.org/officeDocument/2006/relationships/image" Target="../media/image145.png"/><Relationship Id="rId38" Type="http://schemas.openxmlformats.org/officeDocument/2006/relationships/image" Target="../media/image150.png"/><Relationship Id="rId46" Type="http://schemas.openxmlformats.org/officeDocument/2006/relationships/image" Target="../media/image158.png"/><Relationship Id="rId59" Type="http://schemas.openxmlformats.org/officeDocument/2006/relationships/image" Target="../media/image1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5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4.png"/><Relationship Id="rId17" Type="http://schemas.openxmlformats.org/officeDocument/2006/relationships/image" Target="../media/image189.jpeg"/><Relationship Id="rId2" Type="http://schemas.openxmlformats.org/officeDocument/2006/relationships/image" Target="../media/image175.png"/><Relationship Id="rId16" Type="http://schemas.openxmlformats.org/officeDocument/2006/relationships/image" Target="../media/image18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3.png"/><Relationship Id="rId5" Type="http://schemas.openxmlformats.org/officeDocument/2006/relationships/image" Target="../media/image178.png"/><Relationship Id="rId15" Type="http://schemas.openxmlformats.org/officeDocument/2006/relationships/image" Target="../media/image187.jpeg"/><Relationship Id="rId10" Type="http://schemas.openxmlformats.org/officeDocument/2006/relationships/image" Target="../media/image182.png"/><Relationship Id="rId4" Type="http://schemas.openxmlformats.org/officeDocument/2006/relationships/image" Target="../media/image177.png"/><Relationship Id="rId9" Type="http://schemas.openxmlformats.org/officeDocument/2006/relationships/image" Target="../media/image100.jpeg"/><Relationship Id="rId14" Type="http://schemas.openxmlformats.org/officeDocument/2006/relationships/image" Target="../media/image1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jpe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191.png"/><Relationship Id="rId21" Type="http://schemas.openxmlformats.org/officeDocument/2006/relationships/image" Target="../media/image208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image" Target="../media/image190.png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24" Type="http://schemas.openxmlformats.org/officeDocument/2006/relationships/image" Target="../media/image211.jpe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23" Type="http://schemas.openxmlformats.org/officeDocument/2006/relationships/image" Target="../media/image210.jpeg"/><Relationship Id="rId10" Type="http://schemas.openxmlformats.org/officeDocument/2006/relationships/image" Target="../media/image197.png"/><Relationship Id="rId19" Type="http://schemas.openxmlformats.org/officeDocument/2006/relationships/image" Target="../media/image206.png"/><Relationship Id="rId4" Type="http://schemas.openxmlformats.org/officeDocument/2006/relationships/image" Target="../media/image12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Relationship Id="rId22" Type="http://schemas.openxmlformats.org/officeDocument/2006/relationships/image" Target="../media/image20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18" Type="http://schemas.openxmlformats.org/officeDocument/2006/relationships/image" Target="../media/image226.jpeg"/><Relationship Id="rId3" Type="http://schemas.openxmlformats.org/officeDocument/2006/relationships/image" Target="../media/image213.jpe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17" Type="http://schemas.openxmlformats.org/officeDocument/2006/relationships/image" Target="../media/image211.jpeg"/><Relationship Id="rId2" Type="http://schemas.openxmlformats.org/officeDocument/2006/relationships/image" Target="../media/image212.jpeg"/><Relationship Id="rId16" Type="http://schemas.openxmlformats.org/officeDocument/2006/relationships/image" Target="../media/image2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220.png"/><Relationship Id="rId5" Type="http://schemas.openxmlformats.org/officeDocument/2006/relationships/image" Target="../media/image215.png"/><Relationship Id="rId15" Type="http://schemas.openxmlformats.org/officeDocument/2006/relationships/image" Target="../media/image224.png"/><Relationship Id="rId10" Type="http://schemas.openxmlformats.org/officeDocument/2006/relationships/image" Target="../media/image219.png"/><Relationship Id="rId4" Type="http://schemas.openxmlformats.org/officeDocument/2006/relationships/image" Target="../media/image214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png"/><Relationship Id="rId18" Type="http://schemas.openxmlformats.org/officeDocument/2006/relationships/image" Target="../media/image240.png"/><Relationship Id="rId26" Type="http://schemas.openxmlformats.org/officeDocument/2006/relationships/image" Target="../media/image248.png"/><Relationship Id="rId39" Type="http://schemas.openxmlformats.org/officeDocument/2006/relationships/image" Target="../media/image261.png"/><Relationship Id="rId21" Type="http://schemas.openxmlformats.org/officeDocument/2006/relationships/image" Target="../media/image243.png"/><Relationship Id="rId34" Type="http://schemas.openxmlformats.org/officeDocument/2006/relationships/image" Target="../media/image256.png"/><Relationship Id="rId42" Type="http://schemas.openxmlformats.org/officeDocument/2006/relationships/image" Target="../media/image264.png"/><Relationship Id="rId47" Type="http://schemas.openxmlformats.org/officeDocument/2006/relationships/image" Target="../media/image269.png"/><Relationship Id="rId50" Type="http://schemas.openxmlformats.org/officeDocument/2006/relationships/image" Target="../media/image272.png"/><Relationship Id="rId55" Type="http://schemas.openxmlformats.org/officeDocument/2006/relationships/image" Target="../media/image277.png"/><Relationship Id="rId7" Type="http://schemas.openxmlformats.org/officeDocument/2006/relationships/image" Target="../media/image229.png"/><Relationship Id="rId12" Type="http://schemas.openxmlformats.org/officeDocument/2006/relationships/image" Target="../media/image234.png"/><Relationship Id="rId17" Type="http://schemas.openxmlformats.org/officeDocument/2006/relationships/image" Target="../media/image239.png"/><Relationship Id="rId25" Type="http://schemas.openxmlformats.org/officeDocument/2006/relationships/image" Target="../media/image247.png"/><Relationship Id="rId33" Type="http://schemas.openxmlformats.org/officeDocument/2006/relationships/image" Target="../media/image255.png"/><Relationship Id="rId38" Type="http://schemas.openxmlformats.org/officeDocument/2006/relationships/image" Target="../media/image260.png"/><Relationship Id="rId46" Type="http://schemas.openxmlformats.org/officeDocument/2006/relationships/image" Target="../media/image268.png"/><Relationship Id="rId59" Type="http://schemas.openxmlformats.org/officeDocument/2006/relationships/image" Target="../media/image281.jpeg"/><Relationship Id="rId2" Type="http://schemas.openxmlformats.org/officeDocument/2006/relationships/image" Target="../media/image107.png"/><Relationship Id="rId16" Type="http://schemas.openxmlformats.org/officeDocument/2006/relationships/image" Target="../media/image238.png"/><Relationship Id="rId20" Type="http://schemas.openxmlformats.org/officeDocument/2006/relationships/image" Target="../media/image242.png"/><Relationship Id="rId29" Type="http://schemas.openxmlformats.org/officeDocument/2006/relationships/image" Target="../media/image251.png"/><Relationship Id="rId41" Type="http://schemas.openxmlformats.org/officeDocument/2006/relationships/image" Target="../media/image263.png"/><Relationship Id="rId54" Type="http://schemas.openxmlformats.org/officeDocument/2006/relationships/image" Target="../media/image2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11" Type="http://schemas.openxmlformats.org/officeDocument/2006/relationships/image" Target="../media/image233.png"/><Relationship Id="rId24" Type="http://schemas.openxmlformats.org/officeDocument/2006/relationships/image" Target="../media/image246.png"/><Relationship Id="rId32" Type="http://schemas.openxmlformats.org/officeDocument/2006/relationships/image" Target="../media/image254.png"/><Relationship Id="rId37" Type="http://schemas.openxmlformats.org/officeDocument/2006/relationships/image" Target="../media/image259.png"/><Relationship Id="rId40" Type="http://schemas.openxmlformats.org/officeDocument/2006/relationships/image" Target="../media/image262.png"/><Relationship Id="rId45" Type="http://schemas.openxmlformats.org/officeDocument/2006/relationships/image" Target="../media/image267.png"/><Relationship Id="rId53" Type="http://schemas.openxmlformats.org/officeDocument/2006/relationships/image" Target="../media/image275.png"/><Relationship Id="rId58" Type="http://schemas.openxmlformats.org/officeDocument/2006/relationships/image" Target="../media/image280.jpeg"/><Relationship Id="rId5" Type="http://schemas.openxmlformats.org/officeDocument/2006/relationships/image" Target="../media/image81.png"/><Relationship Id="rId15" Type="http://schemas.openxmlformats.org/officeDocument/2006/relationships/image" Target="../media/image237.png"/><Relationship Id="rId23" Type="http://schemas.openxmlformats.org/officeDocument/2006/relationships/image" Target="../media/image245.png"/><Relationship Id="rId28" Type="http://schemas.openxmlformats.org/officeDocument/2006/relationships/image" Target="../media/image250.png"/><Relationship Id="rId36" Type="http://schemas.openxmlformats.org/officeDocument/2006/relationships/image" Target="../media/image258.png"/><Relationship Id="rId49" Type="http://schemas.openxmlformats.org/officeDocument/2006/relationships/image" Target="../media/image271.png"/><Relationship Id="rId57" Type="http://schemas.openxmlformats.org/officeDocument/2006/relationships/image" Target="../media/image279.png"/><Relationship Id="rId10" Type="http://schemas.openxmlformats.org/officeDocument/2006/relationships/image" Target="../media/image232.png"/><Relationship Id="rId19" Type="http://schemas.openxmlformats.org/officeDocument/2006/relationships/image" Target="../media/image241.png"/><Relationship Id="rId31" Type="http://schemas.openxmlformats.org/officeDocument/2006/relationships/image" Target="../media/image253.png"/><Relationship Id="rId44" Type="http://schemas.openxmlformats.org/officeDocument/2006/relationships/image" Target="../media/image266.png"/><Relationship Id="rId52" Type="http://schemas.openxmlformats.org/officeDocument/2006/relationships/image" Target="../media/image274.png"/><Relationship Id="rId4" Type="http://schemas.openxmlformats.org/officeDocument/2006/relationships/image" Target="../media/image228.png"/><Relationship Id="rId9" Type="http://schemas.openxmlformats.org/officeDocument/2006/relationships/image" Target="../media/image231.png"/><Relationship Id="rId14" Type="http://schemas.openxmlformats.org/officeDocument/2006/relationships/image" Target="../media/image236.png"/><Relationship Id="rId22" Type="http://schemas.openxmlformats.org/officeDocument/2006/relationships/image" Target="../media/image244.png"/><Relationship Id="rId27" Type="http://schemas.openxmlformats.org/officeDocument/2006/relationships/image" Target="../media/image249.png"/><Relationship Id="rId30" Type="http://schemas.openxmlformats.org/officeDocument/2006/relationships/image" Target="../media/image252.png"/><Relationship Id="rId35" Type="http://schemas.openxmlformats.org/officeDocument/2006/relationships/image" Target="../media/image257.png"/><Relationship Id="rId43" Type="http://schemas.openxmlformats.org/officeDocument/2006/relationships/image" Target="../media/image265.png"/><Relationship Id="rId48" Type="http://schemas.openxmlformats.org/officeDocument/2006/relationships/image" Target="../media/image270.png"/><Relationship Id="rId56" Type="http://schemas.openxmlformats.org/officeDocument/2006/relationships/image" Target="../media/image278.png"/><Relationship Id="rId8" Type="http://schemas.openxmlformats.org/officeDocument/2006/relationships/image" Target="../media/image230.png"/><Relationship Id="rId51" Type="http://schemas.openxmlformats.org/officeDocument/2006/relationships/image" Target="../media/image273.png"/><Relationship Id="rId3" Type="http://schemas.openxmlformats.org/officeDocument/2006/relationships/image" Target="../media/image2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13" Type="http://schemas.openxmlformats.org/officeDocument/2006/relationships/image" Target="../media/image293.png"/><Relationship Id="rId18" Type="http://schemas.openxmlformats.org/officeDocument/2006/relationships/image" Target="../media/image298.jpeg"/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12" Type="http://schemas.openxmlformats.org/officeDocument/2006/relationships/image" Target="../media/image292.png"/><Relationship Id="rId17" Type="http://schemas.openxmlformats.org/officeDocument/2006/relationships/image" Target="../media/image297.jpeg"/><Relationship Id="rId2" Type="http://schemas.openxmlformats.org/officeDocument/2006/relationships/image" Target="../media/image282.png"/><Relationship Id="rId16" Type="http://schemas.openxmlformats.org/officeDocument/2006/relationships/image" Target="../media/image296.png"/><Relationship Id="rId20" Type="http://schemas.openxmlformats.org/officeDocument/2006/relationships/image" Target="../media/image2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11" Type="http://schemas.openxmlformats.org/officeDocument/2006/relationships/image" Target="../media/image291.png"/><Relationship Id="rId5" Type="http://schemas.openxmlformats.org/officeDocument/2006/relationships/image" Target="../media/image285.png"/><Relationship Id="rId15" Type="http://schemas.openxmlformats.org/officeDocument/2006/relationships/image" Target="../media/image295.png"/><Relationship Id="rId10" Type="http://schemas.openxmlformats.org/officeDocument/2006/relationships/image" Target="../media/image290.png"/><Relationship Id="rId19" Type="http://schemas.openxmlformats.org/officeDocument/2006/relationships/image" Target="../media/image299.jpeg"/><Relationship Id="rId4" Type="http://schemas.openxmlformats.org/officeDocument/2006/relationships/image" Target="../media/image284.png"/><Relationship Id="rId9" Type="http://schemas.openxmlformats.org/officeDocument/2006/relationships/image" Target="../media/image289.png"/><Relationship Id="rId14" Type="http://schemas.openxmlformats.org/officeDocument/2006/relationships/image" Target="../media/image29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293.png"/><Relationship Id="rId3" Type="http://schemas.openxmlformats.org/officeDocument/2006/relationships/image" Target="../media/image283.png"/><Relationship Id="rId7" Type="http://schemas.openxmlformats.org/officeDocument/2006/relationships/image" Target="../media/image303.png"/><Relationship Id="rId12" Type="http://schemas.openxmlformats.org/officeDocument/2006/relationships/image" Target="../media/image292.png"/><Relationship Id="rId17" Type="http://schemas.openxmlformats.org/officeDocument/2006/relationships/image" Target="../media/image311.jpeg"/><Relationship Id="rId2" Type="http://schemas.openxmlformats.org/officeDocument/2006/relationships/image" Target="../media/image282.png"/><Relationship Id="rId16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5" Type="http://schemas.openxmlformats.org/officeDocument/2006/relationships/image" Target="../media/image309.png"/><Relationship Id="rId10" Type="http://schemas.openxmlformats.org/officeDocument/2006/relationships/image" Target="../media/image306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Relationship Id="rId14" Type="http://schemas.openxmlformats.org/officeDocument/2006/relationships/image" Target="../media/image30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6.png"/><Relationship Id="rId4" Type="http://schemas.openxmlformats.org/officeDocument/2006/relationships/image" Target="../media/image3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7.jpeg"/><Relationship Id="rId5" Type="http://schemas.openxmlformats.org/officeDocument/2006/relationships/image" Target="../media/image316.png"/><Relationship Id="rId4" Type="http://schemas.openxmlformats.org/officeDocument/2006/relationships/image" Target="../media/image3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40355" y="290693"/>
            <a:ext cx="4628995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ko-KR" altLang="en-US" sz="4000" spc="-10" dirty="0">
                <a:solidFill>
                  <a:srgbClr val="000000"/>
                </a:solidFill>
              </a:rPr>
              <a:t>디지털시계</a:t>
            </a:r>
            <a:r>
              <a:rPr sz="4000" spc="-10" dirty="0" err="1">
                <a:solidFill>
                  <a:srgbClr val="000000"/>
                </a:solidFill>
              </a:rPr>
              <a:t>목차</a:t>
            </a:r>
            <a:endParaRPr sz="4000" dirty="0"/>
          </a:p>
        </p:txBody>
      </p:sp>
      <p:sp>
        <p:nvSpPr>
          <p:cNvPr id="8" name="object 8"/>
          <p:cNvSpPr/>
          <p:nvPr/>
        </p:nvSpPr>
        <p:spPr>
          <a:xfrm>
            <a:off x="3148190" y="1407413"/>
            <a:ext cx="5212473" cy="718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8403" y="1387614"/>
            <a:ext cx="5250815" cy="758825"/>
          </a:xfrm>
          <a:custGeom>
            <a:avLst/>
            <a:gdLst/>
            <a:ahLst/>
            <a:cxnLst/>
            <a:rect l="l" t="t" r="r" b="b"/>
            <a:pathLst>
              <a:path w="5250815" h="758825">
                <a:moveTo>
                  <a:pt x="5223129" y="757021"/>
                </a:moveTo>
                <a:lnTo>
                  <a:pt x="28917" y="757021"/>
                </a:lnTo>
                <a:lnTo>
                  <a:pt x="28917" y="758545"/>
                </a:lnTo>
                <a:lnTo>
                  <a:pt x="5221605" y="758545"/>
                </a:lnTo>
                <a:lnTo>
                  <a:pt x="5223129" y="757021"/>
                </a:lnTo>
                <a:close/>
              </a:path>
              <a:path w="5250815" h="758825">
                <a:moveTo>
                  <a:pt x="5229212" y="755497"/>
                </a:moveTo>
                <a:lnTo>
                  <a:pt x="22834" y="755497"/>
                </a:lnTo>
                <a:lnTo>
                  <a:pt x="24345" y="757021"/>
                </a:lnTo>
                <a:lnTo>
                  <a:pt x="5227688" y="757021"/>
                </a:lnTo>
                <a:lnTo>
                  <a:pt x="5229212" y="755497"/>
                </a:lnTo>
                <a:close/>
              </a:path>
              <a:path w="5250815" h="758825">
                <a:moveTo>
                  <a:pt x="5232260" y="4571"/>
                </a:moveTo>
                <a:lnTo>
                  <a:pt x="18262" y="4571"/>
                </a:lnTo>
                <a:lnTo>
                  <a:pt x="12166" y="10667"/>
                </a:lnTo>
                <a:lnTo>
                  <a:pt x="9131" y="12191"/>
                </a:lnTo>
                <a:lnTo>
                  <a:pt x="9131" y="13715"/>
                </a:lnTo>
                <a:lnTo>
                  <a:pt x="4559" y="19799"/>
                </a:lnTo>
                <a:lnTo>
                  <a:pt x="4559" y="21323"/>
                </a:lnTo>
                <a:lnTo>
                  <a:pt x="3035" y="22847"/>
                </a:lnTo>
                <a:lnTo>
                  <a:pt x="3035" y="24371"/>
                </a:lnTo>
                <a:lnTo>
                  <a:pt x="1511" y="27419"/>
                </a:lnTo>
                <a:lnTo>
                  <a:pt x="1511" y="30467"/>
                </a:lnTo>
                <a:lnTo>
                  <a:pt x="0" y="36563"/>
                </a:lnTo>
                <a:lnTo>
                  <a:pt x="0" y="725042"/>
                </a:lnTo>
                <a:lnTo>
                  <a:pt x="1511" y="728078"/>
                </a:lnTo>
                <a:lnTo>
                  <a:pt x="1511" y="731126"/>
                </a:lnTo>
                <a:lnTo>
                  <a:pt x="3035" y="734174"/>
                </a:lnTo>
                <a:lnTo>
                  <a:pt x="3035" y="737222"/>
                </a:lnTo>
                <a:lnTo>
                  <a:pt x="4559" y="738746"/>
                </a:lnTo>
                <a:lnTo>
                  <a:pt x="4559" y="740270"/>
                </a:lnTo>
                <a:lnTo>
                  <a:pt x="9131" y="744842"/>
                </a:lnTo>
                <a:lnTo>
                  <a:pt x="9131" y="747890"/>
                </a:lnTo>
                <a:lnTo>
                  <a:pt x="12166" y="749414"/>
                </a:lnTo>
                <a:lnTo>
                  <a:pt x="13690" y="750925"/>
                </a:lnTo>
                <a:lnTo>
                  <a:pt x="18262" y="753973"/>
                </a:lnTo>
                <a:lnTo>
                  <a:pt x="19786" y="755497"/>
                </a:lnTo>
                <a:lnTo>
                  <a:pt x="5230736" y="755497"/>
                </a:lnTo>
                <a:lnTo>
                  <a:pt x="5232260" y="753973"/>
                </a:lnTo>
                <a:lnTo>
                  <a:pt x="5238343" y="750925"/>
                </a:lnTo>
                <a:lnTo>
                  <a:pt x="5241391" y="747890"/>
                </a:lnTo>
                <a:lnTo>
                  <a:pt x="5242915" y="744842"/>
                </a:lnTo>
                <a:lnTo>
                  <a:pt x="5247474" y="740270"/>
                </a:lnTo>
                <a:lnTo>
                  <a:pt x="5247474" y="738746"/>
                </a:lnTo>
                <a:lnTo>
                  <a:pt x="5248998" y="737222"/>
                </a:lnTo>
                <a:lnTo>
                  <a:pt x="5248998" y="735698"/>
                </a:lnTo>
                <a:lnTo>
                  <a:pt x="5250522" y="732650"/>
                </a:lnTo>
                <a:lnTo>
                  <a:pt x="5250522" y="725042"/>
                </a:lnTo>
                <a:lnTo>
                  <a:pt x="5212473" y="725042"/>
                </a:lnTo>
                <a:lnTo>
                  <a:pt x="5212473" y="723518"/>
                </a:lnTo>
                <a:lnTo>
                  <a:pt x="38049" y="723518"/>
                </a:lnTo>
                <a:lnTo>
                  <a:pt x="38049" y="721990"/>
                </a:lnTo>
                <a:lnTo>
                  <a:pt x="37284" y="721229"/>
                </a:lnTo>
                <a:lnTo>
                  <a:pt x="35013" y="720470"/>
                </a:lnTo>
                <a:lnTo>
                  <a:pt x="36533" y="720470"/>
                </a:lnTo>
                <a:lnTo>
                  <a:pt x="35013" y="718946"/>
                </a:lnTo>
                <a:lnTo>
                  <a:pt x="38049" y="718946"/>
                </a:lnTo>
                <a:lnTo>
                  <a:pt x="38049" y="41135"/>
                </a:lnTo>
                <a:lnTo>
                  <a:pt x="35013" y="41135"/>
                </a:lnTo>
                <a:lnTo>
                  <a:pt x="36153" y="39611"/>
                </a:lnTo>
                <a:lnTo>
                  <a:pt x="35013" y="39611"/>
                </a:lnTo>
                <a:lnTo>
                  <a:pt x="37295" y="38085"/>
                </a:lnTo>
                <a:lnTo>
                  <a:pt x="38049" y="37076"/>
                </a:lnTo>
                <a:lnTo>
                  <a:pt x="38049" y="35039"/>
                </a:lnTo>
                <a:lnTo>
                  <a:pt x="5250522" y="35039"/>
                </a:lnTo>
                <a:lnTo>
                  <a:pt x="5250522" y="27419"/>
                </a:lnTo>
                <a:lnTo>
                  <a:pt x="5248998" y="24371"/>
                </a:lnTo>
                <a:lnTo>
                  <a:pt x="5248998" y="22847"/>
                </a:lnTo>
                <a:lnTo>
                  <a:pt x="5247474" y="21323"/>
                </a:lnTo>
                <a:lnTo>
                  <a:pt x="5247474" y="19799"/>
                </a:lnTo>
                <a:lnTo>
                  <a:pt x="5242915" y="13715"/>
                </a:lnTo>
                <a:lnTo>
                  <a:pt x="5238343" y="9143"/>
                </a:lnTo>
                <a:lnTo>
                  <a:pt x="5232260" y="4571"/>
                </a:lnTo>
                <a:close/>
              </a:path>
              <a:path w="5250815" h="758825">
                <a:moveTo>
                  <a:pt x="5213477" y="722007"/>
                </a:moveTo>
                <a:lnTo>
                  <a:pt x="5212473" y="723518"/>
                </a:lnTo>
                <a:lnTo>
                  <a:pt x="5212473" y="725042"/>
                </a:lnTo>
                <a:lnTo>
                  <a:pt x="5213477" y="722007"/>
                </a:lnTo>
                <a:close/>
              </a:path>
              <a:path w="5250815" h="758825">
                <a:moveTo>
                  <a:pt x="5250522" y="720470"/>
                </a:moveTo>
                <a:lnTo>
                  <a:pt x="5216999" y="720479"/>
                </a:lnTo>
                <a:lnTo>
                  <a:pt x="5214004" y="721229"/>
                </a:lnTo>
                <a:lnTo>
                  <a:pt x="5213477" y="722007"/>
                </a:lnTo>
                <a:lnTo>
                  <a:pt x="5212473" y="725042"/>
                </a:lnTo>
                <a:lnTo>
                  <a:pt x="5250522" y="725042"/>
                </a:lnTo>
                <a:lnTo>
                  <a:pt x="5250522" y="720470"/>
                </a:lnTo>
                <a:close/>
              </a:path>
              <a:path w="5250815" h="758825">
                <a:moveTo>
                  <a:pt x="38049" y="721990"/>
                </a:moveTo>
                <a:lnTo>
                  <a:pt x="38049" y="723518"/>
                </a:lnTo>
                <a:lnTo>
                  <a:pt x="39573" y="723518"/>
                </a:lnTo>
                <a:lnTo>
                  <a:pt x="38049" y="721990"/>
                </a:lnTo>
                <a:close/>
              </a:path>
              <a:path w="5250815" h="758825">
                <a:moveTo>
                  <a:pt x="38049" y="721485"/>
                </a:moveTo>
                <a:lnTo>
                  <a:pt x="38066" y="722007"/>
                </a:lnTo>
                <a:lnTo>
                  <a:pt x="39573" y="723518"/>
                </a:lnTo>
                <a:lnTo>
                  <a:pt x="38265" y="721558"/>
                </a:lnTo>
                <a:lnTo>
                  <a:pt x="38049" y="721485"/>
                </a:lnTo>
                <a:close/>
              </a:path>
              <a:path w="5250815" h="758825">
                <a:moveTo>
                  <a:pt x="38265" y="721558"/>
                </a:moveTo>
                <a:lnTo>
                  <a:pt x="39573" y="723518"/>
                </a:lnTo>
                <a:lnTo>
                  <a:pt x="38658" y="721689"/>
                </a:lnTo>
                <a:lnTo>
                  <a:pt x="38265" y="721558"/>
                </a:lnTo>
                <a:close/>
              </a:path>
              <a:path w="5250815" h="758825">
                <a:moveTo>
                  <a:pt x="38658" y="721689"/>
                </a:moveTo>
                <a:lnTo>
                  <a:pt x="39573" y="723518"/>
                </a:lnTo>
                <a:lnTo>
                  <a:pt x="5210949" y="723518"/>
                </a:lnTo>
                <a:lnTo>
                  <a:pt x="5212469" y="721994"/>
                </a:lnTo>
                <a:lnTo>
                  <a:pt x="39560" y="721990"/>
                </a:lnTo>
                <a:lnTo>
                  <a:pt x="38658" y="721689"/>
                </a:lnTo>
                <a:close/>
              </a:path>
              <a:path w="5250815" h="758825">
                <a:moveTo>
                  <a:pt x="5212473" y="721990"/>
                </a:moveTo>
                <a:lnTo>
                  <a:pt x="5210949" y="723518"/>
                </a:lnTo>
                <a:lnTo>
                  <a:pt x="5212473" y="722373"/>
                </a:lnTo>
                <a:lnTo>
                  <a:pt x="5212473" y="721990"/>
                </a:lnTo>
                <a:close/>
              </a:path>
              <a:path w="5250815" h="758825">
                <a:moveTo>
                  <a:pt x="5212473" y="722373"/>
                </a:moveTo>
                <a:lnTo>
                  <a:pt x="5210949" y="723518"/>
                </a:lnTo>
                <a:lnTo>
                  <a:pt x="5212473" y="723518"/>
                </a:lnTo>
                <a:lnTo>
                  <a:pt x="5212473" y="722373"/>
                </a:lnTo>
                <a:close/>
              </a:path>
              <a:path w="5250815" h="758825">
                <a:moveTo>
                  <a:pt x="5213378" y="721693"/>
                </a:moveTo>
                <a:lnTo>
                  <a:pt x="5212473" y="722373"/>
                </a:lnTo>
                <a:lnTo>
                  <a:pt x="5212473" y="723518"/>
                </a:lnTo>
                <a:lnTo>
                  <a:pt x="5213378" y="721693"/>
                </a:lnTo>
                <a:close/>
              </a:path>
              <a:path w="5250815" h="758825">
                <a:moveTo>
                  <a:pt x="5213647" y="721491"/>
                </a:moveTo>
                <a:lnTo>
                  <a:pt x="5213378" y="721693"/>
                </a:lnTo>
                <a:lnTo>
                  <a:pt x="5212473" y="723518"/>
                </a:lnTo>
                <a:lnTo>
                  <a:pt x="5213477" y="722007"/>
                </a:lnTo>
                <a:lnTo>
                  <a:pt x="5213647" y="721491"/>
                </a:lnTo>
                <a:close/>
              </a:path>
              <a:path w="5250815" h="758825">
                <a:moveTo>
                  <a:pt x="5213552" y="721342"/>
                </a:moveTo>
                <a:lnTo>
                  <a:pt x="5212975" y="721487"/>
                </a:lnTo>
                <a:lnTo>
                  <a:pt x="5212473" y="721990"/>
                </a:lnTo>
                <a:lnTo>
                  <a:pt x="5212473" y="722373"/>
                </a:lnTo>
                <a:lnTo>
                  <a:pt x="5213378" y="721693"/>
                </a:lnTo>
                <a:lnTo>
                  <a:pt x="5213552" y="721342"/>
                </a:lnTo>
                <a:close/>
              </a:path>
              <a:path w="5250815" h="758825">
                <a:moveTo>
                  <a:pt x="5213991" y="721233"/>
                </a:moveTo>
                <a:lnTo>
                  <a:pt x="5213655" y="721485"/>
                </a:lnTo>
                <a:lnTo>
                  <a:pt x="5213477" y="722007"/>
                </a:lnTo>
                <a:lnTo>
                  <a:pt x="5213991" y="721233"/>
                </a:lnTo>
                <a:close/>
              </a:path>
              <a:path w="5250815" h="758825">
                <a:moveTo>
                  <a:pt x="38428" y="721229"/>
                </a:moveTo>
                <a:lnTo>
                  <a:pt x="38670" y="721693"/>
                </a:lnTo>
                <a:lnTo>
                  <a:pt x="39573" y="721994"/>
                </a:lnTo>
                <a:lnTo>
                  <a:pt x="38428" y="721229"/>
                </a:lnTo>
                <a:close/>
              </a:path>
              <a:path w="5250815" h="758825">
                <a:moveTo>
                  <a:pt x="5212473" y="720470"/>
                </a:moveTo>
                <a:lnTo>
                  <a:pt x="38049" y="720470"/>
                </a:lnTo>
                <a:lnTo>
                  <a:pt x="38428" y="721229"/>
                </a:lnTo>
                <a:lnTo>
                  <a:pt x="39573" y="721994"/>
                </a:lnTo>
                <a:lnTo>
                  <a:pt x="5210958" y="721990"/>
                </a:lnTo>
                <a:lnTo>
                  <a:pt x="5212470" y="721233"/>
                </a:lnTo>
                <a:lnTo>
                  <a:pt x="5212473" y="720470"/>
                </a:lnTo>
                <a:close/>
              </a:path>
              <a:path w="5250815" h="758825">
                <a:moveTo>
                  <a:pt x="5212473" y="721231"/>
                </a:moveTo>
                <a:lnTo>
                  <a:pt x="5210949" y="721994"/>
                </a:lnTo>
                <a:lnTo>
                  <a:pt x="5212473" y="721613"/>
                </a:lnTo>
                <a:lnTo>
                  <a:pt x="5212473" y="721231"/>
                </a:lnTo>
                <a:close/>
              </a:path>
              <a:path w="5250815" h="758825">
                <a:moveTo>
                  <a:pt x="5212473" y="721613"/>
                </a:moveTo>
                <a:lnTo>
                  <a:pt x="5210949" y="721994"/>
                </a:lnTo>
                <a:lnTo>
                  <a:pt x="5212469" y="721994"/>
                </a:lnTo>
                <a:lnTo>
                  <a:pt x="5212473" y="721613"/>
                </a:lnTo>
                <a:close/>
              </a:path>
              <a:path w="5250815" h="758825">
                <a:moveTo>
                  <a:pt x="37293" y="721233"/>
                </a:moveTo>
                <a:lnTo>
                  <a:pt x="38049" y="721990"/>
                </a:lnTo>
                <a:lnTo>
                  <a:pt x="38049" y="721485"/>
                </a:lnTo>
                <a:lnTo>
                  <a:pt x="37293" y="721233"/>
                </a:lnTo>
                <a:close/>
              </a:path>
              <a:path w="5250815" h="758825">
                <a:moveTo>
                  <a:pt x="5212975" y="721487"/>
                </a:moveTo>
                <a:lnTo>
                  <a:pt x="5212473" y="721613"/>
                </a:lnTo>
                <a:lnTo>
                  <a:pt x="5212473" y="721990"/>
                </a:lnTo>
                <a:lnTo>
                  <a:pt x="5212975" y="721487"/>
                </a:lnTo>
                <a:close/>
              </a:path>
              <a:path w="5250815" h="758825">
                <a:moveTo>
                  <a:pt x="5213709" y="721303"/>
                </a:moveTo>
                <a:lnTo>
                  <a:pt x="5213552" y="721342"/>
                </a:lnTo>
                <a:lnTo>
                  <a:pt x="5213378" y="721693"/>
                </a:lnTo>
                <a:lnTo>
                  <a:pt x="5213649" y="721485"/>
                </a:lnTo>
                <a:lnTo>
                  <a:pt x="5213709" y="721303"/>
                </a:lnTo>
                <a:close/>
              </a:path>
              <a:path w="5250815" h="758825">
                <a:moveTo>
                  <a:pt x="38049" y="720976"/>
                </a:moveTo>
                <a:lnTo>
                  <a:pt x="38096" y="721303"/>
                </a:lnTo>
                <a:lnTo>
                  <a:pt x="38265" y="721558"/>
                </a:lnTo>
                <a:lnTo>
                  <a:pt x="38658" y="721689"/>
                </a:lnTo>
                <a:lnTo>
                  <a:pt x="38428" y="721229"/>
                </a:lnTo>
                <a:lnTo>
                  <a:pt x="38049" y="720976"/>
                </a:lnTo>
                <a:close/>
              </a:path>
              <a:path w="5250815" h="758825">
                <a:moveTo>
                  <a:pt x="5213982" y="720475"/>
                </a:moveTo>
                <a:lnTo>
                  <a:pt x="5212476" y="721229"/>
                </a:lnTo>
                <a:lnTo>
                  <a:pt x="5212473" y="721613"/>
                </a:lnTo>
                <a:lnTo>
                  <a:pt x="5212977" y="721485"/>
                </a:lnTo>
                <a:lnTo>
                  <a:pt x="5213982" y="720475"/>
                </a:lnTo>
                <a:close/>
              </a:path>
              <a:path w="5250815" h="758825">
                <a:moveTo>
                  <a:pt x="38049" y="721233"/>
                </a:moveTo>
                <a:lnTo>
                  <a:pt x="38066" y="721491"/>
                </a:lnTo>
                <a:lnTo>
                  <a:pt x="38265" y="721558"/>
                </a:lnTo>
                <a:lnTo>
                  <a:pt x="38049" y="721233"/>
                </a:lnTo>
                <a:close/>
              </a:path>
              <a:path w="5250815" h="758825">
                <a:moveTo>
                  <a:pt x="5213991" y="721233"/>
                </a:moveTo>
                <a:lnTo>
                  <a:pt x="5213709" y="721303"/>
                </a:lnTo>
                <a:lnTo>
                  <a:pt x="5213647" y="721491"/>
                </a:lnTo>
                <a:lnTo>
                  <a:pt x="5213991" y="721233"/>
                </a:lnTo>
                <a:close/>
              </a:path>
              <a:path w="5250815" h="758825">
                <a:moveTo>
                  <a:pt x="5213980" y="720479"/>
                </a:moveTo>
                <a:lnTo>
                  <a:pt x="5212975" y="721487"/>
                </a:lnTo>
                <a:lnTo>
                  <a:pt x="5213552" y="721342"/>
                </a:lnTo>
                <a:lnTo>
                  <a:pt x="5213980" y="720479"/>
                </a:lnTo>
                <a:close/>
              </a:path>
              <a:path w="5250815" h="758825">
                <a:moveTo>
                  <a:pt x="35013" y="718946"/>
                </a:moveTo>
                <a:lnTo>
                  <a:pt x="37293" y="721233"/>
                </a:lnTo>
                <a:lnTo>
                  <a:pt x="38049" y="721485"/>
                </a:lnTo>
                <a:lnTo>
                  <a:pt x="38047" y="721229"/>
                </a:lnTo>
                <a:lnTo>
                  <a:pt x="37740" y="720769"/>
                </a:lnTo>
                <a:lnTo>
                  <a:pt x="35013" y="718946"/>
                </a:lnTo>
                <a:close/>
              </a:path>
              <a:path w="5250815" h="758825">
                <a:moveTo>
                  <a:pt x="5213982" y="720477"/>
                </a:moveTo>
                <a:lnTo>
                  <a:pt x="5213552" y="721342"/>
                </a:lnTo>
                <a:lnTo>
                  <a:pt x="5213709" y="721303"/>
                </a:lnTo>
                <a:lnTo>
                  <a:pt x="5213982" y="720477"/>
                </a:lnTo>
                <a:close/>
              </a:path>
              <a:path w="5250815" h="758825">
                <a:moveTo>
                  <a:pt x="5214749" y="720091"/>
                </a:moveTo>
                <a:lnTo>
                  <a:pt x="5213991" y="720470"/>
                </a:lnTo>
                <a:lnTo>
                  <a:pt x="5213709" y="721303"/>
                </a:lnTo>
                <a:lnTo>
                  <a:pt x="5213993" y="721229"/>
                </a:lnTo>
                <a:lnTo>
                  <a:pt x="5214749" y="720091"/>
                </a:lnTo>
                <a:close/>
              </a:path>
              <a:path w="5250815" h="758825">
                <a:moveTo>
                  <a:pt x="36533" y="720470"/>
                </a:moveTo>
                <a:lnTo>
                  <a:pt x="35013" y="720470"/>
                </a:lnTo>
                <a:lnTo>
                  <a:pt x="37293" y="721233"/>
                </a:lnTo>
                <a:lnTo>
                  <a:pt x="36533" y="720470"/>
                </a:lnTo>
                <a:close/>
              </a:path>
              <a:path w="5250815" h="758825">
                <a:moveTo>
                  <a:pt x="37740" y="720769"/>
                </a:moveTo>
                <a:lnTo>
                  <a:pt x="38049" y="721233"/>
                </a:lnTo>
                <a:lnTo>
                  <a:pt x="38049" y="720976"/>
                </a:lnTo>
                <a:lnTo>
                  <a:pt x="37740" y="720769"/>
                </a:lnTo>
                <a:close/>
              </a:path>
              <a:path w="5250815" h="758825">
                <a:moveTo>
                  <a:pt x="5217033" y="718946"/>
                </a:moveTo>
                <a:lnTo>
                  <a:pt x="5214749" y="720091"/>
                </a:lnTo>
                <a:lnTo>
                  <a:pt x="5213991" y="721233"/>
                </a:lnTo>
                <a:lnTo>
                  <a:pt x="5217033" y="718946"/>
                </a:lnTo>
                <a:close/>
              </a:path>
              <a:path w="5250815" h="758825">
                <a:moveTo>
                  <a:pt x="5250522" y="718946"/>
                </a:moveTo>
                <a:lnTo>
                  <a:pt x="5217033" y="718946"/>
                </a:lnTo>
                <a:lnTo>
                  <a:pt x="5213991" y="721233"/>
                </a:lnTo>
                <a:lnTo>
                  <a:pt x="5217033" y="720470"/>
                </a:lnTo>
                <a:lnTo>
                  <a:pt x="5250522" y="720470"/>
                </a:lnTo>
                <a:lnTo>
                  <a:pt x="5250522" y="718946"/>
                </a:lnTo>
                <a:close/>
              </a:path>
              <a:path w="5250815" h="758825">
                <a:moveTo>
                  <a:pt x="5212473" y="37708"/>
                </a:moveTo>
                <a:lnTo>
                  <a:pt x="5212473" y="721231"/>
                </a:lnTo>
                <a:lnTo>
                  <a:pt x="5213989" y="720470"/>
                </a:lnTo>
                <a:lnTo>
                  <a:pt x="5215508" y="718946"/>
                </a:lnTo>
                <a:lnTo>
                  <a:pt x="5250522" y="718946"/>
                </a:lnTo>
                <a:lnTo>
                  <a:pt x="5250522" y="41135"/>
                </a:lnTo>
                <a:lnTo>
                  <a:pt x="5217033" y="41135"/>
                </a:lnTo>
                <a:lnTo>
                  <a:pt x="5215005" y="39611"/>
                </a:lnTo>
                <a:lnTo>
                  <a:pt x="5213984" y="39611"/>
                </a:lnTo>
                <a:lnTo>
                  <a:pt x="5213378" y="38389"/>
                </a:lnTo>
                <a:lnTo>
                  <a:pt x="5212473" y="37708"/>
                </a:lnTo>
                <a:close/>
              </a:path>
              <a:path w="5250815" h="758825">
                <a:moveTo>
                  <a:pt x="38049" y="720470"/>
                </a:moveTo>
                <a:lnTo>
                  <a:pt x="38049" y="720976"/>
                </a:lnTo>
                <a:lnTo>
                  <a:pt x="38428" y="721229"/>
                </a:lnTo>
                <a:lnTo>
                  <a:pt x="38049" y="720470"/>
                </a:lnTo>
                <a:close/>
              </a:path>
              <a:path w="5250815" h="758825">
                <a:moveTo>
                  <a:pt x="38049" y="718946"/>
                </a:moveTo>
                <a:lnTo>
                  <a:pt x="36525" y="718946"/>
                </a:lnTo>
                <a:lnTo>
                  <a:pt x="37740" y="720769"/>
                </a:lnTo>
                <a:lnTo>
                  <a:pt x="38049" y="720976"/>
                </a:lnTo>
                <a:lnTo>
                  <a:pt x="38049" y="718946"/>
                </a:lnTo>
                <a:close/>
              </a:path>
              <a:path w="5250815" h="758825">
                <a:moveTo>
                  <a:pt x="36525" y="718946"/>
                </a:moveTo>
                <a:lnTo>
                  <a:pt x="35013" y="718946"/>
                </a:lnTo>
                <a:lnTo>
                  <a:pt x="37740" y="720769"/>
                </a:lnTo>
                <a:lnTo>
                  <a:pt x="36525" y="718946"/>
                </a:lnTo>
                <a:close/>
              </a:path>
              <a:path w="5250815" h="758825">
                <a:moveTo>
                  <a:pt x="5215508" y="718946"/>
                </a:moveTo>
                <a:lnTo>
                  <a:pt x="5213987" y="720473"/>
                </a:lnTo>
                <a:lnTo>
                  <a:pt x="5214749" y="720091"/>
                </a:lnTo>
                <a:lnTo>
                  <a:pt x="5215508" y="718946"/>
                </a:lnTo>
                <a:close/>
              </a:path>
              <a:path w="5250815" h="758825">
                <a:moveTo>
                  <a:pt x="5217033" y="718946"/>
                </a:moveTo>
                <a:lnTo>
                  <a:pt x="5215508" y="718946"/>
                </a:lnTo>
                <a:lnTo>
                  <a:pt x="5214749" y="720091"/>
                </a:lnTo>
                <a:lnTo>
                  <a:pt x="5217033" y="718946"/>
                </a:lnTo>
                <a:close/>
              </a:path>
              <a:path w="5250815" h="758825">
                <a:moveTo>
                  <a:pt x="38049" y="38087"/>
                </a:moveTo>
                <a:lnTo>
                  <a:pt x="36839" y="38694"/>
                </a:lnTo>
                <a:lnTo>
                  <a:pt x="35013" y="41135"/>
                </a:lnTo>
                <a:lnTo>
                  <a:pt x="38049" y="38087"/>
                </a:lnTo>
                <a:close/>
              </a:path>
              <a:path w="5250815" h="758825">
                <a:moveTo>
                  <a:pt x="38044" y="38095"/>
                </a:moveTo>
                <a:lnTo>
                  <a:pt x="35013" y="41135"/>
                </a:lnTo>
                <a:lnTo>
                  <a:pt x="36525" y="41135"/>
                </a:lnTo>
                <a:lnTo>
                  <a:pt x="38044" y="38095"/>
                </a:lnTo>
                <a:close/>
              </a:path>
              <a:path w="5250815" h="758825">
                <a:moveTo>
                  <a:pt x="38049" y="38091"/>
                </a:moveTo>
                <a:lnTo>
                  <a:pt x="36525" y="41135"/>
                </a:lnTo>
                <a:lnTo>
                  <a:pt x="38049" y="41135"/>
                </a:lnTo>
                <a:lnTo>
                  <a:pt x="38049" y="38091"/>
                </a:lnTo>
                <a:close/>
              </a:path>
              <a:path w="5250815" h="758825">
                <a:moveTo>
                  <a:pt x="5213379" y="37780"/>
                </a:moveTo>
                <a:lnTo>
                  <a:pt x="5213647" y="38591"/>
                </a:lnTo>
                <a:lnTo>
                  <a:pt x="5217033" y="41135"/>
                </a:lnTo>
                <a:lnTo>
                  <a:pt x="5213987" y="38085"/>
                </a:lnTo>
                <a:lnTo>
                  <a:pt x="5213379" y="37780"/>
                </a:lnTo>
                <a:close/>
              </a:path>
              <a:path w="5250815" h="758825">
                <a:moveTo>
                  <a:pt x="5213997" y="38093"/>
                </a:moveTo>
                <a:lnTo>
                  <a:pt x="5217033" y="41135"/>
                </a:lnTo>
                <a:lnTo>
                  <a:pt x="5250522" y="41135"/>
                </a:lnTo>
                <a:lnTo>
                  <a:pt x="5250522" y="39611"/>
                </a:lnTo>
                <a:lnTo>
                  <a:pt x="5217033" y="39611"/>
                </a:lnTo>
                <a:lnTo>
                  <a:pt x="5213997" y="38093"/>
                </a:lnTo>
                <a:close/>
              </a:path>
              <a:path w="5250815" h="758825">
                <a:moveTo>
                  <a:pt x="37293" y="38087"/>
                </a:moveTo>
                <a:lnTo>
                  <a:pt x="35013" y="39611"/>
                </a:lnTo>
                <a:lnTo>
                  <a:pt x="36839" y="38694"/>
                </a:lnTo>
                <a:lnTo>
                  <a:pt x="37293" y="38087"/>
                </a:lnTo>
                <a:close/>
              </a:path>
              <a:path w="5250815" h="758825">
                <a:moveTo>
                  <a:pt x="36839" y="38694"/>
                </a:moveTo>
                <a:lnTo>
                  <a:pt x="35013" y="39611"/>
                </a:lnTo>
                <a:lnTo>
                  <a:pt x="36153" y="39611"/>
                </a:lnTo>
                <a:lnTo>
                  <a:pt x="36839" y="38694"/>
                </a:lnTo>
                <a:close/>
              </a:path>
              <a:path w="5250815" h="758825">
                <a:moveTo>
                  <a:pt x="5213378" y="38389"/>
                </a:moveTo>
                <a:lnTo>
                  <a:pt x="5213984" y="39611"/>
                </a:lnTo>
                <a:lnTo>
                  <a:pt x="5213647" y="38591"/>
                </a:lnTo>
                <a:lnTo>
                  <a:pt x="5213378" y="38389"/>
                </a:lnTo>
                <a:close/>
              </a:path>
              <a:path w="5250815" h="758825">
                <a:moveTo>
                  <a:pt x="5213647" y="38591"/>
                </a:moveTo>
                <a:lnTo>
                  <a:pt x="5213984" y="39611"/>
                </a:lnTo>
                <a:lnTo>
                  <a:pt x="5215005" y="39611"/>
                </a:lnTo>
                <a:lnTo>
                  <a:pt x="5213647" y="38591"/>
                </a:lnTo>
                <a:close/>
              </a:path>
              <a:path w="5250815" h="758825">
                <a:moveTo>
                  <a:pt x="5213997" y="38093"/>
                </a:moveTo>
                <a:lnTo>
                  <a:pt x="5215508" y="39611"/>
                </a:lnTo>
                <a:lnTo>
                  <a:pt x="5213997" y="38093"/>
                </a:lnTo>
                <a:close/>
              </a:path>
              <a:path w="5250815" h="758825">
                <a:moveTo>
                  <a:pt x="5250522" y="35039"/>
                </a:moveTo>
                <a:lnTo>
                  <a:pt x="5212473" y="35039"/>
                </a:lnTo>
                <a:lnTo>
                  <a:pt x="5213235" y="37328"/>
                </a:lnTo>
                <a:lnTo>
                  <a:pt x="5213991" y="38087"/>
                </a:lnTo>
                <a:lnTo>
                  <a:pt x="5215517" y="38095"/>
                </a:lnTo>
                <a:lnTo>
                  <a:pt x="5217033" y="39611"/>
                </a:lnTo>
                <a:lnTo>
                  <a:pt x="5250522" y="39611"/>
                </a:lnTo>
                <a:lnTo>
                  <a:pt x="5250522" y="35039"/>
                </a:lnTo>
                <a:close/>
              </a:path>
              <a:path w="5250815" h="758825">
                <a:moveTo>
                  <a:pt x="38049" y="37582"/>
                </a:moveTo>
                <a:lnTo>
                  <a:pt x="37287" y="38095"/>
                </a:lnTo>
                <a:lnTo>
                  <a:pt x="36839" y="38694"/>
                </a:lnTo>
                <a:lnTo>
                  <a:pt x="38032" y="38095"/>
                </a:lnTo>
                <a:lnTo>
                  <a:pt x="38049" y="37582"/>
                </a:lnTo>
                <a:close/>
              </a:path>
              <a:path w="5250815" h="758825">
                <a:moveTo>
                  <a:pt x="5212977" y="37579"/>
                </a:moveTo>
                <a:lnTo>
                  <a:pt x="5213378" y="38389"/>
                </a:lnTo>
                <a:lnTo>
                  <a:pt x="5213647" y="38591"/>
                </a:lnTo>
                <a:lnTo>
                  <a:pt x="5213379" y="37780"/>
                </a:lnTo>
                <a:lnTo>
                  <a:pt x="5212977" y="37579"/>
                </a:lnTo>
                <a:close/>
              </a:path>
              <a:path w="5250815" h="758825">
                <a:moveTo>
                  <a:pt x="5212473" y="37326"/>
                </a:moveTo>
                <a:lnTo>
                  <a:pt x="5212569" y="37780"/>
                </a:lnTo>
                <a:lnTo>
                  <a:pt x="5213378" y="38389"/>
                </a:lnTo>
                <a:lnTo>
                  <a:pt x="5212977" y="37579"/>
                </a:lnTo>
                <a:lnTo>
                  <a:pt x="5212473" y="37326"/>
                </a:lnTo>
                <a:close/>
              </a:path>
              <a:path w="5250815" h="758825">
                <a:moveTo>
                  <a:pt x="39573" y="36563"/>
                </a:moveTo>
                <a:lnTo>
                  <a:pt x="38428" y="37328"/>
                </a:lnTo>
                <a:lnTo>
                  <a:pt x="38049" y="38091"/>
                </a:lnTo>
                <a:lnTo>
                  <a:pt x="39573" y="36563"/>
                </a:lnTo>
                <a:close/>
              </a:path>
              <a:path w="5250815" h="758825">
                <a:moveTo>
                  <a:pt x="5213989" y="38087"/>
                </a:moveTo>
                <a:close/>
              </a:path>
              <a:path w="5250815" h="758825">
                <a:moveTo>
                  <a:pt x="38049" y="37076"/>
                </a:moveTo>
                <a:lnTo>
                  <a:pt x="37293" y="38087"/>
                </a:lnTo>
                <a:lnTo>
                  <a:pt x="38049" y="37582"/>
                </a:lnTo>
                <a:lnTo>
                  <a:pt x="38049" y="37076"/>
                </a:lnTo>
                <a:close/>
              </a:path>
              <a:path w="5250815" h="758825">
                <a:moveTo>
                  <a:pt x="38428" y="37328"/>
                </a:moveTo>
                <a:lnTo>
                  <a:pt x="38053" y="37579"/>
                </a:lnTo>
                <a:lnTo>
                  <a:pt x="38049" y="38087"/>
                </a:lnTo>
                <a:lnTo>
                  <a:pt x="38428" y="37328"/>
                </a:lnTo>
                <a:close/>
              </a:path>
              <a:path w="5250815" h="758825">
                <a:moveTo>
                  <a:pt x="5210949" y="36563"/>
                </a:moveTo>
                <a:lnTo>
                  <a:pt x="39564" y="36571"/>
                </a:lnTo>
                <a:lnTo>
                  <a:pt x="38053" y="38087"/>
                </a:lnTo>
                <a:lnTo>
                  <a:pt x="5212473" y="38087"/>
                </a:lnTo>
                <a:lnTo>
                  <a:pt x="5212473" y="37708"/>
                </a:lnTo>
                <a:lnTo>
                  <a:pt x="5210949" y="36563"/>
                </a:lnTo>
                <a:close/>
              </a:path>
              <a:path w="5250815" h="758825">
                <a:moveTo>
                  <a:pt x="5213229" y="37325"/>
                </a:moveTo>
                <a:lnTo>
                  <a:pt x="5213379" y="37780"/>
                </a:lnTo>
                <a:lnTo>
                  <a:pt x="5213987" y="38085"/>
                </a:lnTo>
                <a:lnTo>
                  <a:pt x="5213229" y="37325"/>
                </a:lnTo>
                <a:close/>
              </a:path>
              <a:path w="5250815" h="758825">
                <a:moveTo>
                  <a:pt x="5212477" y="36571"/>
                </a:moveTo>
                <a:lnTo>
                  <a:pt x="5212983" y="37582"/>
                </a:lnTo>
                <a:lnTo>
                  <a:pt x="5213379" y="37780"/>
                </a:lnTo>
                <a:lnTo>
                  <a:pt x="5213224" y="37320"/>
                </a:lnTo>
                <a:lnTo>
                  <a:pt x="5212477" y="36571"/>
                </a:lnTo>
                <a:close/>
              </a:path>
              <a:path w="5250815" h="758825">
                <a:moveTo>
                  <a:pt x="5210949" y="36563"/>
                </a:moveTo>
                <a:lnTo>
                  <a:pt x="5212473" y="37708"/>
                </a:lnTo>
                <a:lnTo>
                  <a:pt x="5212461" y="37320"/>
                </a:lnTo>
                <a:lnTo>
                  <a:pt x="5210949" y="36563"/>
                </a:lnTo>
                <a:close/>
              </a:path>
              <a:path w="5250815" h="758825">
                <a:moveTo>
                  <a:pt x="39573" y="35039"/>
                </a:moveTo>
                <a:lnTo>
                  <a:pt x="38049" y="37076"/>
                </a:lnTo>
                <a:lnTo>
                  <a:pt x="38049" y="37582"/>
                </a:lnTo>
                <a:lnTo>
                  <a:pt x="38428" y="37328"/>
                </a:lnTo>
                <a:lnTo>
                  <a:pt x="39573" y="35039"/>
                </a:lnTo>
                <a:close/>
              </a:path>
              <a:path w="5250815" h="758825">
                <a:moveTo>
                  <a:pt x="5212473" y="36567"/>
                </a:moveTo>
                <a:lnTo>
                  <a:pt x="5212476" y="37328"/>
                </a:lnTo>
                <a:lnTo>
                  <a:pt x="5212977" y="37579"/>
                </a:lnTo>
                <a:lnTo>
                  <a:pt x="5212473" y="36567"/>
                </a:lnTo>
                <a:close/>
              </a:path>
              <a:path w="5250815" h="758825">
                <a:moveTo>
                  <a:pt x="5210949" y="35039"/>
                </a:moveTo>
                <a:lnTo>
                  <a:pt x="39573" y="35039"/>
                </a:lnTo>
                <a:lnTo>
                  <a:pt x="38428" y="37328"/>
                </a:lnTo>
                <a:lnTo>
                  <a:pt x="39573" y="36563"/>
                </a:lnTo>
                <a:lnTo>
                  <a:pt x="5212469" y="36563"/>
                </a:lnTo>
                <a:lnTo>
                  <a:pt x="5210949" y="35039"/>
                </a:lnTo>
                <a:close/>
              </a:path>
              <a:path w="5250815" h="758825">
                <a:moveTo>
                  <a:pt x="5212469" y="36563"/>
                </a:moveTo>
                <a:lnTo>
                  <a:pt x="5210949" y="36563"/>
                </a:lnTo>
                <a:lnTo>
                  <a:pt x="5212473" y="37326"/>
                </a:lnTo>
                <a:lnTo>
                  <a:pt x="5212469" y="36563"/>
                </a:lnTo>
                <a:close/>
              </a:path>
              <a:path w="5250815" h="758825">
                <a:moveTo>
                  <a:pt x="5212473" y="35039"/>
                </a:moveTo>
                <a:lnTo>
                  <a:pt x="5212482" y="36571"/>
                </a:lnTo>
                <a:lnTo>
                  <a:pt x="5213227" y="37320"/>
                </a:lnTo>
                <a:lnTo>
                  <a:pt x="5212473" y="35039"/>
                </a:lnTo>
                <a:close/>
              </a:path>
              <a:path w="5250815" h="758825">
                <a:moveTo>
                  <a:pt x="39573" y="35039"/>
                </a:moveTo>
                <a:lnTo>
                  <a:pt x="38049" y="35039"/>
                </a:lnTo>
                <a:lnTo>
                  <a:pt x="38049" y="37076"/>
                </a:lnTo>
                <a:lnTo>
                  <a:pt x="39573" y="35039"/>
                </a:lnTo>
                <a:close/>
              </a:path>
              <a:path w="5250815" h="758825">
                <a:moveTo>
                  <a:pt x="5212473" y="35039"/>
                </a:moveTo>
                <a:lnTo>
                  <a:pt x="5210949" y="35039"/>
                </a:lnTo>
                <a:lnTo>
                  <a:pt x="5212473" y="36566"/>
                </a:lnTo>
                <a:lnTo>
                  <a:pt x="5212473" y="35039"/>
                </a:lnTo>
                <a:close/>
              </a:path>
              <a:path w="5250815" h="758825">
                <a:moveTo>
                  <a:pt x="5229212" y="3047"/>
                </a:moveTo>
                <a:lnTo>
                  <a:pt x="22834" y="3047"/>
                </a:lnTo>
                <a:lnTo>
                  <a:pt x="19786" y="4571"/>
                </a:lnTo>
                <a:lnTo>
                  <a:pt x="5230736" y="4571"/>
                </a:lnTo>
                <a:lnTo>
                  <a:pt x="5229212" y="3047"/>
                </a:lnTo>
                <a:close/>
              </a:path>
              <a:path w="5250815" h="758825">
                <a:moveTo>
                  <a:pt x="5215508" y="0"/>
                </a:moveTo>
                <a:lnTo>
                  <a:pt x="27393" y="1523"/>
                </a:lnTo>
                <a:lnTo>
                  <a:pt x="24345" y="3047"/>
                </a:lnTo>
                <a:lnTo>
                  <a:pt x="5227688" y="3047"/>
                </a:lnTo>
                <a:lnTo>
                  <a:pt x="5224640" y="1523"/>
                </a:lnTo>
                <a:lnTo>
                  <a:pt x="5221605" y="1523"/>
                </a:lnTo>
                <a:lnTo>
                  <a:pt x="5215508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19157" y="1648079"/>
            <a:ext cx="53848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0"/>
              </a:lnSpc>
            </a:pPr>
            <a:r>
              <a:rPr sz="20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1462" y="1601876"/>
            <a:ext cx="761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48190" y="2266492"/>
            <a:ext cx="5212473" cy="7204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28403" y="2248217"/>
            <a:ext cx="5250815" cy="757555"/>
          </a:xfrm>
          <a:custGeom>
            <a:avLst/>
            <a:gdLst/>
            <a:ahLst/>
            <a:cxnLst/>
            <a:rect l="l" t="t" r="r" b="b"/>
            <a:pathLst>
              <a:path w="5250815" h="757555">
                <a:moveTo>
                  <a:pt x="5224640" y="755497"/>
                </a:moveTo>
                <a:lnTo>
                  <a:pt x="27393" y="755497"/>
                </a:lnTo>
                <a:lnTo>
                  <a:pt x="28917" y="757021"/>
                </a:lnTo>
                <a:lnTo>
                  <a:pt x="5223129" y="757021"/>
                </a:lnTo>
                <a:lnTo>
                  <a:pt x="5224640" y="755497"/>
                </a:lnTo>
                <a:close/>
              </a:path>
              <a:path w="5250815" h="757555">
                <a:moveTo>
                  <a:pt x="5229212" y="753973"/>
                </a:moveTo>
                <a:lnTo>
                  <a:pt x="22834" y="753973"/>
                </a:lnTo>
                <a:lnTo>
                  <a:pt x="24345" y="755497"/>
                </a:lnTo>
                <a:lnTo>
                  <a:pt x="5227688" y="755497"/>
                </a:lnTo>
                <a:lnTo>
                  <a:pt x="5229212" y="753973"/>
                </a:lnTo>
                <a:close/>
              </a:path>
              <a:path w="5250815" h="757555">
                <a:moveTo>
                  <a:pt x="5230736" y="3048"/>
                </a:moveTo>
                <a:lnTo>
                  <a:pt x="19786" y="3048"/>
                </a:lnTo>
                <a:lnTo>
                  <a:pt x="18262" y="4572"/>
                </a:lnTo>
                <a:lnTo>
                  <a:pt x="13690" y="7607"/>
                </a:lnTo>
                <a:lnTo>
                  <a:pt x="12166" y="9131"/>
                </a:lnTo>
                <a:lnTo>
                  <a:pt x="9131" y="10655"/>
                </a:lnTo>
                <a:lnTo>
                  <a:pt x="9131" y="12179"/>
                </a:lnTo>
                <a:lnTo>
                  <a:pt x="4559" y="18275"/>
                </a:lnTo>
                <a:lnTo>
                  <a:pt x="4559" y="19799"/>
                </a:lnTo>
                <a:lnTo>
                  <a:pt x="3035" y="21323"/>
                </a:lnTo>
                <a:lnTo>
                  <a:pt x="3035" y="22847"/>
                </a:lnTo>
                <a:lnTo>
                  <a:pt x="1511" y="25895"/>
                </a:lnTo>
                <a:lnTo>
                  <a:pt x="1511" y="30467"/>
                </a:lnTo>
                <a:lnTo>
                  <a:pt x="0" y="35026"/>
                </a:lnTo>
                <a:lnTo>
                  <a:pt x="0" y="723506"/>
                </a:lnTo>
                <a:lnTo>
                  <a:pt x="1511" y="726554"/>
                </a:lnTo>
                <a:lnTo>
                  <a:pt x="1511" y="731126"/>
                </a:lnTo>
                <a:lnTo>
                  <a:pt x="3035" y="734174"/>
                </a:lnTo>
                <a:lnTo>
                  <a:pt x="3035" y="735698"/>
                </a:lnTo>
                <a:lnTo>
                  <a:pt x="4559" y="737222"/>
                </a:lnTo>
                <a:lnTo>
                  <a:pt x="4559" y="738746"/>
                </a:lnTo>
                <a:lnTo>
                  <a:pt x="9131" y="744829"/>
                </a:lnTo>
                <a:lnTo>
                  <a:pt x="9131" y="746353"/>
                </a:lnTo>
                <a:lnTo>
                  <a:pt x="12166" y="747877"/>
                </a:lnTo>
                <a:lnTo>
                  <a:pt x="13690" y="749401"/>
                </a:lnTo>
                <a:lnTo>
                  <a:pt x="18262" y="752449"/>
                </a:lnTo>
                <a:lnTo>
                  <a:pt x="19786" y="753973"/>
                </a:lnTo>
                <a:lnTo>
                  <a:pt x="5230736" y="753973"/>
                </a:lnTo>
                <a:lnTo>
                  <a:pt x="5232260" y="752449"/>
                </a:lnTo>
                <a:lnTo>
                  <a:pt x="5238343" y="749401"/>
                </a:lnTo>
                <a:lnTo>
                  <a:pt x="5241391" y="746353"/>
                </a:lnTo>
                <a:lnTo>
                  <a:pt x="5242915" y="743305"/>
                </a:lnTo>
                <a:lnTo>
                  <a:pt x="5247474" y="738746"/>
                </a:lnTo>
                <a:lnTo>
                  <a:pt x="5247474" y="737222"/>
                </a:lnTo>
                <a:lnTo>
                  <a:pt x="5248998" y="735698"/>
                </a:lnTo>
                <a:lnTo>
                  <a:pt x="5248998" y="734174"/>
                </a:lnTo>
                <a:lnTo>
                  <a:pt x="5250522" y="731126"/>
                </a:lnTo>
                <a:lnTo>
                  <a:pt x="5250522" y="723506"/>
                </a:lnTo>
                <a:lnTo>
                  <a:pt x="38049" y="723506"/>
                </a:lnTo>
                <a:lnTo>
                  <a:pt x="38049" y="721468"/>
                </a:lnTo>
                <a:lnTo>
                  <a:pt x="36842" y="719854"/>
                </a:lnTo>
                <a:lnTo>
                  <a:pt x="35013" y="718934"/>
                </a:lnTo>
                <a:lnTo>
                  <a:pt x="36153" y="718934"/>
                </a:lnTo>
                <a:lnTo>
                  <a:pt x="35013" y="717410"/>
                </a:lnTo>
                <a:lnTo>
                  <a:pt x="38049" y="717410"/>
                </a:lnTo>
                <a:lnTo>
                  <a:pt x="38049" y="39598"/>
                </a:lnTo>
                <a:lnTo>
                  <a:pt x="35013" y="39598"/>
                </a:lnTo>
                <a:lnTo>
                  <a:pt x="36153" y="38074"/>
                </a:lnTo>
                <a:lnTo>
                  <a:pt x="35013" y="38074"/>
                </a:lnTo>
                <a:lnTo>
                  <a:pt x="37303" y="36537"/>
                </a:lnTo>
                <a:lnTo>
                  <a:pt x="38049" y="35540"/>
                </a:lnTo>
                <a:lnTo>
                  <a:pt x="38049" y="33502"/>
                </a:lnTo>
                <a:lnTo>
                  <a:pt x="5250522" y="33502"/>
                </a:lnTo>
                <a:lnTo>
                  <a:pt x="5250522" y="25895"/>
                </a:lnTo>
                <a:lnTo>
                  <a:pt x="5248998" y="22847"/>
                </a:lnTo>
                <a:lnTo>
                  <a:pt x="5248998" y="21323"/>
                </a:lnTo>
                <a:lnTo>
                  <a:pt x="5247474" y="19799"/>
                </a:lnTo>
                <a:lnTo>
                  <a:pt x="5247474" y="18275"/>
                </a:lnTo>
                <a:lnTo>
                  <a:pt x="5242915" y="13703"/>
                </a:lnTo>
                <a:lnTo>
                  <a:pt x="5241391" y="10655"/>
                </a:lnTo>
                <a:lnTo>
                  <a:pt x="5238343" y="7607"/>
                </a:lnTo>
                <a:lnTo>
                  <a:pt x="5232260" y="4572"/>
                </a:lnTo>
                <a:lnTo>
                  <a:pt x="5230736" y="3048"/>
                </a:lnTo>
                <a:close/>
              </a:path>
              <a:path w="5250815" h="757555">
                <a:moveTo>
                  <a:pt x="38049" y="721468"/>
                </a:moveTo>
                <a:lnTo>
                  <a:pt x="38049" y="723506"/>
                </a:lnTo>
                <a:lnTo>
                  <a:pt x="39573" y="723506"/>
                </a:lnTo>
                <a:lnTo>
                  <a:pt x="38049" y="721468"/>
                </a:lnTo>
                <a:close/>
              </a:path>
              <a:path w="5250815" h="757555">
                <a:moveTo>
                  <a:pt x="38049" y="720458"/>
                </a:moveTo>
                <a:lnTo>
                  <a:pt x="38049" y="721468"/>
                </a:lnTo>
                <a:lnTo>
                  <a:pt x="39573" y="723506"/>
                </a:lnTo>
                <a:lnTo>
                  <a:pt x="38049" y="720458"/>
                </a:lnTo>
                <a:close/>
              </a:path>
              <a:path w="5250815" h="757555">
                <a:moveTo>
                  <a:pt x="38049" y="719948"/>
                </a:moveTo>
                <a:lnTo>
                  <a:pt x="38055" y="720471"/>
                </a:lnTo>
                <a:lnTo>
                  <a:pt x="39573" y="723506"/>
                </a:lnTo>
                <a:lnTo>
                  <a:pt x="5210949" y="723506"/>
                </a:lnTo>
                <a:lnTo>
                  <a:pt x="5212089" y="721982"/>
                </a:lnTo>
                <a:lnTo>
                  <a:pt x="39566" y="721972"/>
                </a:lnTo>
                <a:lnTo>
                  <a:pt x="38265" y="720021"/>
                </a:lnTo>
                <a:lnTo>
                  <a:pt x="38049" y="719948"/>
                </a:lnTo>
                <a:close/>
              </a:path>
              <a:path w="5250815" h="757555">
                <a:moveTo>
                  <a:pt x="5212473" y="721468"/>
                </a:moveTo>
                <a:lnTo>
                  <a:pt x="5210949" y="723506"/>
                </a:lnTo>
                <a:lnTo>
                  <a:pt x="5212470" y="721982"/>
                </a:lnTo>
                <a:lnTo>
                  <a:pt x="5212473" y="721468"/>
                </a:lnTo>
                <a:close/>
              </a:path>
              <a:path w="5250815" h="757555">
                <a:moveTo>
                  <a:pt x="5212473" y="721979"/>
                </a:moveTo>
                <a:lnTo>
                  <a:pt x="5210949" y="723506"/>
                </a:lnTo>
                <a:lnTo>
                  <a:pt x="5212473" y="723506"/>
                </a:lnTo>
                <a:lnTo>
                  <a:pt x="5212473" y="721979"/>
                </a:lnTo>
                <a:close/>
              </a:path>
              <a:path w="5250815" h="757555">
                <a:moveTo>
                  <a:pt x="5213228" y="721222"/>
                </a:moveTo>
                <a:lnTo>
                  <a:pt x="5212480" y="721972"/>
                </a:lnTo>
                <a:lnTo>
                  <a:pt x="5212473" y="723506"/>
                </a:lnTo>
                <a:lnTo>
                  <a:pt x="5213228" y="721222"/>
                </a:lnTo>
                <a:close/>
              </a:path>
              <a:path w="5250815" h="757555">
                <a:moveTo>
                  <a:pt x="5250522" y="718934"/>
                </a:moveTo>
                <a:lnTo>
                  <a:pt x="5217024" y="718938"/>
                </a:lnTo>
                <a:lnTo>
                  <a:pt x="5213978" y="720471"/>
                </a:lnTo>
                <a:lnTo>
                  <a:pt x="5213228" y="721222"/>
                </a:lnTo>
                <a:lnTo>
                  <a:pt x="5212473" y="723506"/>
                </a:lnTo>
                <a:lnTo>
                  <a:pt x="5250522" y="723506"/>
                </a:lnTo>
                <a:lnTo>
                  <a:pt x="5250522" y="718934"/>
                </a:lnTo>
                <a:close/>
              </a:path>
              <a:path w="5250815" h="757555">
                <a:moveTo>
                  <a:pt x="38265" y="720021"/>
                </a:moveTo>
                <a:lnTo>
                  <a:pt x="39573" y="721982"/>
                </a:lnTo>
                <a:lnTo>
                  <a:pt x="38658" y="720152"/>
                </a:lnTo>
                <a:lnTo>
                  <a:pt x="38265" y="720021"/>
                </a:lnTo>
                <a:close/>
              </a:path>
              <a:path w="5250815" h="757555">
                <a:moveTo>
                  <a:pt x="38658" y="720152"/>
                </a:moveTo>
                <a:lnTo>
                  <a:pt x="39573" y="721982"/>
                </a:lnTo>
                <a:lnTo>
                  <a:pt x="5212096" y="721972"/>
                </a:lnTo>
                <a:lnTo>
                  <a:pt x="5212473" y="721468"/>
                </a:lnTo>
                <a:lnTo>
                  <a:pt x="5212473" y="720458"/>
                </a:lnTo>
                <a:lnTo>
                  <a:pt x="39554" y="720451"/>
                </a:lnTo>
                <a:lnTo>
                  <a:pt x="38658" y="720152"/>
                </a:lnTo>
                <a:close/>
              </a:path>
              <a:path w="5250815" h="757555">
                <a:moveTo>
                  <a:pt x="5213229" y="720458"/>
                </a:moveTo>
                <a:lnTo>
                  <a:pt x="5212473" y="721468"/>
                </a:lnTo>
                <a:lnTo>
                  <a:pt x="5212473" y="721979"/>
                </a:lnTo>
                <a:lnTo>
                  <a:pt x="5213229" y="720458"/>
                </a:lnTo>
                <a:close/>
              </a:path>
              <a:path w="5250815" h="757555">
                <a:moveTo>
                  <a:pt x="5213680" y="719854"/>
                </a:moveTo>
                <a:lnTo>
                  <a:pt x="5213223" y="720471"/>
                </a:lnTo>
                <a:lnTo>
                  <a:pt x="5212476" y="721975"/>
                </a:lnTo>
                <a:lnTo>
                  <a:pt x="5213477" y="720471"/>
                </a:lnTo>
                <a:lnTo>
                  <a:pt x="5213680" y="719854"/>
                </a:lnTo>
                <a:close/>
              </a:path>
              <a:path w="5250815" h="757555">
                <a:moveTo>
                  <a:pt x="5213477" y="720471"/>
                </a:moveTo>
                <a:lnTo>
                  <a:pt x="5212480" y="721972"/>
                </a:lnTo>
                <a:lnTo>
                  <a:pt x="5213228" y="721222"/>
                </a:lnTo>
                <a:lnTo>
                  <a:pt x="5213477" y="720471"/>
                </a:lnTo>
                <a:close/>
              </a:path>
              <a:path w="5250815" h="757555">
                <a:moveTo>
                  <a:pt x="36839" y="719850"/>
                </a:moveTo>
                <a:lnTo>
                  <a:pt x="38049" y="721468"/>
                </a:lnTo>
                <a:lnTo>
                  <a:pt x="38036" y="720451"/>
                </a:lnTo>
                <a:lnTo>
                  <a:pt x="36839" y="719850"/>
                </a:lnTo>
                <a:close/>
              </a:path>
              <a:path w="5250815" h="757555">
                <a:moveTo>
                  <a:pt x="5213552" y="719806"/>
                </a:moveTo>
                <a:lnTo>
                  <a:pt x="5212473" y="720076"/>
                </a:lnTo>
                <a:lnTo>
                  <a:pt x="5212473" y="721468"/>
                </a:lnTo>
                <a:lnTo>
                  <a:pt x="5213232" y="720451"/>
                </a:lnTo>
                <a:lnTo>
                  <a:pt x="5213552" y="719806"/>
                </a:lnTo>
                <a:close/>
              </a:path>
              <a:path w="5250815" h="757555">
                <a:moveTo>
                  <a:pt x="5215005" y="719442"/>
                </a:moveTo>
                <a:lnTo>
                  <a:pt x="5214004" y="719693"/>
                </a:lnTo>
                <a:lnTo>
                  <a:pt x="5213477" y="720471"/>
                </a:lnTo>
                <a:lnTo>
                  <a:pt x="5213228" y="721222"/>
                </a:lnTo>
                <a:lnTo>
                  <a:pt x="5215005" y="719442"/>
                </a:lnTo>
                <a:close/>
              </a:path>
              <a:path w="5250815" h="757555">
                <a:moveTo>
                  <a:pt x="5213991" y="719696"/>
                </a:moveTo>
                <a:lnTo>
                  <a:pt x="5213754" y="719755"/>
                </a:lnTo>
                <a:lnTo>
                  <a:pt x="5213477" y="720471"/>
                </a:lnTo>
                <a:lnTo>
                  <a:pt x="5213991" y="719696"/>
                </a:lnTo>
                <a:close/>
              </a:path>
              <a:path w="5250815" h="757555">
                <a:moveTo>
                  <a:pt x="36533" y="719442"/>
                </a:moveTo>
                <a:lnTo>
                  <a:pt x="36847" y="719854"/>
                </a:lnTo>
                <a:lnTo>
                  <a:pt x="38049" y="720458"/>
                </a:lnTo>
                <a:lnTo>
                  <a:pt x="37743" y="719846"/>
                </a:lnTo>
                <a:lnTo>
                  <a:pt x="36533" y="719442"/>
                </a:lnTo>
                <a:close/>
              </a:path>
              <a:path w="5250815" h="757555">
                <a:moveTo>
                  <a:pt x="37743" y="719846"/>
                </a:moveTo>
                <a:lnTo>
                  <a:pt x="38049" y="720458"/>
                </a:lnTo>
                <a:lnTo>
                  <a:pt x="38049" y="719948"/>
                </a:lnTo>
                <a:lnTo>
                  <a:pt x="37743" y="719846"/>
                </a:lnTo>
                <a:close/>
              </a:path>
              <a:path w="5250815" h="757555">
                <a:moveTo>
                  <a:pt x="38428" y="719693"/>
                </a:moveTo>
                <a:lnTo>
                  <a:pt x="38658" y="720152"/>
                </a:lnTo>
                <a:lnTo>
                  <a:pt x="39573" y="720458"/>
                </a:lnTo>
                <a:lnTo>
                  <a:pt x="38428" y="719693"/>
                </a:lnTo>
                <a:close/>
              </a:path>
              <a:path w="5250815" h="757555">
                <a:moveTo>
                  <a:pt x="5212473" y="718934"/>
                </a:moveTo>
                <a:lnTo>
                  <a:pt x="38049" y="718934"/>
                </a:lnTo>
                <a:lnTo>
                  <a:pt x="38428" y="719693"/>
                </a:lnTo>
                <a:lnTo>
                  <a:pt x="39573" y="720458"/>
                </a:lnTo>
                <a:lnTo>
                  <a:pt x="5210962" y="720451"/>
                </a:lnTo>
                <a:lnTo>
                  <a:pt x="5212352" y="719755"/>
                </a:lnTo>
                <a:lnTo>
                  <a:pt x="5212473" y="718934"/>
                </a:lnTo>
                <a:close/>
              </a:path>
              <a:path w="5250815" h="757555">
                <a:moveTo>
                  <a:pt x="5212473" y="719694"/>
                </a:moveTo>
                <a:lnTo>
                  <a:pt x="5210949" y="720458"/>
                </a:lnTo>
                <a:lnTo>
                  <a:pt x="5212473" y="720076"/>
                </a:lnTo>
                <a:lnTo>
                  <a:pt x="5212473" y="719694"/>
                </a:lnTo>
                <a:close/>
              </a:path>
              <a:path w="5250815" h="757555">
                <a:moveTo>
                  <a:pt x="5212473" y="720076"/>
                </a:moveTo>
                <a:lnTo>
                  <a:pt x="5210949" y="720458"/>
                </a:lnTo>
                <a:lnTo>
                  <a:pt x="5212473" y="720458"/>
                </a:lnTo>
                <a:lnTo>
                  <a:pt x="5212473" y="720076"/>
                </a:lnTo>
                <a:close/>
              </a:path>
              <a:path w="5250815" h="757555">
                <a:moveTo>
                  <a:pt x="5213709" y="719766"/>
                </a:moveTo>
                <a:lnTo>
                  <a:pt x="5213552" y="719806"/>
                </a:lnTo>
                <a:lnTo>
                  <a:pt x="5213229" y="720458"/>
                </a:lnTo>
                <a:lnTo>
                  <a:pt x="5213682" y="719850"/>
                </a:lnTo>
                <a:close/>
              </a:path>
              <a:path w="5250815" h="757555">
                <a:moveTo>
                  <a:pt x="5217033" y="718934"/>
                </a:moveTo>
                <a:lnTo>
                  <a:pt x="5215005" y="719442"/>
                </a:lnTo>
                <a:lnTo>
                  <a:pt x="5213997" y="720451"/>
                </a:lnTo>
                <a:lnTo>
                  <a:pt x="5217033" y="718934"/>
                </a:lnTo>
                <a:close/>
              </a:path>
              <a:path w="5250815" h="757555">
                <a:moveTo>
                  <a:pt x="38049" y="719439"/>
                </a:moveTo>
                <a:lnTo>
                  <a:pt x="38149" y="719846"/>
                </a:lnTo>
                <a:lnTo>
                  <a:pt x="38265" y="720021"/>
                </a:lnTo>
                <a:lnTo>
                  <a:pt x="38658" y="720152"/>
                </a:lnTo>
                <a:lnTo>
                  <a:pt x="38428" y="719693"/>
                </a:lnTo>
                <a:lnTo>
                  <a:pt x="38049" y="719439"/>
                </a:lnTo>
                <a:close/>
              </a:path>
              <a:path w="5250815" h="757555">
                <a:moveTo>
                  <a:pt x="5213982" y="718938"/>
                </a:moveTo>
                <a:lnTo>
                  <a:pt x="5212476" y="719693"/>
                </a:lnTo>
                <a:lnTo>
                  <a:pt x="5212473" y="720076"/>
                </a:lnTo>
                <a:lnTo>
                  <a:pt x="5213552" y="719806"/>
                </a:lnTo>
                <a:lnTo>
                  <a:pt x="5213982" y="718938"/>
                </a:lnTo>
                <a:close/>
              </a:path>
              <a:path w="5250815" h="757555">
                <a:moveTo>
                  <a:pt x="38049" y="719696"/>
                </a:moveTo>
                <a:lnTo>
                  <a:pt x="38049" y="719948"/>
                </a:lnTo>
                <a:lnTo>
                  <a:pt x="38265" y="720021"/>
                </a:lnTo>
                <a:lnTo>
                  <a:pt x="38049" y="719696"/>
                </a:lnTo>
                <a:close/>
              </a:path>
              <a:path w="5250815" h="757555">
                <a:moveTo>
                  <a:pt x="37284" y="718927"/>
                </a:moveTo>
                <a:lnTo>
                  <a:pt x="37666" y="719693"/>
                </a:lnTo>
                <a:lnTo>
                  <a:pt x="37767" y="719854"/>
                </a:lnTo>
                <a:lnTo>
                  <a:pt x="38049" y="719948"/>
                </a:lnTo>
                <a:lnTo>
                  <a:pt x="38047" y="719693"/>
                </a:lnTo>
                <a:lnTo>
                  <a:pt x="37740" y="719232"/>
                </a:lnTo>
                <a:lnTo>
                  <a:pt x="37284" y="718927"/>
                </a:lnTo>
                <a:close/>
              </a:path>
              <a:path w="5250815" h="757555">
                <a:moveTo>
                  <a:pt x="35013" y="718934"/>
                </a:moveTo>
                <a:lnTo>
                  <a:pt x="36839" y="719850"/>
                </a:lnTo>
                <a:lnTo>
                  <a:pt x="36525" y="719439"/>
                </a:lnTo>
                <a:lnTo>
                  <a:pt x="35013" y="718934"/>
                </a:lnTo>
                <a:close/>
              </a:path>
              <a:path w="5250815" h="757555">
                <a:moveTo>
                  <a:pt x="35013" y="717410"/>
                </a:moveTo>
                <a:lnTo>
                  <a:pt x="36533" y="719442"/>
                </a:lnTo>
                <a:lnTo>
                  <a:pt x="37743" y="719846"/>
                </a:lnTo>
                <a:lnTo>
                  <a:pt x="37284" y="718927"/>
                </a:lnTo>
                <a:lnTo>
                  <a:pt x="35013" y="717410"/>
                </a:lnTo>
                <a:close/>
              </a:path>
              <a:path w="5250815" h="757555">
                <a:moveTo>
                  <a:pt x="5213983" y="718938"/>
                </a:moveTo>
                <a:lnTo>
                  <a:pt x="5213552" y="719806"/>
                </a:lnTo>
                <a:lnTo>
                  <a:pt x="5213709" y="719766"/>
                </a:lnTo>
                <a:lnTo>
                  <a:pt x="5213983" y="718938"/>
                </a:lnTo>
                <a:close/>
              </a:path>
              <a:path w="5250815" h="757555">
                <a:moveTo>
                  <a:pt x="5214595" y="718631"/>
                </a:moveTo>
                <a:lnTo>
                  <a:pt x="5214004" y="718927"/>
                </a:lnTo>
                <a:lnTo>
                  <a:pt x="5213709" y="719766"/>
                </a:lnTo>
                <a:lnTo>
                  <a:pt x="5214595" y="718631"/>
                </a:lnTo>
                <a:close/>
              </a:path>
              <a:path w="5250815" h="757555">
                <a:moveTo>
                  <a:pt x="5214749" y="718554"/>
                </a:moveTo>
                <a:lnTo>
                  <a:pt x="5214595" y="718631"/>
                </a:lnTo>
                <a:lnTo>
                  <a:pt x="5213754" y="719755"/>
                </a:lnTo>
                <a:lnTo>
                  <a:pt x="5213993" y="719693"/>
                </a:lnTo>
                <a:lnTo>
                  <a:pt x="5214749" y="718554"/>
                </a:lnTo>
                <a:close/>
              </a:path>
              <a:path w="5250815" h="757555">
                <a:moveTo>
                  <a:pt x="37740" y="719232"/>
                </a:moveTo>
                <a:lnTo>
                  <a:pt x="38049" y="719696"/>
                </a:lnTo>
                <a:lnTo>
                  <a:pt x="38049" y="719439"/>
                </a:lnTo>
                <a:lnTo>
                  <a:pt x="37740" y="719232"/>
                </a:lnTo>
                <a:close/>
              </a:path>
              <a:path w="5250815" h="757555">
                <a:moveTo>
                  <a:pt x="5217033" y="717410"/>
                </a:moveTo>
                <a:lnTo>
                  <a:pt x="5214749" y="718554"/>
                </a:lnTo>
                <a:lnTo>
                  <a:pt x="5213991" y="719696"/>
                </a:lnTo>
                <a:lnTo>
                  <a:pt x="5215008" y="719439"/>
                </a:lnTo>
                <a:lnTo>
                  <a:pt x="5217033" y="717410"/>
                </a:lnTo>
                <a:close/>
              </a:path>
              <a:path w="5250815" h="757555">
                <a:moveTo>
                  <a:pt x="5212473" y="36171"/>
                </a:moveTo>
                <a:lnTo>
                  <a:pt x="5212473" y="719694"/>
                </a:lnTo>
                <a:lnTo>
                  <a:pt x="5214595" y="718631"/>
                </a:lnTo>
                <a:lnTo>
                  <a:pt x="5215508" y="717410"/>
                </a:lnTo>
                <a:lnTo>
                  <a:pt x="5250522" y="717410"/>
                </a:lnTo>
                <a:lnTo>
                  <a:pt x="5250522" y="39598"/>
                </a:lnTo>
                <a:lnTo>
                  <a:pt x="5215508" y="39598"/>
                </a:lnTo>
                <a:lnTo>
                  <a:pt x="5214369" y="38074"/>
                </a:lnTo>
                <a:lnTo>
                  <a:pt x="5213984" y="38074"/>
                </a:lnTo>
                <a:lnTo>
                  <a:pt x="5213378" y="36852"/>
                </a:lnTo>
                <a:lnTo>
                  <a:pt x="5212473" y="36171"/>
                </a:lnTo>
                <a:close/>
              </a:path>
              <a:path w="5250815" h="757555">
                <a:moveTo>
                  <a:pt x="38049" y="718934"/>
                </a:moveTo>
                <a:lnTo>
                  <a:pt x="38053" y="719442"/>
                </a:lnTo>
                <a:lnTo>
                  <a:pt x="38428" y="719693"/>
                </a:lnTo>
                <a:lnTo>
                  <a:pt x="38049" y="718934"/>
                </a:lnTo>
                <a:close/>
              </a:path>
              <a:path w="5250815" h="757555">
                <a:moveTo>
                  <a:pt x="36153" y="718934"/>
                </a:moveTo>
                <a:lnTo>
                  <a:pt x="35013" y="718934"/>
                </a:lnTo>
                <a:lnTo>
                  <a:pt x="36533" y="719442"/>
                </a:lnTo>
                <a:lnTo>
                  <a:pt x="36153" y="718934"/>
                </a:lnTo>
                <a:close/>
              </a:path>
              <a:path w="5250815" h="757555">
                <a:moveTo>
                  <a:pt x="5250522" y="717410"/>
                </a:moveTo>
                <a:lnTo>
                  <a:pt x="5217033" y="717410"/>
                </a:lnTo>
                <a:lnTo>
                  <a:pt x="5215005" y="719442"/>
                </a:lnTo>
                <a:lnTo>
                  <a:pt x="5217033" y="718934"/>
                </a:lnTo>
                <a:lnTo>
                  <a:pt x="5250522" y="718934"/>
                </a:lnTo>
                <a:lnTo>
                  <a:pt x="5250522" y="717410"/>
                </a:lnTo>
                <a:close/>
              </a:path>
              <a:path w="5250815" h="757555">
                <a:moveTo>
                  <a:pt x="38049" y="717410"/>
                </a:moveTo>
                <a:lnTo>
                  <a:pt x="36525" y="717410"/>
                </a:lnTo>
                <a:lnTo>
                  <a:pt x="37740" y="719232"/>
                </a:lnTo>
                <a:lnTo>
                  <a:pt x="38049" y="719439"/>
                </a:lnTo>
                <a:lnTo>
                  <a:pt x="38049" y="717410"/>
                </a:lnTo>
                <a:close/>
              </a:path>
              <a:path w="5250815" h="757555">
                <a:moveTo>
                  <a:pt x="37541" y="718934"/>
                </a:moveTo>
                <a:lnTo>
                  <a:pt x="37293" y="718934"/>
                </a:lnTo>
                <a:lnTo>
                  <a:pt x="37740" y="719232"/>
                </a:lnTo>
                <a:lnTo>
                  <a:pt x="37541" y="718934"/>
                </a:lnTo>
                <a:close/>
              </a:path>
              <a:path w="5250815" h="757555">
                <a:moveTo>
                  <a:pt x="36525" y="717410"/>
                </a:moveTo>
                <a:lnTo>
                  <a:pt x="35013" y="717410"/>
                </a:lnTo>
                <a:lnTo>
                  <a:pt x="37284" y="718927"/>
                </a:lnTo>
                <a:lnTo>
                  <a:pt x="36525" y="717410"/>
                </a:lnTo>
                <a:close/>
              </a:path>
              <a:path w="5250815" h="757555">
                <a:moveTo>
                  <a:pt x="5215508" y="717410"/>
                </a:moveTo>
                <a:lnTo>
                  <a:pt x="5214595" y="718631"/>
                </a:lnTo>
                <a:lnTo>
                  <a:pt x="5214749" y="718554"/>
                </a:lnTo>
                <a:lnTo>
                  <a:pt x="5215508" y="717410"/>
                </a:lnTo>
                <a:close/>
              </a:path>
              <a:path w="5250815" h="757555">
                <a:moveTo>
                  <a:pt x="5217033" y="717410"/>
                </a:moveTo>
                <a:lnTo>
                  <a:pt x="5215508" y="717410"/>
                </a:lnTo>
                <a:lnTo>
                  <a:pt x="5214749" y="718554"/>
                </a:lnTo>
                <a:lnTo>
                  <a:pt x="5217033" y="717410"/>
                </a:lnTo>
                <a:close/>
              </a:path>
              <a:path w="5250815" h="757555">
                <a:moveTo>
                  <a:pt x="38049" y="36550"/>
                </a:moveTo>
                <a:lnTo>
                  <a:pt x="36847" y="37154"/>
                </a:lnTo>
                <a:lnTo>
                  <a:pt x="35013" y="39598"/>
                </a:lnTo>
                <a:lnTo>
                  <a:pt x="38049" y="36550"/>
                </a:lnTo>
                <a:close/>
              </a:path>
              <a:path w="5250815" h="757555">
                <a:moveTo>
                  <a:pt x="38044" y="36559"/>
                </a:moveTo>
                <a:lnTo>
                  <a:pt x="35013" y="39598"/>
                </a:lnTo>
                <a:lnTo>
                  <a:pt x="36525" y="39598"/>
                </a:lnTo>
                <a:lnTo>
                  <a:pt x="38044" y="36559"/>
                </a:lnTo>
                <a:close/>
              </a:path>
              <a:path w="5250815" h="757555">
                <a:moveTo>
                  <a:pt x="38049" y="36554"/>
                </a:moveTo>
                <a:lnTo>
                  <a:pt x="36525" y="39598"/>
                </a:lnTo>
                <a:lnTo>
                  <a:pt x="38049" y="39598"/>
                </a:lnTo>
                <a:lnTo>
                  <a:pt x="38049" y="36554"/>
                </a:lnTo>
                <a:close/>
              </a:path>
              <a:path w="5250815" h="757555">
                <a:moveTo>
                  <a:pt x="5213647" y="37054"/>
                </a:moveTo>
                <a:lnTo>
                  <a:pt x="5215508" y="39598"/>
                </a:lnTo>
                <a:lnTo>
                  <a:pt x="5213991" y="37312"/>
                </a:lnTo>
                <a:lnTo>
                  <a:pt x="5213647" y="37054"/>
                </a:lnTo>
                <a:close/>
              </a:path>
              <a:path w="5250815" h="757555">
                <a:moveTo>
                  <a:pt x="5213991" y="37312"/>
                </a:moveTo>
                <a:lnTo>
                  <a:pt x="5215508" y="39598"/>
                </a:lnTo>
                <a:lnTo>
                  <a:pt x="5217033" y="39598"/>
                </a:lnTo>
                <a:lnTo>
                  <a:pt x="5213991" y="37312"/>
                </a:lnTo>
                <a:close/>
              </a:path>
              <a:path w="5250815" h="757555">
                <a:moveTo>
                  <a:pt x="5213379" y="36244"/>
                </a:moveTo>
                <a:lnTo>
                  <a:pt x="5213491" y="36559"/>
                </a:lnTo>
                <a:lnTo>
                  <a:pt x="5213991" y="37312"/>
                </a:lnTo>
                <a:lnTo>
                  <a:pt x="5217033" y="39598"/>
                </a:lnTo>
                <a:lnTo>
                  <a:pt x="5213966" y="36537"/>
                </a:lnTo>
                <a:lnTo>
                  <a:pt x="5213379" y="36244"/>
                </a:lnTo>
                <a:close/>
              </a:path>
              <a:path w="5250815" h="757555">
                <a:moveTo>
                  <a:pt x="5213997" y="36556"/>
                </a:moveTo>
                <a:lnTo>
                  <a:pt x="5217033" y="39598"/>
                </a:lnTo>
                <a:lnTo>
                  <a:pt x="5250522" y="39598"/>
                </a:lnTo>
                <a:lnTo>
                  <a:pt x="5250522" y="38074"/>
                </a:lnTo>
                <a:lnTo>
                  <a:pt x="5217033" y="38074"/>
                </a:lnTo>
                <a:lnTo>
                  <a:pt x="5213997" y="36556"/>
                </a:lnTo>
                <a:close/>
              </a:path>
              <a:path w="5250815" h="757555">
                <a:moveTo>
                  <a:pt x="37293" y="36550"/>
                </a:moveTo>
                <a:lnTo>
                  <a:pt x="35013" y="38074"/>
                </a:lnTo>
                <a:lnTo>
                  <a:pt x="36839" y="37158"/>
                </a:lnTo>
                <a:lnTo>
                  <a:pt x="37293" y="36550"/>
                </a:lnTo>
                <a:close/>
              </a:path>
              <a:path w="5250815" h="757555">
                <a:moveTo>
                  <a:pt x="36839" y="37158"/>
                </a:moveTo>
                <a:lnTo>
                  <a:pt x="35013" y="38074"/>
                </a:lnTo>
                <a:lnTo>
                  <a:pt x="36153" y="38074"/>
                </a:lnTo>
                <a:lnTo>
                  <a:pt x="36839" y="37158"/>
                </a:lnTo>
                <a:close/>
              </a:path>
              <a:path w="5250815" h="757555">
                <a:moveTo>
                  <a:pt x="38810" y="35791"/>
                </a:moveTo>
                <a:lnTo>
                  <a:pt x="38066" y="36537"/>
                </a:lnTo>
                <a:lnTo>
                  <a:pt x="38049" y="38074"/>
                </a:lnTo>
                <a:lnTo>
                  <a:pt x="38810" y="35791"/>
                </a:lnTo>
                <a:close/>
              </a:path>
              <a:path w="5250815" h="757555">
                <a:moveTo>
                  <a:pt x="5210949" y="35026"/>
                </a:moveTo>
                <a:lnTo>
                  <a:pt x="39563" y="35036"/>
                </a:lnTo>
                <a:lnTo>
                  <a:pt x="38810" y="35791"/>
                </a:lnTo>
                <a:lnTo>
                  <a:pt x="38049" y="38074"/>
                </a:lnTo>
                <a:lnTo>
                  <a:pt x="5212473" y="38074"/>
                </a:lnTo>
                <a:lnTo>
                  <a:pt x="5212472" y="36170"/>
                </a:lnTo>
                <a:lnTo>
                  <a:pt x="5210949" y="35026"/>
                </a:lnTo>
                <a:close/>
              </a:path>
              <a:path w="5250815" h="757555">
                <a:moveTo>
                  <a:pt x="5213378" y="36852"/>
                </a:moveTo>
                <a:lnTo>
                  <a:pt x="5213984" y="38074"/>
                </a:lnTo>
                <a:lnTo>
                  <a:pt x="5213733" y="37312"/>
                </a:lnTo>
                <a:lnTo>
                  <a:pt x="5213552" y="36982"/>
                </a:lnTo>
                <a:lnTo>
                  <a:pt x="5213378" y="36852"/>
                </a:lnTo>
                <a:close/>
              </a:path>
              <a:path w="5250815" h="757555">
                <a:moveTo>
                  <a:pt x="5213680" y="37154"/>
                </a:moveTo>
                <a:lnTo>
                  <a:pt x="5213984" y="38074"/>
                </a:lnTo>
                <a:lnTo>
                  <a:pt x="5214369" y="38074"/>
                </a:lnTo>
                <a:lnTo>
                  <a:pt x="5213680" y="37154"/>
                </a:lnTo>
                <a:close/>
              </a:path>
              <a:path w="5250815" h="757555">
                <a:moveTo>
                  <a:pt x="5250522" y="33502"/>
                </a:moveTo>
                <a:lnTo>
                  <a:pt x="5212473" y="33502"/>
                </a:lnTo>
                <a:lnTo>
                  <a:pt x="5213234" y="35791"/>
                </a:lnTo>
                <a:lnTo>
                  <a:pt x="5214008" y="36559"/>
                </a:lnTo>
                <a:lnTo>
                  <a:pt x="5217033" y="38074"/>
                </a:lnTo>
                <a:lnTo>
                  <a:pt x="5250522" y="38074"/>
                </a:lnTo>
                <a:lnTo>
                  <a:pt x="5250522" y="33502"/>
                </a:lnTo>
                <a:close/>
              </a:path>
              <a:path w="5250815" h="757555">
                <a:moveTo>
                  <a:pt x="5213477" y="36537"/>
                </a:moveTo>
                <a:lnTo>
                  <a:pt x="5213647" y="37054"/>
                </a:lnTo>
                <a:lnTo>
                  <a:pt x="5213991" y="37312"/>
                </a:lnTo>
                <a:lnTo>
                  <a:pt x="5213477" y="36537"/>
                </a:lnTo>
                <a:close/>
              </a:path>
              <a:path w="5250815" h="757555">
                <a:moveTo>
                  <a:pt x="38049" y="36045"/>
                </a:moveTo>
                <a:lnTo>
                  <a:pt x="37287" y="36559"/>
                </a:lnTo>
                <a:lnTo>
                  <a:pt x="36839" y="37158"/>
                </a:lnTo>
                <a:lnTo>
                  <a:pt x="38032" y="36559"/>
                </a:lnTo>
                <a:lnTo>
                  <a:pt x="38049" y="36045"/>
                </a:lnTo>
                <a:close/>
              </a:path>
              <a:path w="5250815" h="757555">
                <a:moveTo>
                  <a:pt x="5213552" y="36982"/>
                </a:moveTo>
                <a:lnTo>
                  <a:pt x="5213680" y="37154"/>
                </a:lnTo>
                <a:lnTo>
                  <a:pt x="5213552" y="36982"/>
                </a:lnTo>
                <a:close/>
              </a:path>
              <a:path w="5250815" h="757555">
                <a:moveTo>
                  <a:pt x="5212977" y="36042"/>
                </a:moveTo>
                <a:lnTo>
                  <a:pt x="5213235" y="36559"/>
                </a:lnTo>
                <a:lnTo>
                  <a:pt x="5213552" y="36982"/>
                </a:lnTo>
                <a:lnTo>
                  <a:pt x="5213477" y="36537"/>
                </a:lnTo>
                <a:lnTo>
                  <a:pt x="5213233" y="36170"/>
                </a:lnTo>
                <a:lnTo>
                  <a:pt x="5212977" y="36042"/>
                </a:lnTo>
                <a:close/>
              </a:path>
              <a:path w="5250815" h="757555">
                <a:moveTo>
                  <a:pt x="5213229" y="36550"/>
                </a:moveTo>
                <a:lnTo>
                  <a:pt x="5213378" y="36852"/>
                </a:lnTo>
                <a:lnTo>
                  <a:pt x="5213552" y="36982"/>
                </a:lnTo>
                <a:lnTo>
                  <a:pt x="5213229" y="36550"/>
                </a:lnTo>
                <a:close/>
              </a:path>
              <a:path w="5250815" h="757555">
                <a:moveTo>
                  <a:pt x="5212473" y="35790"/>
                </a:moveTo>
                <a:lnTo>
                  <a:pt x="5212569" y="36244"/>
                </a:lnTo>
                <a:lnTo>
                  <a:pt x="5213378" y="36852"/>
                </a:lnTo>
                <a:lnTo>
                  <a:pt x="5213219" y="36537"/>
                </a:lnTo>
                <a:lnTo>
                  <a:pt x="5212772" y="35939"/>
                </a:lnTo>
                <a:lnTo>
                  <a:pt x="5212473" y="35790"/>
                </a:lnTo>
                <a:close/>
              </a:path>
              <a:path w="5250815" h="757555">
                <a:moveTo>
                  <a:pt x="5213991" y="36550"/>
                </a:moveTo>
                <a:close/>
              </a:path>
              <a:path w="5250815" h="757555">
                <a:moveTo>
                  <a:pt x="38919" y="35463"/>
                </a:moveTo>
                <a:lnTo>
                  <a:pt x="38428" y="35791"/>
                </a:lnTo>
                <a:lnTo>
                  <a:pt x="38049" y="36554"/>
                </a:lnTo>
                <a:lnTo>
                  <a:pt x="38810" y="35791"/>
                </a:lnTo>
                <a:lnTo>
                  <a:pt x="38919" y="35463"/>
                </a:lnTo>
                <a:close/>
              </a:path>
              <a:path w="5250815" h="757555">
                <a:moveTo>
                  <a:pt x="38049" y="35540"/>
                </a:moveTo>
                <a:lnTo>
                  <a:pt x="37293" y="36550"/>
                </a:lnTo>
                <a:lnTo>
                  <a:pt x="38049" y="36045"/>
                </a:lnTo>
                <a:lnTo>
                  <a:pt x="38049" y="35540"/>
                </a:lnTo>
                <a:close/>
              </a:path>
              <a:path w="5250815" h="757555">
                <a:moveTo>
                  <a:pt x="38428" y="35791"/>
                </a:moveTo>
                <a:lnTo>
                  <a:pt x="38053" y="36042"/>
                </a:lnTo>
                <a:lnTo>
                  <a:pt x="38049" y="36550"/>
                </a:lnTo>
                <a:lnTo>
                  <a:pt x="38428" y="35791"/>
                </a:lnTo>
                <a:close/>
              </a:path>
              <a:path w="5250815" h="757555">
                <a:moveTo>
                  <a:pt x="5212772" y="35939"/>
                </a:moveTo>
                <a:lnTo>
                  <a:pt x="5213229" y="36550"/>
                </a:lnTo>
                <a:lnTo>
                  <a:pt x="5212977" y="36042"/>
                </a:lnTo>
                <a:lnTo>
                  <a:pt x="5212772" y="35939"/>
                </a:lnTo>
                <a:close/>
              </a:path>
              <a:path w="5250815" h="757555">
                <a:moveTo>
                  <a:pt x="5213228" y="35786"/>
                </a:moveTo>
                <a:lnTo>
                  <a:pt x="5213379" y="36244"/>
                </a:lnTo>
                <a:lnTo>
                  <a:pt x="5213991" y="36550"/>
                </a:lnTo>
                <a:lnTo>
                  <a:pt x="5213228" y="35786"/>
                </a:lnTo>
                <a:close/>
              </a:path>
              <a:path w="5250815" h="757555">
                <a:moveTo>
                  <a:pt x="5213233" y="36170"/>
                </a:moveTo>
                <a:lnTo>
                  <a:pt x="5213477" y="36537"/>
                </a:lnTo>
                <a:lnTo>
                  <a:pt x="5213379" y="36244"/>
                </a:lnTo>
                <a:lnTo>
                  <a:pt x="5213233" y="36170"/>
                </a:lnTo>
                <a:close/>
              </a:path>
              <a:path w="5250815" h="757555">
                <a:moveTo>
                  <a:pt x="5212480" y="35036"/>
                </a:moveTo>
                <a:lnTo>
                  <a:pt x="5213235" y="36171"/>
                </a:lnTo>
                <a:lnTo>
                  <a:pt x="5213379" y="36244"/>
                </a:lnTo>
                <a:lnTo>
                  <a:pt x="5213228" y="35786"/>
                </a:lnTo>
                <a:lnTo>
                  <a:pt x="5212480" y="35036"/>
                </a:lnTo>
                <a:close/>
              </a:path>
              <a:path w="5250815" h="757555">
                <a:moveTo>
                  <a:pt x="5210949" y="35026"/>
                </a:moveTo>
                <a:lnTo>
                  <a:pt x="5212473" y="36171"/>
                </a:lnTo>
                <a:lnTo>
                  <a:pt x="5212465" y="35786"/>
                </a:lnTo>
                <a:lnTo>
                  <a:pt x="5210949" y="35026"/>
                </a:lnTo>
                <a:close/>
              </a:path>
              <a:path w="5250815" h="757555">
                <a:moveTo>
                  <a:pt x="5212476" y="35032"/>
                </a:moveTo>
                <a:lnTo>
                  <a:pt x="5212983" y="36045"/>
                </a:lnTo>
                <a:lnTo>
                  <a:pt x="5213233" y="36170"/>
                </a:lnTo>
                <a:lnTo>
                  <a:pt x="5212476" y="35032"/>
                </a:lnTo>
                <a:close/>
              </a:path>
              <a:path w="5250815" h="757555">
                <a:moveTo>
                  <a:pt x="39573" y="33502"/>
                </a:moveTo>
                <a:lnTo>
                  <a:pt x="38106" y="35463"/>
                </a:lnTo>
                <a:lnTo>
                  <a:pt x="38049" y="36045"/>
                </a:lnTo>
                <a:lnTo>
                  <a:pt x="38428" y="35791"/>
                </a:lnTo>
                <a:lnTo>
                  <a:pt x="39573" y="33502"/>
                </a:lnTo>
                <a:close/>
              </a:path>
              <a:path w="5250815" h="757555">
                <a:moveTo>
                  <a:pt x="5212473" y="35029"/>
                </a:moveTo>
                <a:lnTo>
                  <a:pt x="5212473" y="35540"/>
                </a:lnTo>
                <a:lnTo>
                  <a:pt x="5212772" y="35939"/>
                </a:lnTo>
                <a:lnTo>
                  <a:pt x="5212977" y="36042"/>
                </a:lnTo>
                <a:lnTo>
                  <a:pt x="5212473" y="35029"/>
                </a:lnTo>
                <a:close/>
              </a:path>
              <a:path w="5250815" h="757555">
                <a:moveTo>
                  <a:pt x="5212473" y="35540"/>
                </a:moveTo>
                <a:lnTo>
                  <a:pt x="5212476" y="35791"/>
                </a:lnTo>
                <a:lnTo>
                  <a:pt x="5212772" y="35939"/>
                </a:lnTo>
                <a:lnTo>
                  <a:pt x="5212473" y="35540"/>
                </a:lnTo>
                <a:close/>
              </a:path>
              <a:path w="5250815" h="757555">
                <a:moveTo>
                  <a:pt x="39573" y="33502"/>
                </a:moveTo>
                <a:lnTo>
                  <a:pt x="38428" y="35791"/>
                </a:lnTo>
                <a:lnTo>
                  <a:pt x="38919" y="35463"/>
                </a:lnTo>
                <a:lnTo>
                  <a:pt x="39573" y="33502"/>
                </a:lnTo>
                <a:close/>
              </a:path>
              <a:path w="5250815" h="757555">
                <a:moveTo>
                  <a:pt x="39573" y="35026"/>
                </a:moveTo>
                <a:lnTo>
                  <a:pt x="38919" y="35463"/>
                </a:lnTo>
                <a:lnTo>
                  <a:pt x="38810" y="35791"/>
                </a:lnTo>
                <a:lnTo>
                  <a:pt x="39573" y="35026"/>
                </a:lnTo>
                <a:close/>
              </a:path>
              <a:path w="5250815" h="757555">
                <a:moveTo>
                  <a:pt x="5212089" y="35026"/>
                </a:moveTo>
                <a:lnTo>
                  <a:pt x="5210949" y="35026"/>
                </a:lnTo>
                <a:lnTo>
                  <a:pt x="5212473" y="35790"/>
                </a:lnTo>
                <a:lnTo>
                  <a:pt x="5212416" y="35463"/>
                </a:lnTo>
                <a:lnTo>
                  <a:pt x="5212089" y="35026"/>
                </a:lnTo>
                <a:close/>
              </a:path>
              <a:path w="5250815" h="757555">
                <a:moveTo>
                  <a:pt x="5212473" y="33502"/>
                </a:moveTo>
                <a:lnTo>
                  <a:pt x="5212480" y="35036"/>
                </a:lnTo>
                <a:lnTo>
                  <a:pt x="5213228" y="35786"/>
                </a:lnTo>
                <a:lnTo>
                  <a:pt x="5212473" y="33502"/>
                </a:lnTo>
                <a:close/>
              </a:path>
              <a:path w="5250815" h="757555">
                <a:moveTo>
                  <a:pt x="39573" y="33502"/>
                </a:moveTo>
                <a:lnTo>
                  <a:pt x="38049" y="33502"/>
                </a:lnTo>
                <a:lnTo>
                  <a:pt x="38049" y="35540"/>
                </a:lnTo>
                <a:lnTo>
                  <a:pt x="39573" y="33502"/>
                </a:lnTo>
                <a:close/>
              </a:path>
              <a:path w="5250815" h="757555">
                <a:moveTo>
                  <a:pt x="5210949" y="33502"/>
                </a:moveTo>
                <a:lnTo>
                  <a:pt x="5212473" y="35540"/>
                </a:lnTo>
                <a:lnTo>
                  <a:pt x="5212470" y="35026"/>
                </a:lnTo>
                <a:lnTo>
                  <a:pt x="5210949" y="33502"/>
                </a:lnTo>
                <a:close/>
              </a:path>
              <a:path w="5250815" h="757555">
                <a:moveTo>
                  <a:pt x="5210949" y="33502"/>
                </a:moveTo>
                <a:lnTo>
                  <a:pt x="39573" y="33502"/>
                </a:lnTo>
                <a:lnTo>
                  <a:pt x="38919" y="35463"/>
                </a:lnTo>
                <a:lnTo>
                  <a:pt x="39573" y="35026"/>
                </a:lnTo>
                <a:lnTo>
                  <a:pt x="5212089" y="35026"/>
                </a:lnTo>
                <a:lnTo>
                  <a:pt x="5210949" y="33502"/>
                </a:lnTo>
                <a:close/>
              </a:path>
              <a:path w="5250815" h="757555">
                <a:moveTo>
                  <a:pt x="5212473" y="33502"/>
                </a:moveTo>
                <a:lnTo>
                  <a:pt x="5210949" y="33502"/>
                </a:lnTo>
                <a:lnTo>
                  <a:pt x="5212473" y="35029"/>
                </a:lnTo>
                <a:lnTo>
                  <a:pt x="5212473" y="33502"/>
                </a:lnTo>
                <a:close/>
              </a:path>
              <a:path w="5250815" h="757555">
                <a:moveTo>
                  <a:pt x="5227688" y="1524"/>
                </a:moveTo>
                <a:lnTo>
                  <a:pt x="24345" y="1524"/>
                </a:lnTo>
                <a:lnTo>
                  <a:pt x="22834" y="3048"/>
                </a:lnTo>
                <a:lnTo>
                  <a:pt x="5229212" y="3048"/>
                </a:lnTo>
                <a:lnTo>
                  <a:pt x="5227688" y="1524"/>
                </a:lnTo>
                <a:close/>
              </a:path>
              <a:path w="5250815" h="757555">
                <a:moveTo>
                  <a:pt x="5223129" y="0"/>
                </a:moveTo>
                <a:lnTo>
                  <a:pt x="28917" y="0"/>
                </a:lnTo>
                <a:lnTo>
                  <a:pt x="27393" y="1524"/>
                </a:lnTo>
                <a:lnTo>
                  <a:pt x="5224640" y="1524"/>
                </a:lnTo>
                <a:lnTo>
                  <a:pt x="5223129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19157" y="2507157"/>
            <a:ext cx="52514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69283" y="2461310"/>
            <a:ext cx="761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48190" y="3130130"/>
            <a:ext cx="5212473" cy="7204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28403" y="3111855"/>
            <a:ext cx="5250815" cy="757555"/>
          </a:xfrm>
          <a:custGeom>
            <a:avLst/>
            <a:gdLst/>
            <a:ahLst/>
            <a:cxnLst/>
            <a:rect l="l" t="t" r="r" b="b"/>
            <a:pathLst>
              <a:path w="5250815" h="757554">
                <a:moveTo>
                  <a:pt x="5224640" y="755497"/>
                </a:moveTo>
                <a:lnTo>
                  <a:pt x="27393" y="755497"/>
                </a:lnTo>
                <a:lnTo>
                  <a:pt x="28917" y="757021"/>
                </a:lnTo>
                <a:lnTo>
                  <a:pt x="5223129" y="757021"/>
                </a:lnTo>
                <a:lnTo>
                  <a:pt x="5224640" y="755497"/>
                </a:lnTo>
                <a:close/>
              </a:path>
              <a:path w="5250815" h="757554">
                <a:moveTo>
                  <a:pt x="5229212" y="753973"/>
                </a:moveTo>
                <a:lnTo>
                  <a:pt x="22834" y="753973"/>
                </a:lnTo>
                <a:lnTo>
                  <a:pt x="24345" y="755497"/>
                </a:lnTo>
                <a:lnTo>
                  <a:pt x="5227688" y="755497"/>
                </a:lnTo>
                <a:lnTo>
                  <a:pt x="5229212" y="753973"/>
                </a:lnTo>
                <a:close/>
              </a:path>
              <a:path w="5250815" h="757554">
                <a:moveTo>
                  <a:pt x="5229212" y="1524"/>
                </a:moveTo>
                <a:lnTo>
                  <a:pt x="22834" y="1524"/>
                </a:lnTo>
                <a:lnTo>
                  <a:pt x="19786" y="3047"/>
                </a:lnTo>
                <a:lnTo>
                  <a:pt x="18262" y="4571"/>
                </a:lnTo>
                <a:lnTo>
                  <a:pt x="13690" y="7619"/>
                </a:lnTo>
                <a:lnTo>
                  <a:pt x="12166" y="9143"/>
                </a:lnTo>
                <a:lnTo>
                  <a:pt x="9131" y="10667"/>
                </a:lnTo>
                <a:lnTo>
                  <a:pt x="9131" y="12191"/>
                </a:lnTo>
                <a:lnTo>
                  <a:pt x="4559" y="18275"/>
                </a:lnTo>
                <a:lnTo>
                  <a:pt x="4559" y="19799"/>
                </a:lnTo>
                <a:lnTo>
                  <a:pt x="3035" y="21323"/>
                </a:lnTo>
                <a:lnTo>
                  <a:pt x="3035" y="22847"/>
                </a:lnTo>
                <a:lnTo>
                  <a:pt x="1511" y="25895"/>
                </a:lnTo>
                <a:lnTo>
                  <a:pt x="1511" y="28943"/>
                </a:lnTo>
                <a:lnTo>
                  <a:pt x="0" y="35039"/>
                </a:lnTo>
                <a:lnTo>
                  <a:pt x="0" y="723518"/>
                </a:lnTo>
                <a:lnTo>
                  <a:pt x="1511" y="726554"/>
                </a:lnTo>
                <a:lnTo>
                  <a:pt x="1511" y="731126"/>
                </a:lnTo>
                <a:lnTo>
                  <a:pt x="3035" y="734174"/>
                </a:lnTo>
                <a:lnTo>
                  <a:pt x="3035" y="735698"/>
                </a:lnTo>
                <a:lnTo>
                  <a:pt x="4559" y="737222"/>
                </a:lnTo>
                <a:lnTo>
                  <a:pt x="4559" y="738746"/>
                </a:lnTo>
                <a:lnTo>
                  <a:pt x="9131" y="744842"/>
                </a:lnTo>
                <a:lnTo>
                  <a:pt x="9131" y="746366"/>
                </a:lnTo>
                <a:lnTo>
                  <a:pt x="12166" y="747890"/>
                </a:lnTo>
                <a:lnTo>
                  <a:pt x="13690" y="749401"/>
                </a:lnTo>
                <a:lnTo>
                  <a:pt x="18262" y="752449"/>
                </a:lnTo>
                <a:lnTo>
                  <a:pt x="19786" y="753973"/>
                </a:lnTo>
                <a:lnTo>
                  <a:pt x="5230736" y="753973"/>
                </a:lnTo>
                <a:lnTo>
                  <a:pt x="5232260" y="752449"/>
                </a:lnTo>
                <a:lnTo>
                  <a:pt x="5238343" y="749401"/>
                </a:lnTo>
                <a:lnTo>
                  <a:pt x="5241391" y="746366"/>
                </a:lnTo>
                <a:lnTo>
                  <a:pt x="5242915" y="743318"/>
                </a:lnTo>
                <a:lnTo>
                  <a:pt x="5247474" y="738746"/>
                </a:lnTo>
                <a:lnTo>
                  <a:pt x="5247474" y="737222"/>
                </a:lnTo>
                <a:lnTo>
                  <a:pt x="5248998" y="735698"/>
                </a:lnTo>
                <a:lnTo>
                  <a:pt x="5248998" y="734174"/>
                </a:lnTo>
                <a:lnTo>
                  <a:pt x="5250522" y="731126"/>
                </a:lnTo>
                <a:lnTo>
                  <a:pt x="5250522" y="723518"/>
                </a:lnTo>
                <a:lnTo>
                  <a:pt x="38049" y="723518"/>
                </a:lnTo>
                <a:lnTo>
                  <a:pt x="38049" y="721481"/>
                </a:lnTo>
                <a:lnTo>
                  <a:pt x="36842" y="719867"/>
                </a:lnTo>
                <a:lnTo>
                  <a:pt x="35013" y="718946"/>
                </a:lnTo>
                <a:lnTo>
                  <a:pt x="36153" y="718946"/>
                </a:lnTo>
                <a:lnTo>
                  <a:pt x="35013" y="717422"/>
                </a:lnTo>
                <a:lnTo>
                  <a:pt x="38049" y="717422"/>
                </a:lnTo>
                <a:lnTo>
                  <a:pt x="38049" y="39611"/>
                </a:lnTo>
                <a:lnTo>
                  <a:pt x="35013" y="39611"/>
                </a:lnTo>
                <a:lnTo>
                  <a:pt x="36153" y="38087"/>
                </a:lnTo>
                <a:lnTo>
                  <a:pt x="35013" y="38087"/>
                </a:lnTo>
                <a:lnTo>
                  <a:pt x="37303" y="36550"/>
                </a:lnTo>
                <a:lnTo>
                  <a:pt x="38049" y="35552"/>
                </a:lnTo>
                <a:lnTo>
                  <a:pt x="38049" y="33515"/>
                </a:lnTo>
                <a:lnTo>
                  <a:pt x="5250522" y="33515"/>
                </a:lnTo>
                <a:lnTo>
                  <a:pt x="5250522" y="25895"/>
                </a:lnTo>
                <a:lnTo>
                  <a:pt x="5248998" y="22847"/>
                </a:lnTo>
                <a:lnTo>
                  <a:pt x="5248998" y="21323"/>
                </a:lnTo>
                <a:lnTo>
                  <a:pt x="5247474" y="19799"/>
                </a:lnTo>
                <a:lnTo>
                  <a:pt x="5247474" y="18275"/>
                </a:lnTo>
                <a:lnTo>
                  <a:pt x="5242915" y="13715"/>
                </a:lnTo>
                <a:lnTo>
                  <a:pt x="5241391" y="10667"/>
                </a:lnTo>
                <a:lnTo>
                  <a:pt x="5238343" y="7619"/>
                </a:lnTo>
                <a:lnTo>
                  <a:pt x="5232260" y="4571"/>
                </a:lnTo>
                <a:lnTo>
                  <a:pt x="5229212" y="1524"/>
                </a:lnTo>
                <a:close/>
              </a:path>
              <a:path w="5250815" h="757554">
                <a:moveTo>
                  <a:pt x="38049" y="721481"/>
                </a:moveTo>
                <a:lnTo>
                  <a:pt x="38049" y="723518"/>
                </a:lnTo>
                <a:lnTo>
                  <a:pt x="39573" y="723518"/>
                </a:lnTo>
                <a:lnTo>
                  <a:pt x="38049" y="721481"/>
                </a:lnTo>
                <a:close/>
              </a:path>
              <a:path w="5250815" h="757554">
                <a:moveTo>
                  <a:pt x="38049" y="720471"/>
                </a:moveTo>
                <a:lnTo>
                  <a:pt x="38049" y="721481"/>
                </a:lnTo>
                <a:lnTo>
                  <a:pt x="39573" y="723518"/>
                </a:lnTo>
                <a:lnTo>
                  <a:pt x="38049" y="720471"/>
                </a:lnTo>
                <a:close/>
              </a:path>
              <a:path w="5250815" h="757554">
                <a:moveTo>
                  <a:pt x="38049" y="719961"/>
                </a:moveTo>
                <a:lnTo>
                  <a:pt x="38055" y="720483"/>
                </a:lnTo>
                <a:lnTo>
                  <a:pt x="39573" y="723518"/>
                </a:lnTo>
                <a:lnTo>
                  <a:pt x="5210949" y="723518"/>
                </a:lnTo>
                <a:lnTo>
                  <a:pt x="5212089" y="721994"/>
                </a:lnTo>
                <a:lnTo>
                  <a:pt x="39566" y="721985"/>
                </a:lnTo>
                <a:lnTo>
                  <a:pt x="38265" y="720034"/>
                </a:lnTo>
                <a:lnTo>
                  <a:pt x="38049" y="719961"/>
                </a:lnTo>
                <a:close/>
              </a:path>
              <a:path w="5250815" h="757554">
                <a:moveTo>
                  <a:pt x="5212473" y="721481"/>
                </a:moveTo>
                <a:lnTo>
                  <a:pt x="5210949" y="723518"/>
                </a:lnTo>
                <a:lnTo>
                  <a:pt x="5212470" y="721994"/>
                </a:lnTo>
                <a:lnTo>
                  <a:pt x="5212473" y="721481"/>
                </a:lnTo>
                <a:close/>
              </a:path>
              <a:path w="5250815" h="757554">
                <a:moveTo>
                  <a:pt x="5212473" y="721991"/>
                </a:moveTo>
                <a:lnTo>
                  <a:pt x="5210949" y="723518"/>
                </a:lnTo>
                <a:lnTo>
                  <a:pt x="5212473" y="723518"/>
                </a:lnTo>
                <a:lnTo>
                  <a:pt x="5212473" y="721991"/>
                </a:lnTo>
                <a:close/>
              </a:path>
              <a:path w="5250815" h="757554">
                <a:moveTo>
                  <a:pt x="5213228" y="721235"/>
                </a:moveTo>
                <a:lnTo>
                  <a:pt x="5212480" y="721985"/>
                </a:lnTo>
                <a:lnTo>
                  <a:pt x="5212473" y="723518"/>
                </a:lnTo>
                <a:lnTo>
                  <a:pt x="5213228" y="721235"/>
                </a:lnTo>
                <a:close/>
              </a:path>
              <a:path w="5250815" h="757554">
                <a:moveTo>
                  <a:pt x="5250522" y="718946"/>
                </a:moveTo>
                <a:lnTo>
                  <a:pt x="5217024" y="718951"/>
                </a:lnTo>
                <a:lnTo>
                  <a:pt x="5213978" y="720483"/>
                </a:lnTo>
                <a:lnTo>
                  <a:pt x="5213228" y="721235"/>
                </a:lnTo>
                <a:lnTo>
                  <a:pt x="5212473" y="723518"/>
                </a:lnTo>
                <a:lnTo>
                  <a:pt x="5250522" y="723518"/>
                </a:lnTo>
                <a:lnTo>
                  <a:pt x="5250522" y="718946"/>
                </a:lnTo>
                <a:close/>
              </a:path>
              <a:path w="5250815" h="757554">
                <a:moveTo>
                  <a:pt x="38265" y="720034"/>
                </a:moveTo>
                <a:lnTo>
                  <a:pt x="39573" y="721994"/>
                </a:lnTo>
                <a:lnTo>
                  <a:pt x="38658" y="720165"/>
                </a:lnTo>
                <a:lnTo>
                  <a:pt x="38265" y="720034"/>
                </a:lnTo>
                <a:close/>
              </a:path>
              <a:path w="5250815" h="757554">
                <a:moveTo>
                  <a:pt x="38658" y="720165"/>
                </a:moveTo>
                <a:lnTo>
                  <a:pt x="39573" y="721994"/>
                </a:lnTo>
                <a:lnTo>
                  <a:pt x="5212096" y="721985"/>
                </a:lnTo>
                <a:lnTo>
                  <a:pt x="5212473" y="721481"/>
                </a:lnTo>
                <a:lnTo>
                  <a:pt x="5212473" y="720471"/>
                </a:lnTo>
                <a:lnTo>
                  <a:pt x="39554" y="720464"/>
                </a:lnTo>
                <a:lnTo>
                  <a:pt x="38658" y="720165"/>
                </a:lnTo>
                <a:close/>
              </a:path>
              <a:path w="5250815" h="757554">
                <a:moveTo>
                  <a:pt x="5213229" y="720471"/>
                </a:moveTo>
                <a:lnTo>
                  <a:pt x="5212473" y="721481"/>
                </a:lnTo>
                <a:lnTo>
                  <a:pt x="5212473" y="721991"/>
                </a:lnTo>
                <a:lnTo>
                  <a:pt x="5213229" y="720471"/>
                </a:lnTo>
                <a:close/>
              </a:path>
              <a:path w="5250815" h="757554">
                <a:moveTo>
                  <a:pt x="5213680" y="719867"/>
                </a:moveTo>
                <a:lnTo>
                  <a:pt x="5213223" y="720483"/>
                </a:lnTo>
                <a:lnTo>
                  <a:pt x="5212476" y="721988"/>
                </a:lnTo>
                <a:lnTo>
                  <a:pt x="5213477" y="720483"/>
                </a:lnTo>
                <a:lnTo>
                  <a:pt x="5213680" y="719867"/>
                </a:lnTo>
                <a:close/>
              </a:path>
              <a:path w="5250815" h="757554">
                <a:moveTo>
                  <a:pt x="5213477" y="720483"/>
                </a:moveTo>
                <a:lnTo>
                  <a:pt x="5212480" y="721985"/>
                </a:lnTo>
                <a:lnTo>
                  <a:pt x="5213228" y="721235"/>
                </a:lnTo>
                <a:lnTo>
                  <a:pt x="5213477" y="720483"/>
                </a:lnTo>
                <a:close/>
              </a:path>
              <a:path w="5250815" h="757554">
                <a:moveTo>
                  <a:pt x="36839" y="719863"/>
                </a:moveTo>
                <a:lnTo>
                  <a:pt x="38049" y="721481"/>
                </a:lnTo>
                <a:lnTo>
                  <a:pt x="38036" y="720464"/>
                </a:lnTo>
                <a:lnTo>
                  <a:pt x="36839" y="719863"/>
                </a:lnTo>
                <a:close/>
              </a:path>
              <a:path w="5250815" h="757554">
                <a:moveTo>
                  <a:pt x="5213552" y="719818"/>
                </a:moveTo>
                <a:lnTo>
                  <a:pt x="5212473" y="720089"/>
                </a:lnTo>
                <a:lnTo>
                  <a:pt x="5212473" y="721481"/>
                </a:lnTo>
                <a:lnTo>
                  <a:pt x="5213232" y="720464"/>
                </a:lnTo>
                <a:lnTo>
                  <a:pt x="5213552" y="719818"/>
                </a:lnTo>
                <a:close/>
              </a:path>
              <a:path w="5250815" h="757554">
                <a:moveTo>
                  <a:pt x="5215005" y="719454"/>
                </a:moveTo>
                <a:lnTo>
                  <a:pt x="5214004" y="719705"/>
                </a:lnTo>
                <a:lnTo>
                  <a:pt x="5213477" y="720483"/>
                </a:lnTo>
                <a:lnTo>
                  <a:pt x="5213228" y="721235"/>
                </a:lnTo>
                <a:lnTo>
                  <a:pt x="5215005" y="719454"/>
                </a:lnTo>
                <a:close/>
              </a:path>
              <a:path w="5250815" h="757554">
                <a:moveTo>
                  <a:pt x="5213991" y="719708"/>
                </a:moveTo>
                <a:lnTo>
                  <a:pt x="5213754" y="719768"/>
                </a:lnTo>
                <a:lnTo>
                  <a:pt x="5213477" y="720483"/>
                </a:lnTo>
                <a:lnTo>
                  <a:pt x="5213991" y="719708"/>
                </a:lnTo>
                <a:close/>
              </a:path>
              <a:path w="5250815" h="757554">
                <a:moveTo>
                  <a:pt x="36533" y="719454"/>
                </a:moveTo>
                <a:lnTo>
                  <a:pt x="36847" y="719867"/>
                </a:lnTo>
                <a:lnTo>
                  <a:pt x="38049" y="720471"/>
                </a:lnTo>
                <a:lnTo>
                  <a:pt x="37743" y="719859"/>
                </a:lnTo>
                <a:lnTo>
                  <a:pt x="36533" y="719454"/>
                </a:lnTo>
                <a:close/>
              </a:path>
              <a:path w="5250815" h="757554">
                <a:moveTo>
                  <a:pt x="37743" y="719859"/>
                </a:moveTo>
                <a:lnTo>
                  <a:pt x="38049" y="720471"/>
                </a:lnTo>
                <a:lnTo>
                  <a:pt x="38049" y="719961"/>
                </a:lnTo>
                <a:lnTo>
                  <a:pt x="37743" y="719859"/>
                </a:lnTo>
                <a:close/>
              </a:path>
              <a:path w="5250815" h="757554">
                <a:moveTo>
                  <a:pt x="38428" y="719705"/>
                </a:moveTo>
                <a:lnTo>
                  <a:pt x="38658" y="720165"/>
                </a:lnTo>
                <a:lnTo>
                  <a:pt x="39573" y="720471"/>
                </a:lnTo>
                <a:lnTo>
                  <a:pt x="38428" y="719705"/>
                </a:lnTo>
                <a:close/>
              </a:path>
              <a:path w="5250815" h="757554">
                <a:moveTo>
                  <a:pt x="5212473" y="718946"/>
                </a:moveTo>
                <a:lnTo>
                  <a:pt x="38049" y="718946"/>
                </a:lnTo>
                <a:lnTo>
                  <a:pt x="38428" y="719705"/>
                </a:lnTo>
                <a:lnTo>
                  <a:pt x="39573" y="720471"/>
                </a:lnTo>
                <a:lnTo>
                  <a:pt x="5210962" y="720464"/>
                </a:lnTo>
                <a:lnTo>
                  <a:pt x="5212352" y="719768"/>
                </a:lnTo>
                <a:lnTo>
                  <a:pt x="5212473" y="718946"/>
                </a:lnTo>
                <a:close/>
              </a:path>
              <a:path w="5250815" h="757554">
                <a:moveTo>
                  <a:pt x="5212473" y="719707"/>
                </a:moveTo>
                <a:lnTo>
                  <a:pt x="5210949" y="720471"/>
                </a:lnTo>
                <a:lnTo>
                  <a:pt x="5212473" y="720089"/>
                </a:lnTo>
                <a:lnTo>
                  <a:pt x="5212473" y="719707"/>
                </a:lnTo>
                <a:close/>
              </a:path>
              <a:path w="5250815" h="757554">
                <a:moveTo>
                  <a:pt x="5212473" y="720089"/>
                </a:moveTo>
                <a:lnTo>
                  <a:pt x="5210949" y="720471"/>
                </a:lnTo>
                <a:lnTo>
                  <a:pt x="5212473" y="720471"/>
                </a:lnTo>
                <a:lnTo>
                  <a:pt x="5212473" y="720089"/>
                </a:lnTo>
                <a:close/>
              </a:path>
              <a:path w="5250815" h="757554">
                <a:moveTo>
                  <a:pt x="5213709" y="719779"/>
                </a:moveTo>
                <a:lnTo>
                  <a:pt x="5213552" y="719818"/>
                </a:lnTo>
                <a:lnTo>
                  <a:pt x="5213229" y="720471"/>
                </a:lnTo>
                <a:lnTo>
                  <a:pt x="5213682" y="719863"/>
                </a:lnTo>
                <a:close/>
              </a:path>
              <a:path w="5250815" h="757554">
                <a:moveTo>
                  <a:pt x="5217033" y="718946"/>
                </a:moveTo>
                <a:lnTo>
                  <a:pt x="5215005" y="719454"/>
                </a:lnTo>
                <a:lnTo>
                  <a:pt x="5213997" y="720464"/>
                </a:lnTo>
                <a:lnTo>
                  <a:pt x="5217033" y="718946"/>
                </a:lnTo>
                <a:close/>
              </a:path>
              <a:path w="5250815" h="757554">
                <a:moveTo>
                  <a:pt x="38049" y="719452"/>
                </a:moveTo>
                <a:lnTo>
                  <a:pt x="38149" y="719859"/>
                </a:lnTo>
                <a:lnTo>
                  <a:pt x="38265" y="720034"/>
                </a:lnTo>
                <a:lnTo>
                  <a:pt x="38658" y="720165"/>
                </a:lnTo>
                <a:lnTo>
                  <a:pt x="38428" y="719705"/>
                </a:lnTo>
                <a:lnTo>
                  <a:pt x="38049" y="719452"/>
                </a:lnTo>
                <a:close/>
              </a:path>
              <a:path w="5250815" h="757554">
                <a:moveTo>
                  <a:pt x="5213982" y="718951"/>
                </a:moveTo>
                <a:lnTo>
                  <a:pt x="5212476" y="719705"/>
                </a:lnTo>
                <a:lnTo>
                  <a:pt x="5212473" y="720089"/>
                </a:lnTo>
                <a:lnTo>
                  <a:pt x="5213552" y="719818"/>
                </a:lnTo>
                <a:lnTo>
                  <a:pt x="5213982" y="718951"/>
                </a:lnTo>
                <a:close/>
              </a:path>
              <a:path w="5250815" h="757554">
                <a:moveTo>
                  <a:pt x="38049" y="719708"/>
                </a:moveTo>
                <a:lnTo>
                  <a:pt x="38049" y="719961"/>
                </a:lnTo>
                <a:lnTo>
                  <a:pt x="38265" y="720034"/>
                </a:lnTo>
                <a:lnTo>
                  <a:pt x="38049" y="719708"/>
                </a:lnTo>
                <a:close/>
              </a:path>
              <a:path w="5250815" h="757554">
                <a:moveTo>
                  <a:pt x="37284" y="718940"/>
                </a:moveTo>
                <a:lnTo>
                  <a:pt x="37666" y="719705"/>
                </a:lnTo>
                <a:lnTo>
                  <a:pt x="37767" y="719867"/>
                </a:lnTo>
                <a:lnTo>
                  <a:pt x="38049" y="719961"/>
                </a:lnTo>
                <a:lnTo>
                  <a:pt x="38047" y="719705"/>
                </a:lnTo>
                <a:lnTo>
                  <a:pt x="37740" y="719245"/>
                </a:lnTo>
                <a:lnTo>
                  <a:pt x="37284" y="718940"/>
                </a:lnTo>
                <a:close/>
              </a:path>
              <a:path w="5250815" h="757554">
                <a:moveTo>
                  <a:pt x="35013" y="718946"/>
                </a:moveTo>
                <a:lnTo>
                  <a:pt x="36839" y="719863"/>
                </a:lnTo>
                <a:lnTo>
                  <a:pt x="36525" y="719452"/>
                </a:lnTo>
                <a:lnTo>
                  <a:pt x="35013" y="718946"/>
                </a:lnTo>
                <a:close/>
              </a:path>
              <a:path w="5250815" h="757554">
                <a:moveTo>
                  <a:pt x="35013" y="717422"/>
                </a:moveTo>
                <a:lnTo>
                  <a:pt x="36533" y="719454"/>
                </a:lnTo>
                <a:lnTo>
                  <a:pt x="37743" y="719859"/>
                </a:lnTo>
                <a:lnTo>
                  <a:pt x="37284" y="718940"/>
                </a:lnTo>
                <a:lnTo>
                  <a:pt x="35013" y="717422"/>
                </a:lnTo>
                <a:close/>
              </a:path>
              <a:path w="5250815" h="757554">
                <a:moveTo>
                  <a:pt x="5213983" y="718950"/>
                </a:moveTo>
                <a:lnTo>
                  <a:pt x="5213552" y="719818"/>
                </a:lnTo>
                <a:lnTo>
                  <a:pt x="5213709" y="719779"/>
                </a:lnTo>
                <a:lnTo>
                  <a:pt x="5213983" y="718950"/>
                </a:lnTo>
                <a:close/>
              </a:path>
              <a:path w="5250815" h="757554">
                <a:moveTo>
                  <a:pt x="5214595" y="718644"/>
                </a:moveTo>
                <a:lnTo>
                  <a:pt x="5214004" y="718940"/>
                </a:lnTo>
                <a:lnTo>
                  <a:pt x="5213709" y="719779"/>
                </a:lnTo>
                <a:lnTo>
                  <a:pt x="5214595" y="718644"/>
                </a:lnTo>
                <a:close/>
              </a:path>
              <a:path w="5250815" h="757554">
                <a:moveTo>
                  <a:pt x="5214749" y="718567"/>
                </a:moveTo>
                <a:lnTo>
                  <a:pt x="5214595" y="718644"/>
                </a:lnTo>
                <a:lnTo>
                  <a:pt x="5213754" y="719768"/>
                </a:lnTo>
                <a:lnTo>
                  <a:pt x="5213993" y="719705"/>
                </a:lnTo>
                <a:lnTo>
                  <a:pt x="5214749" y="718567"/>
                </a:lnTo>
                <a:close/>
              </a:path>
              <a:path w="5250815" h="757554">
                <a:moveTo>
                  <a:pt x="37740" y="719245"/>
                </a:moveTo>
                <a:lnTo>
                  <a:pt x="38049" y="719708"/>
                </a:lnTo>
                <a:lnTo>
                  <a:pt x="38049" y="719452"/>
                </a:lnTo>
                <a:lnTo>
                  <a:pt x="37740" y="719245"/>
                </a:lnTo>
                <a:close/>
              </a:path>
              <a:path w="5250815" h="757554">
                <a:moveTo>
                  <a:pt x="5217033" y="717422"/>
                </a:moveTo>
                <a:lnTo>
                  <a:pt x="5214749" y="718567"/>
                </a:lnTo>
                <a:lnTo>
                  <a:pt x="5213991" y="719708"/>
                </a:lnTo>
                <a:lnTo>
                  <a:pt x="5215008" y="719452"/>
                </a:lnTo>
                <a:lnTo>
                  <a:pt x="5217033" y="717422"/>
                </a:lnTo>
                <a:close/>
              </a:path>
              <a:path w="5250815" h="757554">
                <a:moveTo>
                  <a:pt x="5212473" y="36184"/>
                </a:moveTo>
                <a:lnTo>
                  <a:pt x="5212473" y="719707"/>
                </a:lnTo>
                <a:lnTo>
                  <a:pt x="5214595" y="718644"/>
                </a:lnTo>
                <a:lnTo>
                  <a:pt x="5215508" y="717422"/>
                </a:lnTo>
                <a:lnTo>
                  <a:pt x="5250522" y="717422"/>
                </a:lnTo>
                <a:lnTo>
                  <a:pt x="5250522" y="39611"/>
                </a:lnTo>
                <a:lnTo>
                  <a:pt x="5215508" y="39611"/>
                </a:lnTo>
                <a:lnTo>
                  <a:pt x="5214369" y="38087"/>
                </a:lnTo>
                <a:lnTo>
                  <a:pt x="5213984" y="38087"/>
                </a:lnTo>
                <a:lnTo>
                  <a:pt x="5213378" y="36865"/>
                </a:lnTo>
                <a:lnTo>
                  <a:pt x="5212473" y="36184"/>
                </a:lnTo>
                <a:close/>
              </a:path>
              <a:path w="5250815" h="757554">
                <a:moveTo>
                  <a:pt x="38049" y="718946"/>
                </a:moveTo>
                <a:lnTo>
                  <a:pt x="38053" y="719454"/>
                </a:lnTo>
                <a:lnTo>
                  <a:pt x="38428" y="719705"/>
                </a:lnTo>
                <a:lnTo>
                  <a:pt x="38049" y="718946"/>
                </a:lnTo>
                <a:close/>
              </a:path>
              <a:path w="5250815" h="757554">
                <a:moveTo>
                  <a:pt x="36153" y="718946"/>
                </a:moveTo>
                <a:lnTo>
                  <a:pt x="35013" y="718946"/>
                </a:lnTo>
                <a:lnTo>
                  <a:pt x="36533" y="719454"/>
                </a:lnTo>
                <a:lnTo>
                  <a:pt x="36153" y="718946"/>
                </a:lnTo>
                <a:close/>
              </a:path>
              <a:path w="5250815" h="757554">
                <a:moveTo>
                  <a:pt x="5250522" y="717422"/>
                </a:moveTo>
                <a:lnTo>
                  <a:pt x="5217033" y="717422"/>
                </a:lnTo>
                <a:lnTo>
                  <a:pt x="5215005" y="719454"/>
                </a:lnTo>
                <a:lnTo>
                  <a:pt x="5217033" y="718946"/>
                </a:lnTo>
                <a:lnTo>
                  <a:pt x="5250522" y="718946"/>
                </a:lnTo>
                <a:lnTo>
                  <a:pt x="5250522" y="717422"/>
                </a:lnTo>
                <a:close/>
              </a:path>
              <a:path w="5250815" h="757554">
                <a:moveTo>
                  <a:pt x="38049" y="717422"/>
                </a:moveTo>
                <a:lnTo>
                  <a:pt x="36525" y="717422"/>
                </a:lnTo>
                <a:lnTo>
                  <a:pt x="37740" y="719245"/>
                </a:lnTo>
                <a:lnTo>
                  <a:pt x="38049" y="719452"/>
                </a:lnTo>
                <a:lnTo>
                  <a:pt x="38049" y="717422"/>
                </a:lnTo>
                <a:close/>
              </a:path>
              <a:path w="5250815" h="757554">
                <a:moveTo>
                  <a:pt x="37541" y="718946"/>
                </a:moveTo>
                <a:lnTo>
                  <a:pt x="37293" y="718946"/>
                </a:lnTo>
                <a:lnTo>
                  <a:pt x="37740" y="719245"/>
                </a:lnTo>
                <a:lnTo>
                  <a:pt x="37541" y="718946"/>
                </a:lnTo>
                <a:close/>
              </a:path>
              <a:path w="5250815" h="757554">
                <a:moveTo>
                  <a:pt x="36525" y="717422"/>
                </a:moveTo>
                <a:lnTo>
                  <a:pt x="35013" y="717422"/>
                </a:lnTo>
                <a:lnTo>
                  <a:pt x="37284" y="718940"/>
                </a:lnTo>
                <a:lnTo>
                  <a:pt x="36525" y="717422"/>
                </a:lnTo>
                <a:close/>
              </a:path>
              <a:path w="5250815" h="757554">
                <a:moveTo>
                  <a:pt x="5215508" y="717422"/>
                </a:moveTo>
                <a:lnTo>
                  <a:pt x="5214595" y="718644"/>
                </a:lnTo>
                <a:lnTo>
                  <a:pt x="5214749" y="718567"/>
                </a:lnTo>
                <a:lnTo>
                  <a:pt x="5215508" y="717422"/>
                </a:lnTo>
                <a:close/>
              </a:path>
              <a:path w="5250815" h="757554">
                <a:moveTo>
                  <a:pt x="5217033" y="717422"/>
                </a:moveTo>
                <a:lnTo>
                  <a:pt x="5215508" y="717422"/>
                </a:lnTo>
                <a:lnTo>
                  <a:pt x="5214749" y="718567"/>
                </a:lnTo>
                <a:lnTo>
                  <a:pt x="5217033" y="717422"/>
                </a:lnTo>
                <a:close/>
              </a:path>
              <a:path w="5250815" h="757554">
                <a:moveTo>
                  <a:pt x="38049" y="36563"/>
                </a:moveTo>
                <a:lnTo>
                  <a:pt x="36847" y="37166"/>
                </a:lnTo>
                <a:lnTo>
                  <a:pt x="35013" y="39611"/>
                </a:lnTo>
                <a:lnTo>
                  <a:pt x="38049" y="36563"/>
                </a:lnTo>
                <a:close/>
              </a:path>
              <a:path w="5250815" h="757554">
                <a:moveTo>
                  <a:pt x="38044" y="36571"/>
                </a:moveTo>
                <a:lnTo>
                  <a:pt x="35013" y="39611"/>
                </a:lnTo>
                <a:lnTo>
                  <a:pt x="36525" y="39611"/>
                </a:lnTo>
                <a:lnTo>
                  <a:pt x="38044" y="36571"/>
                </a:lnTo>
                <a:close/>
              </a:path>
              <a:path w="5250815" h="757554">
                <a:moveTo>
                  <a:pt x="38049" y="36567"/>
                </a:moveTo>
                <a:lnTo>
                  <a:pt x="36525" y="39611"/>
                </a:lnTo>
                <a:lnTo>
                  <a:pt x="38049" y="39611"/>
                </a:lnTo>
                <a:lnTo>
                  <a:pt x="38049" y="36567"/>
                </a:lnTo>
                <a:close/>
              </a:path>
              <a:path w="5250815" h="757554">
                <a:moveTo>
                  <a:pt x="5213647" y="37067"/>
                </a:moveTo>
                <a:lnTo>
                  <a:pt x="5215508" y="39611"/>
                </a:lnTo>
                <a:lnTo>
                  <a:pt x="5213991" y="37325"/>
                </a:lnTo>
                <a:lnTo>
                  <a:pt x="5213647" y="37067"/>
                </a:lnTo>
                <a:close/>
              </a:path>
              <a:path w="5250815" h="757554">
                <a:moveTo>
                  <a:pt x="5213991" y="37325"/>
                </a:moveTo>
                <a:lnTo>
                  <a:pt x="5215508" y="39611"/>
                </a:lnTo>
                <a:lnTo>
                  <a:pt x="5217033" y="39611"/>
                </a:lnTo>
                <a:lnTo>
                  <a:pt x="5213991" y="37325"/>
                </a:lnTo>
                <a:close/>
              </a:path>
              <a:path w="5250815" h="757554">
                <a:moveTo>
                  <a:pt x="5213379" y="36256"/>
                </a:moveTo>
                <a:lnTo>
                  <a:pt x="5213491" y="36571"/>
                </a:lnTo>
                <a:lnTo>
                  <a:pt x="5213991" y="37325"/>
                </a:lnTo>
                <a:lnTo>
                  <a:pt x="5217033" y="39611"/>
                </a:lnTo>
                <a:lnTo>
                  <a:pt x="5213966" y="36550"/>
                </a:lnTo>
                <a:lnTo>
                  <a:pt x="5213379" y="36256"/>
                </a:lnTo>
                <a:close/>
              </a:path>
              <a:path w="5250815" h="757554">
                <a:moveTo>
                  <a:pt x="5213997" y="36569"/>
                </a:moveTo>
                <a:lnTo>
                  <a:pt x="5217033" y="39611"/>
                </a:lnTo>
                <a:lnTo>
                  <a:pt x="5250522" y="39611"/>
                </a:lnTo>
                <a:lnTo>
                  <a:pt x="5250522" y="38087"/>
                </a:lnTo>
                <a:lnTo>
                  <a:pt x="5217033" y="38087"/>
                </a:lnTo>
                <a:lnTo>
                  <a:pt x="5213997" y="36569"/>
                </a:lnTo>
                <a:close/>
              </a:path>
              <a:path w="5250815" h="757554">
                <a:moveTo>
                  <a:pt x="37293" y="36563"/>
                </a:moveTo>
                <a:lnTo>
                  <a:pt x="35013" y="38087"/>
                </a:lnTo>
                <a:lnTo>
                  <a:pt x="36839" y="37170"/>
                </a:lnTo>
                <a:lnTo>
                  <a:pt x="37293" y="36563"/>
                </a:lnTo>
                <a:close/>
              </a:path>
              <a:path w="5250815" h="757554">
                <a:moveTo>
                  <a:pt x="36839" y="37170"/>
                </a:moveTo>
                <a:lnTo>
                  <a:pt x="35013" y="38087"/>
                </a:lnTo>
                <a:lnTo>
                  <a:pt x="36153" y="38087"/>
                </a:lnTo>
                <a:lnTo>
                  <a:pt x="36839" y="37170"/>
                </a:lnTo>
                <a:close/>
              </a:path>
              <a:path w="5250815" h="757554">
                <a:moveTo>
                  <a:pt x="38810" y="35804"/>
                </a:moveTo>
                <a:lnTo>
                  <a:pt x="38066" y="36550"/>
                </a:lnTo>
                <a:lnTo>
                  <a:pt x="38049" y="38087"/>
                </a:lnTo>
                <a:lnTo>
                  <a:pt x="38810" y="35804"/>
                </a:lnTo>
                <a:close/>
              </a:path>
              <a:path w="5250815" h="757554">
                <a:moveTo>
                  <a:pt x="5210949" y="35039"/>
                </a:moveTo>
                <a:lnTo>
                  <a:pt x="39563" y="35048"/>
                </a:lnTo>
                <a:lnTo>
                  <a:pt x="38810" y="35804"/>
                </a:lnTo>
                <a:lnTo>
                  <a:pt x="38049" y="38087"/>
                </a:lnTo>
                <a:lnTo>
                  <a:pt x="5212473" y="38087"/>
                </a:lnTo>
                <a:lnTo>
                  <a:pt x="5212472" y="36183"/>
                </a:lnTo>
                <a:lnTo>
                  <a:pt x="5210949" y="35039"/>
                </a:lnTo>
                <a:close/>
              </a:path>
              <a:path w="5250815" h="757554">
                <a:moveTo>
                  <a:pt x="5213378" y="36865"/>
                </a:moveTo>
                <a:lnTo>
                  <a:pt x="5213984" y="38087"/>
                </a:lnTo>
                <a:lnTo>
                  <a:pt x="5213733" y="37325"/>
                </a:lnTo>
                <a:lnTo>
                  <a:pt x="5213552" y="36995"/>
                </a:lnTo>
                <a:lnTo>
                  <a:pt x="5213378" y="36865"/>
                </a:lnTo>
                <a:close/>
              </a:path>
              <a:path w="5250815" h="757554">
                <a:moveTo>
                  <a:pt x="5213680" y="37166"/>
                </a:moveTo>
                <a:lnTo>
                  <a:pt x="5213984" y="38087"/>
                </a:lnTo>
                <a:lnTo>
                  <a:pt x="5214369" y="38087"/>
                </a:lnTo>
                <a:lnTo>
                  <a:pt x="5213680" y="37166"/>
                </a:lnTo>
                <a:close/>
              </a:path>
              <a:path w="5250815" h="757554">
                <a:moveTo>
                  <a:pt x="5250522" y="33515"/>
                </a:moveTo>
                <a:lnTo>
                  <a:pt x="5212473" y="33515"/>
                </a:lnTo>
                <a:lnTo>
                  <a:pt x="5213234" y="35804"/>
                </a:lnTo>
                <a:lnTo>
                  <a:pt x="5214008" y="36571"/>
                </a:lnTo>
                <a:lnTo>
                  <a:pt x="5217033" y="38087"/>
                </a:lnTo>
                <a:lnTo>
                  <a:pt x="5250522" y="38087"/>
                </a:lnTo>
                <a:lnTo>
                  <a:pt x="5250522" y="33515"/>
                </a:lnTo>
                <a:close/>
              </a:path>
              <a:path w="5250815" h="757554">
                <a:moveTo>
                  <a:pt x="5213477" y="36550"/>
                </a:moveTo>
                <a:lnTo>
                  <a:pt x="5213647" y="37067"/>
                </a:lnTo>
                <a:lnTo>
                  <a:pt x="5213991" y="37325"/>
                </a:lnTo>
                <a:lnTo>
                  <a:pt x="5213477" y="36550"/>
                </a:lnTo>
                <a:close/>
              </a:path>
              <a:path w="5250815" h="757554">
                <a:moveTo>
                  <a:pt x="38049" y="36058"/>
                </a:moveTo>
                <a:lnTo>
                  <a:pt x="37287" y="36571"/>
                </a:lnTo>
                <a:lnTo>
                  <a:pt x="36839" y="37170"/>
                </a:lnTo>
                <a:lnTo>
                  <a:pt x="38032" y="36571"/>
                </a:lnTo>
                <a:lnTo>
                  <a:pt x="38049" y="36058"/>
                </a:lnTo>
                <a:close/>
              </a:path>
              <a:path w="5250815" h="757554">
                <a:moveTo>
                  <a:pt x="5213552" y="36995"/>
                </a:moveTo>
                <a:lnTo>
                  <a:pt x="5213680" y="37166"/>
                </a:lnTo>
                <a:lnTo>
                  <a:pt x="5213552" y="36995"/>
                </a:lnTo>
                <a:close/>
              </a:path>
              <a:path w="5250815" h="757554">
                <a:moveTo>
                  <a:pt x="5212977" y="36055"/>
                </a:moveTo>
                <a:lnTo>
                  <a:pt x="5213235" y="36571"/>
                </a:lnTo>
                <a:lnTo>
                  <a:pt x="5213552" y="36995"/>
                </a:lnTo>
                <a:lnTo>
                  <a:pt x="5213477" y="36550"/>
                </a:lnTo>
                <a:lnTo>
                  <a:pt x="5213233" y="36183"/>
                </a:lnTo>
                <a:lnTo>
                  <a:pt x="5212977" y="36055"/>
                </a:lnTo>
                <a:close/>
              </a:path>
              <a:path w="5250815" h="757554">
                <a:moveTo>
                  <a:pt x="5213229" y="36563"/>
                </a:moveTo>
                <a:lnTo>
                  <a:pt x="5213378" y="36865"/>
                </a:lnTo>
                <a:lnTo>
                  <a:pt x="5213552" y="36995"/>
                </a:lnTo>
                <a:lnTo>
                  <a:pt x="5213229" y="36563"/>
                </a:lnTo>
                <a:close/>
              </a:path>
              <a:path w="5250815" h="757554">
                <a:moveTo>
                  <a:pt x="5212473" y="35802"/>
                </a:moveTo>
                <a:lnTo>
                  <a:pt x="5212569" y="36256"/>
                </a:lnTo>
                <a:lnTo>
                  <a:pt x="5213378" y="36865"/>
                </a:lnTo>
                <a:lnTo>
                  <a:pt x="5213219" y="36550"/>
                </a:lnTo>
                <a:lnTo>
                  <a:pt x="5212772" y="35952"/>
                </a:lnTo>
                <a:lnTo>
                  <a:pt x="5212473" y="35802"/>
                </a:lnTo>
                <a:close/>
              </a:path>
              <a:path w="5250815" h="757554">
                <a:moveTo>
                  <a:pt x="5213991" y="36563"/>
                </a:moveTo>
                <a:close/>
              </a:path>
              <a:path w="5250815" h="757554">
                <a:moveTo>
                  <a:pt x="38919" y="35476"/>
                </a:moveTo>
                <a:lnTo>
                  <a:pt x="38428" y="35804"/>
                </a:lnTo>
                <a:lnTo>
                  <a:pt x="38049" y="36567"/>
                </a:lnTo>
                <a:lnTo>
                  <a:pt x="38810" y="35804"/>
                </a:lnTo>
                <a:lnTo>
                  <a:pt x="38919" y="35476"/>
                </a:lnTo>
                <a:close/>
              </a:path>
              <a:path w="5250815" h="757554">
                <a:moveTo>
                  <a:pt x="38049" y="35552"/>
                </a:moveTo>
                <a:lnTo>
                  <a:pt x="37293" y="36563"/>
                </a:lnTo>
                <a:lnTo>
                  <a:pt x="38049" y="36058"/>
                </a:lnTo>
                <a:lnTo>
                  <a:pt x="38049" y="35552"/>
                </a:lnTo>
                <a:close/>
              </a:path>
              <a:path w="5250815" h="757554">
                <a:moveTo>
                  <a:pt x="38428" y="35804"/>
                </a:moveTo>
                <a:lnTo>
                  <a:pt x="38053" y="36055"/>
                </a:lnTo>
                <a:lnTo>
                  <a:pt x="38049" y="36563"/>
                </a:lnTo>
                <a:lnTo>
                  <a:pt x="38428" y="35804"/>
                </a:lnTo>
                <a:close/>
              </a:path>
              <a:path w="5250815" h="757554">
                <a:moveTo>
                  <a:pt x="5212772" y="35952"/>
                </a:moveTo>
                <a:lnTo>
                  <a:pt x="5213229" y="36563"/>
                </a:lnTo>
                <a:lnTo>
                  <a:pt x="5212977" y="36055"/>
                </a:lnTo>
                <a:lnTo>
                  <a:pt x="5212772" y="35952"/>
                </a:lnTo>
                <a:close/>
              </a:path>
              <a:path w="5250815" h="757554">
                <a:moveTo>
                  <a:pt x="5213228" y="35798"/>
                </a:moveTo>
                <a:lnTo>
                  <a:pt x="5213379" y="36256"/>
                </a:lnTo>
                <a:lnTo>
                  <a:pt x="5213991" y="36563"/>
                </a:lnTo>
                <a:lnTo>
                  <a:pt x="5213228" y="35798"/>
                </a:lnTo>
                <a:close/>
              </a:path>
              <a:path w="5250815" h="757554">
                <a:moveTo>
                  <a:pt x="5213233" y="36183"/>
                </a:moveTo>
                <a:lnTo>
                  <a:pt x="5213477" y="36550"/>
                </a:lnTo>
                <a:lnTo>
                  <a:pt x="5213379" y="36256"/>
                </a:lnTo>
                <a:lnTo>
                  <a:pt x="5213233" y="36183"/>
                </a:lnTo>
                <a:close/>
              </a:path>
              <a:path w="5250815" h="757554">
                <a:moveTo>
                  <a:pt x="5212480" y="35048"/>
                </a:moveTo>
                <a:lnTo>
                  <a:pt x="5213235" y="36184"/>
                </a:lnTo>
                <a:lnTo>
                  <a:pt x="5213379" y="36256"/>
                </a:lnTo>
                <a:lnTo>
                  <a:pt x="5213228" y="35798"/>
                </a:lnTo>
                <a:lnTo>
                  <a:pt x="5212480" y="35048"/>
                </a:lnTo>
                <a:close/>
              </a:path>
              <a:path w="5250815" h="757554">
                <a:moveTo>
                  <a:pt x="5210949" y="35039"/>
                </a:moveTo>
                <a:lnTo>
                  <a:pt x="5212473" y="36184"/>
                </a:lnTo>
                <a:lnTo>
                  <a:pt x="5212465" y="35798"/>
                </a:lnTo>
                <a:lnTo>
                  <a:pt x="5210949" y="35039"/>
                </a:lnTo>
                <a:close/>
              </a:path>
              <a:path w="5250815" h="757554">
                <a:moveTo>
                  <a:pt x="5212476" y="35045"/>
                </a:moveTo>
                <a:lnTo>
                  <a:pt x="5212983" y="36058"/>
                </a:lnTo>
                <a:lnTo>
                  <a:pt x="5213233" y="36183"/>
                </a:lnTo>
                <a:lnTo>
                  <a:pt x="5212476" y="35045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106" y="35476"/>
                </a:lnTo>
                <a:lnTo>
                  <a:pt x="38049" y="36058"/>
                </a:lnTo>
                <a:lnTo>
                  <a:pt x="38428" y="35804"/>
                </a:lnTo>
                <a:lnTo>
                  <a:pt x="39573" y="33515"/>
                </a:lnTo>
                <a:close/>
              </a:path>
              <a:path w="5250815" h="757554">
                <a:moveTo>
                  <a:pt x="5212473" y="35042"/>
                </a:moveTo>
                <a:lnTo>
                  <a:pt x="5212473" y="35552"/>
                </a:lnTo>
                <a:lnTo>
                  <a:pt x="5212772" y="35952"/>
                </a:lnTo>
                <a:lnTo>
                  <a:pt x="5212977" y="36055"/>
                </a:lnTo>
                <a:lnTo>
                  <a:pt x="5212473" y="35042"/>
                </a:lnTo>
                <a:close/>
              </a:path>
              <a:path w="5250815" h="757554">
                <a:moveTo>
                  <a:pt x="5212473" y="35552"/>
                </a:moveTo>
                <a:lnTo>
                  <a:pt x="5212476" y="35804"/>
                </a:lnTo>
                <a:lnTo>
                  <a:pt x="5212772" y="35952"/>
                </a:lnTo>
                <a:lnTo>
                  <a:pt x="5212473" y="35552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428" y="35804"/>
                </a:lnTo>
                <a:lnTo>
                  <a:pt x="38919" y="35476"/>
                </a:lnTo>
                <a:lnTo>
                  <a:pt x="39573" y="33515"/>
                </a:lnTo>
                <a:close/>
              </a:path>
              <a:path w="5250815" h="757554">
                <a:moveTo>
                  <a:pt x="39573" y="35039"/>
                </a:moveTo>
                <a:lnTo>
                  <a:pt x="38919" y="35476"/>
                </a:lnTo>
                <a:lnTo>
                  <a:pt x="38810" y="35804"/>
                </a:lnTo>
                <a:lnTo>
                  <a:pt x="39573" y="35039"/>
                </a:lnTo>
                <a:close/>
              </a:path>
              <a:path w="5250815" h="757554">
                <a:moveTo>
                  <a:pt x="5212089" y="35039"/>
                </a:moveTo>
                <a:lnTo>
                  <a:pt x="5210949" y="35039"/>
                </a:lnTo>
                <a:lnTo>
                  <a:pt x="5212473" y="35802"/>
                </a:lnTo>
                <a:lnTo>
                  <a:pt x="5212416" y="35476"/>
                </a:lnTo>
                <a:lnTo>
                  <a:pt x="5212089" y="35039"/>
                </a:lnTo>
                <a:close/>
              </a:path>
              <a:path w="5250815" h="757554">
                <a:moveTo>
                  <a:pt x="5212473" y="33515"/>
                </a:moveTo>
                <a:lnTo>
                  <a:pt x="5212480" y="35048"/>
                </a:lnTo>
                <a:lnTo>
                  <a:pt x="5213228" y="35798"/>
                </a:lnTo>
                <a:lnTo>
                  <a:pt x="5212473" y="33515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049" y="33515"/>
                </a:lnTo>
                <a:lnTo>
                  <a:pt x="38049" y="35552"/>
                </a:lnTo>
                <a:lnTo>
                  <a:pt x="39573" y="33515"/>
                </a:lnTo>
                <a:close/>
              </a:path>
              <a:path w="5250815" h="757554">
                <a:moveTo>
                  <a:pt x="5210949" y="33515"/>
                </a:moveTo>
                <a:lnTo>
                  <a:pt x="5212473" y="35552"/>
                </a:lnTo>
                <a:lnTo>
                  <a:pt x="5212470" y="35039"/>
                </a:lnTo>
                <a:lnTo>
                  <a:pt x="5210949" y="33515"/>
                </a:lnTo>
                <a:close/>
              </a:path>
              <a:path w="5250815" h="757554">
                <a:moveTo>
                  <a:pt x="5210949" y="33515"/>
                </a:moveTo>
                <a:lnTo>
                  <a:pt x="39573" y="33515"/>
                </a:lnTo>
                <a:lnTo>
                  <a:pt x="38919" y="35476"/>
                </a:lnTo>
                <a:lnTo>
                  <a:pt x="39573" y="35039"/>
                </a:lnTo>
                <a:lnTo>
                  <a:pt x="5212089" y="35039"/>
                </a:lnTo>
                <a:lnTo>
                  <a:pt x="5210949" y="33515"/>
                </a:lnTo>
                <a:close/>
              </a:path>
              <a:path w="5250815" h="757554">
                <a:moveTo>
                  <a:pt x="5212473" y="33515"/>
                </a:moveTo>
                <a:lnTo>
                  <a:pt x="5210949" y="33515"/>
                </a:lnTo>
                <a:lnTo>
                  <a:pt x="5212473" y="35042"/>
                </a:lnTo>
                <a:lnTo>
                  <a:pt x="5212473" y="33515"/>
                </a:lnTo>
                <a:close/>
              </a:path>
              <a:path w="5250815" h="757554">
                <a:moveTo>
                  <a:pt x="5223129" y="0"/>
                </a:moveTo>
                <a:lnTo>
                  <a:pt x="28917" y="0"/>
                </a:lnTo>
                <a:lnTo>
                  <a:pt x="27393" y="1524"/>
                </a:lnTo>
                <a:lnTo>
                  <a:pt x="5224640" y="1524"/>
                </a:lnTo>
                <a:lnTo>
                  <a:pt x="5223129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19157" y="3370795"/>
            <a:ext cx="31432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1379" y="3324948"/>
            <a:ext cx="761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48190" y="3993781"/>
            <a:ext cx="5212473" cy="7204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28403" y="3975506"/>
            <a:ext cx="5250815" cy="757555"/>
          </a:xfrm>
          <a:custGeom>
            <a:avLst/>
            <a:gdLst/>
            <a:ahLst/>
            <a:cxnLst/>
            <a:rect l="l" t="t" r="r" b="b"/>
            <a:pathLst>
              <a:path w="5250815" h="757554">
                <a:moveTo>
                  <a:pt x="5224640" y="755497"/>
                </a:moveTo>
                <a:lnTo>
                  <a:pt x="27393" y="755497"/>
                </a:lnTo>
                <a:lnTo>
                  <a:pt x="28917" y="757021"/>
                </a:lnTo>
                <a:lnTo>
                  <a:pt x="5223129" y="757021"/>
                </a:lnTo>
                <a:lnTo>
                  <a:pt x="5224640" y="755497"/>
                </a:lnTo>
                <a:close/>
              </a:path>
              <a:path w="5250815" h="757554">
                <a:moveTo>
                  <a:pt x="5229212" y="753973"/>
                </a:moveTo>
                <a:lnTo>
                  <a:pt x="22834" y="753973"/>
                </a:lnTo>
                <a:lnTo>
                  <a:pt x="24345" y="755497"/>
                </a:lnTo>
                <a:lnTo>
                  <a:pt x="5227688" y="755497"/>
                </a:lnTo>
                <a:lnTo>
                  <a:pt x="5229212" y="753973"/>
                </a:lnTo>
                <a:close/>
              </a:path>
              <a:path w="5250815" h="757554">
                <a:moveTo>
                  <a:pt x="5229212" y="1524"/>
                </a:moveTo>
                <a:lnTo>
                  <a:pt x="22834" y="1524"/>
                </a:lnTo>
                <a:lnTo>
                  <a:pt x="19786" y="3048"/>
                </a:lnTo>
                <a:lnTo>
                  <a:pt x="18262" y="4559"/>
                </a:lnTo>
                <a:lnTo>
                  <a:pt x="13690" y="7607"/>
                </a:lnTo>
                <a:lnTo>
                  <a:pt x="12166" y="9131"/>
                </a:lnTo>
                <a:lnTo>
                  <a:pt x="9131" y="10655"/>
                </a:lnTo>
                <a:lnTo>
                  <a:pt x="9131" y="12179"/>
                </a:lnTo>
                <a:lnTo>
                  <a:pt x="4559" y="18275"/>
                </a:lnTo>
                <a:lnTo>
                  <a:pt x="4559" y="19799"/>
                </a:lnTo>
                <a:lnTo>
                  <a:pt x="3035" y="21323"/>
                </a:lnTo>
                <a:lnTo>
                  <a:pt x="3035" y="22847"/>
                </a:lnTo>
                <a:lnTo>
                  <a:pt x="1511" y="25895"/>
                </a:lnTo>
                <a:lnTo>
                  <a:pt x="1511" y="28930"/>
                </a:lnTo>
                <a:lnTo>
                  <a:pt x="0" y="35026"/>
                </a:lnTo>
                <a:lnTo>
                  <a:pt x="0" y="723506"/>
                </a:lnTo>
                <a:lnTo>
                  <a:pt x="1511" y="726554"/>
                </a:lnTo>
                <a:lnTo>
                  <a:pt x="1511" y="731126"/>
                </a:lnTo>
                <a:lnTo>
                  <a:pt x="3035" y="734174"/>
                </a:lnTo>
                <a:lnTo>
                  <a:pt x="3035" y="735685"/>
                </a:lnTo>
                <a:lnTo>
                  <a:pt x="4559" y="737209"/>
                </a:lnTo>
                <a:lnTo>
                  <a:pt x="4559" y="738733"/>
                </a:lnTo>
                <a:lnTo>
                  <a:pt x="9131" y="744829"/>
                </a:lnTo>
                <a:lnTo>
                  <a:pt x="9131" y="746353"/>
                </a:lnTo>
                <a:lnTo>
                  <a:pt x="12166" y="747877"/>
                </a:lnTo>
                <a:lnTo>
                  <a:pt x="13690" y="749401"/>
                </a:lnTo>
                <a:lnTo>
                  <a:pt x="18262" y="752449"/>
                </a:lnTo>
                <a:lnTo>
                  <a:pt x="19786" y="753973"/>
                </a:lnTo>
                <a:lnTo>
                  <a:pt x="5230736" y="753973"/>
                </a:lnTo>
                <a:lnTo>
                  <a:pt x="5232260" y="752449"/>
                </a:lnTo>
                <a:lnTo>
                  <a:pt x="5238343" y="749401"/>
                </a:lnTo>
                <a:lnTo>
                  <a:pt x="5241391" y="746353"/>
                </a:lnTo>
                <a:lnTo>
                  <a:pt x="5242915" y="743305"/>
                </a:lnTo>
                <a:lnTo>
                  <a:pt x="5247474" y="738733"/>
                </a:lnTo>
                <a:lnTo>
                  <a:pt x="5247474" y="737209"/>
                </a:lnTo>
                <a:lnTo>
                  <a:pt x="5248998" y="735685"/>
                </a:lnTo>
                <a:lnTo>
                  <a:pt x="5248998" y="734174"/>
                </a:lnTo>
                <a:lnTo>
                  <a:pt x="5250522" y="731126"/>
                </a:lnTo>
                <a:lnTo>
                  <a:pt x="5250522" y="723506"/>
                </a:lnTo>
                <a:lnTo>
                  <a:pt x="38049" y="723506"/>
                </a:lnTo>
                <a:lnTo>
                  <a:pt x="38049" y="721468"/>
                </a:lnTo>
                <a:lnTo>
                  <a:pt x="36842" y="719854"/>
                </a:lnTo>
                <a:lnTo>
                  <a:pt x="35013" y="718934"/>
                </a:lnTo>
                <a:lnTo>
                  <a:pt x="36153" y="718934"/>
                </a:lnTo>
                <a:lnTo>
                  <a:pt x="35013" y="717410"/>
                </a:lnTo>
                <a:lnTo>
                  <a:pt x="38049" y="717410"/>
                </a:lnTo>
                <a:lnTo>
                  <a:pt x="38049" y="39598"/>
                </a:lnTo>
                <a:lnTo>
                  <a:pt x="35013" y="39598"/>
                </a:lnTo>
                <a:lnTo>
                  <a:pt x="36153" y="38074"/>
                </a:lnTo>
                <a:lnTo>
                  <a:pt x="35013" y="38074"/>
                </a:lnTo>
                <a:lnTo>
                  <a:pt x="37303" y="36537"/>
                </a:lnTo>
                <a:lnTo>
                  <a:pt x="38049" y="35540"/>
                </a:lnTo>
                <a:lnTo>
                  <a:pt x="38049" y="33502"/>
                </a:lnTo>
                <a:lnTo>
                  <a:pt x="5250522" y="33502"/>
                </a:lnTo>
                <a:lnTo>
                  <a:pt x="5250522" y="25895"/>
                </a:lnTo>
                <a:lnTo>
                  <a:pt x="5248998" y="22847"/>
                </a:lnTo>
                <a:lnTo>
                  <a:pt x="5248998" y="21323"/>
                </a:lnTo>
                <a:lnTo>
                  <a:pt x="5247474" y="19799"/>
                </a:lnTo>
                <a:lnTo>
                  <a:pt x="5247474" y="18275"/>
                </a:lnTo>
                <a:lnTo>
                  <a:pt x="5242915" y="13703"/>
                </a:lnTo>
                <a:lnTo>
                  <a:pt x="5241391" y="10655"/>
                </a:lnTo>
                <a:lnTo>
                  <a:pt x="5238343" y="7607"/>
                </a:lnTo>
                <a:lnTo>
                  <a:pt x="5232260" y="4559"/>
                </a:lnTo>
                <a:lnTo>
                  <a:pt x="5229212" y="1524"/>
                </a:lnTo>
                <a:close/>
              </a:path>
              <a:path w="5250815" h="757554">
                <a:moveTo>
                  <a:pt x="38049" y="721468"/>
                </a:moveTo>
                <a:lnTo>
                  <a:pt x="38049" y="723506"/>
                </a:lnTo>
                <a:lnTo>
                  <a:pt x="39573" y="723506"/>
                </a:lnTo>
                <a:lnTo>
                  <a:pt x="38049" y="721468"/>
                </a:lnTo>
                <a:close/>
              </a:path>
              <a:path w="5250815" h="757554">
                <a:moveTo>
                  <a:pt x="38049" y="720458"/>
                </a:moveTo>
                <a:lnTo>
                  <a:pt x="38049" y="721468"/>
                </a:lnTo>
                <a:lnTo>
                  <a:pt x="39573" y="723506"/>
                </a:lnTo>
                <a:lnTo>
                  <a:pt x="38049" y="720458"/>
                </a:lnTo>
                <a:close/>
              </a:path>
              <a:path w="5250815" h="757554">
                <a:moveTo>
                  <a:pt x="38049" y="719948"/>
                </a:moveTo>
                <a:lnTo>
                  <a:pt x="38055" y="720470"/>
                </a:lnTo>
                <a:lnTo>
                  <a:pt x="39573" y="723506"/>
                </a:lnTo>
                <a:lnTo>
                  <a:pt x="5210949" y="723506"/>
                </a:lnTo>
                <a:lnTo>
                  <a:pt x="5212089" y="721982"/>
                </a:lnTo>
                <a:lnTo>
                  <a:pt x="39566" y="721972"/>
                </a:lnTo>
                <a:lnTo>
                  <a:pt x="38265" y="720021"/>
                </a:lnTo>
                <a:lnTo>
                  <a:pt x="38049" y="719948"/>
                </a:lnTo>
                <a:close/>
              </a:path>
              <a:path w="5250815" h="757554">
                <a:moveTo>
                  <a:pt x="5212473" y="721468"/>
                </a:moveTo>
                <a:lnTo>
                  <a:pt x="5210949" y="723506"/>
                </a:lnTo>
                <a:lnTo>
                  <a:pt x="5212470" y="721982"/>
                </a:lnTo>
                <a:lnTo>
                  <a:pt x="5212473" y="721468"/>
                </a:lnTo>
                <a:close/>
              </a:path>
              <a:path w="5250815" h="757554">
                <a:moveTo>
                  <a:pt x="5212473" y="721979"/>
                </a:moveTo>
                <a:lnTo>
                  <a:pt x="5210949" y="723506"/>
                </a:lnTo>
                <a:lnTo>
                  <a:pt x="5212473" y="723506"/>
                </a:lnTo>
                <a:lnTo>
                  <a:pt x="5212473" y="721979"/>
                </a:lnTo>
                <a:close/>
              </a:path>
              <a:path w="5250815" h="757554">
                <a:moveTo>
                  <a:pt x="5213228" y="721222"/>
                </a:moveTo>
                <a:lnTo>
                  <a:pt x="5212480" y="721972"/>
                </a:lnTo>
                <a:lnTo>
                  <a:pt x="5212473" y="723506"/>
                </a:lnTo>
                <a:lnTo>
                  <a:pt x="5213228" y="721222"/>
                </a:lnTo>
                <a:close/>
              </a:path>
              <a:path w="5250815" h="757554">
                <a:moveTo>
                  <a:pt x="5250522" y="718934"/>
                </a:moveTo>
                <a:lnTo>
                  <a:pt x="5217024" y="718938"/>
                </a:lnTo>
                <a:lnTo>
                  <a:pt x="5213978" y="720470"/>
                </a:lnTo>
                <a:lnTo>
                  <a:pt x="5213228" y="721222"/>
                </a:lnTo>
                <a:lnTo>
                  <a:pt x="5212473" y="723506"/>
                </a:lnTo>
                <a:lnTo>
                  <a:pt x="5250522" y="723506"/>
                </a:lnTo>
                <a:lnTo>
                  <a:pt x="5250522" y="718934"/>
                </a:lnTo>
                <a:close/>
              </a:path>
              <a:path w="5250815" h="757554">
                <a:moveTo>
                  <a:pt x="38265" y="720021"/>
                </a:moveTo>
                <a:lnTo>
                  <a:pt x="39573" y="721982"/>
                </a:lnTo>
                <a:lnTo>
                  <a:pt x="38658" y="720152"/>
                </a:lnTo>
                <a:lnTo>
                  <a:pt x="38265" y="720021"/>
                </a:lnTo>
                <a:close/>
              </a:path>
              <a:path w="5250815" h="757554">
                <a:moveTo>
                  <a:pt x="38658" y="720152"/>
                </a:moveTo>
                <a:lnTo>
                  <a:pt x="39573" y="721982"/>
                </a:lnTo>
                <a:lnTo>
                  <a:pt x="5212096" y="721972"/>
                </a:lnTo>
                <a:lnTo>
                  <a:pt x="5212473" y="721468"/>
                </a:lnTo>
                <a:lnTo>
                  <a:pt x="5212473" y="720458"/>
                </a:lnTo>
                <a:lnTo>
                  <a:pt x="39554" y="720451"/>
                </a:lnTo>
                <a:lnTo>
                  <a:pt x="38658" y="720152"/>
                </a:lnTo>
                <a:close/>
              </a:path>
              <a:path w="5250815" h="757554">
                <a:moveTo>
                  <a:pt x="5213229" y="720458"/>
                </a:moveTo>
                <a:lnTo>
                  <a:pt x="5212473" y="721468"/>
                </a:lnTo>
                <a:lnTo>
                  <a:pt x="5212473" y="721979"/>
                </a:lnTo>
                <a:lnTo>
                  <a:pt x="5213229" y="720458"/>
                </a:lnTo>
                <a:close/>
              </a:path>
              <a:path w="5250815" h="757554">
                <a:moveTo>
                  <a:pt x="5213680" y="719854"/>
                </a:moveTo>
                <a:lnTo>
                  <a:pt x="5213223" y="720470"/>
                </a:lnTo>
                <a:lnTo>
                  <a:pt x="5212476" y="721975"/>
                </a:lnTo>
                <a:lnTo>
                  <a:pt x="5213477" y="720470"/>
                </a:lnTo>
                <a:lnTo>
                  <a:pt x="5213680" y="719854"/>
                </a:lnTo>
                <a:close/>
              </a:path>
              <a:path w="5250815" h="757554">
                <a:moveTo>
                  <a:pt x="5213477" y="720470"/>
                </a:moveTo>
                <a:lnTo>
                  <a:pt x="5212480" y="721972"/>
                </a:lnTo>
                <a:lnTo>
                  <a:pt x="5213228" y="721222"/>
                </a:lnTo>
                <a:lnTo>
                  <a:pt x="5213477" y="720470"/>
                </a:lnTo>
                <a:close/>
              </a:path>
              <a:path w="5250815" h="757554">
                <a:moveTo>
                  <a:pt x="36839" y="719850"/>
                </a:moveTo>
                <a:lnTo>
                  <a:pt x="38049" y="721468"/>
                </a:lnTo>
                <a:lnTo>
                  <a:pt x="38036" y="720451"/>
                </a:lnTo>
                <a:lnTo>
                  <a:pt x="36839" y="719850"/>
                </a:lnTo>
                <a:close/>
              </a:path>
              <a:path w="5250815" h="757554">
                <a:moveTo>
                  <a:pt x="5213552" y="719806"/>
                </a:moveTo>
                <a:lnTo>
                  <a:pt x="5212473" y="720076"/>
                </a:lnTo>
                <a:lnTo>
                  <a:pt x="5212473" y="721468"/>
                </a:lnTo>
                <a:lnTo>
                  <a:pt x="5213232" y="720451"/>
                </a:lnTo>
                <a:lnTo>
                  <a:pt x="5213552" y="719806"/>
                </a:lnTo>
                <a:close/>
              </a:path>
              <a:path w="5250815" h="757554">
                <a:moveTo>
                  <a:pt x="5215005" y="719442"/>
                </a:moveTo>
                <a:lnTo>
                  <a:pt x="5214004" y="719693"/>
                </a:lnTo>
                <a:lnTo>
                  <a:pt x="5213477" y="720470"/>
                </a:lnTo>
                <a:lnTo>
                  <a:pt x="5213228" y="721222"/>
                </a:lnTo>
                <a:lnTo>
                  <a:pt x="5215005" y="719442"/>
                </a:lnTo>
                <a:close/>
              </a:path>
              <a:path w="5250815" h="757554">
                <a:moveTo>
                  <a:pt x="5213991" y="719696"/>
                </a:moveTo>
                <a:lnTo>
                  <a:pt x="5213754" y="719755"/>
                </a:lnTo>
                <a:lnTo>
                  <a:pt x="5213477" y="720470"/>
                </a:lnTo>
                <a:lnTo>
                  <a:pt x="5213991" y="719696"/>
                </a:lnTo>
                <a:close/>
              </a:path>
              <a:path w="5250815" h="757554">
                <a:moveTo>
                  <a:pt x="36533" y="719442"/>
                </a:moveTo>
                <a:lnTo>
                  <a:pt x="36847" y="719854"/>
                </a:lnTo>
                <a:lnTo>
                  <a:pt x="38049" y="720458"/>
                </a:lnTo>
                <a:lnTo>
                  <a:pt x="37743" y="719846"/>
                </a:lnTo>
                <a:lnTo>
                  <a:pt x="36533" y="719442"/>
                </a:lnTo>
                <a:close/>
              </a:path>
              <a:path w="5250815" h="757554">
                <a:moveTo>
                  <a:pt x="37743" y="719846"/>
                </a:moveTo>
                <a:lnTo>
                  <a:pt x="38049" y="720458"/>
                </a:lnTo>
                <a:lnTo>
                  <a:pt x="38049" y="719948"/>
                </a:lnTo>
                <a:lnTo>
                  <a:pt x="37743" y="719846"/>
                </a:lnTo>
                <a:close/>
              </a:path>
              <a:path w="5250815" h="757554">
                <a:moveTo>
                  <a:pt x="38428" y="719693"/>
                </a:moveTo>
                <a:lnTo>
                  <a:pt x="38658" y="720152"/>
                </a:lnTo>
                <a:lnTo>
                  <a:pt x="39573" y="720458"/>
                </a:lnTo>
                <a:lnTo>
                  <a:pt x="38428" y="719693"/>
                </a:lnTo>
                <a:close/>
              </a:path>
              <a:path w="5250815" h="757554">
                <a:moveTo>
                  <a:pt x="5212473" y="718934"/>
                </a:moveTo>
                <a:lnTo>
                  <a:pt x="38049" y="718934"/>
                </a:lnTo>
                <a:lnTo>
                  <a:pt x="38428" y="719693"/>
                </a:lnTo>
                <a:lnTo>
                  <a:pt x="39573" y="720458"/>
                </a:lnTo>
                <a:lnTo>
                  <a:pt x="5210962" y="720451"/>
                </a:lnTo>
                <a:lnTo>
                  <a:pt x="5212352" y="719755"/>
                </a:lnTo>
                <a:lnTo>
                  <a:pt x="5212473" y="718934"/>
                </a:lnTo>
                <a:close/>
              </a:path>
              <a:path w="5250815" h="757554">
                <a:moveTo>
                  <a:pt x="5212473" y="719694"/>
                </a:moveTo>
                <a:lnTo>
                  <a:pt x="5210949" y="720458"/>
                </a:lnTo>
                <a:lnTo>
                  <a:pt x="5212473" y="720076"/>
                </a:lnTo>
                <a:lnTo>
                  <a:pt x="5212473" y="719694"/>
                </a:lnTo>
                <a:close/>
              </a:path>
              <a:path w="5250815" h="757554">
                <a:moveTo>
                  <a:pt x="5212473" y="720076"/>
                </a:moveTo>
                <a:lnTo>
                  <a:pt x="5210949" y="720458"/>
                </a:lnTo>
                <a:lnTo>
                  <a:pt x="5212473" y="720458"/>
                </a:lnTo>
                <a:lnTo>
                  <a:pt x="5212473" y="720076"/>
                </a:lnTo>
                <a:close/>
              </a:path>
              <a:path w="5250815" h="757554">
                <a:moveTo>
                  <a:pt x="5213709" y="719766"/>
                </a:moveTo>
                <a:lnTo>
                  <a:pt x="5213552" y="719806"/>
                </a:lnTo>
                <a:lnTo>
                  <a:pt x="5213229" y="720458"/>
                </a:lnTo>
                <a:lnTo>
                  <a:pt x="5213682" y="719850"/>
                </a:lnTo>
                <a:close/>
              </a:path>
              <a:path w="5250815" h="757554">
                <a:moveTo>
                  <a:pt x="5217033" y="718934"/>
                </a:moveTo>
                <a:lnTo>
                  <a:pt x="5215005" y="719442"/>
                </a:lnTo>
                <a:lnTo>
                  <a:pt x="5213997" y="720451"/>
                </a:lnTo>
                <a:lnTo>
                  <a:pt x="5217033" y="718934"/>
                </a:lnTo>
                <a:close/>
              </a:path>
              <a:path w="5250815" h="757554">
                <a:moveTo>
                  <a:pt x="38049" y="719439"/>
                </a:moveTo>
                <a:lnTo>
                  <a:pt x="38149" y="719846"/>
                </a:lnTo>
                <a:lnTo>
                  <a:pt x="38265" y="720021"/>
                </a:lnTo>
                <a:lnTo>
                  <a:pt x="38658" y="720152"/>
                </a:lnTo>
                <a:lnTo>
                  <a:pt x="38428" y="719693"/>
                </a:lnTo>
                <a:lnTo>
                  <a:pt x="38049" y="719439"/>
                </a:lnTo>
                <a:close/>
              </a:path>
              <a:path w="5250815" h="757554">
                <a:moveTo>
                  <a:pt x="5213982" y="718938"/>
                </a:moveTo>
                <a:lnTo>
                  <a:pt x="5212476" y="719693"/>
                </a:lnTo>
                <a:lnTo>
                  <a:pt x="5212473" y="720076"/>
                </a:lnTo>
                <a:lnTo>
                  <a:pt x="5213552" y="719806"/>
                </a:lnTo>
                <a:lnTo>
                  <a:pt x="5213982" y="718938"/>
                </a:lnTo>
                <a:close/>
              </a:path>
              <a:path w="5250815" h="757554">
                <a:moveTo>
                  <a:pt x="38049" y="719696"/>
                </a:moveTo>
                <a:lnTo>
                  <a:pt x="38049" y="719948"/>
                </a:lnTo>
                <a:lnTo>
                  <a:pt x="38265" y="720021"/>
                </a:lnTo>
                <a:lnTo>
                  <a:pt x="38049" y="719696"/>
                </a:lnTo>
                <a:close/>
              </a:path>
              <a:path w="5250815" h="757554">
                <a:moveTo>
                  <a:pt x="37284" y="718927"/>
                </a:moveTo>
                <a:lnTo>
                  <a:pt x="37666" y="719693"/>
                </a:lnTo>
                <a:lnTo>
                  <a:pt x="37767" y="719854"/>
                </a:lnTo>
                <a:lnTo>
                  <a:pt x="38049" y="719948"/>
                </a:lnTo>
                <a:lnTo>
                  <a:pt x="38047" y="719693"/>
                </a:lnTo>
                <a:lnTo>
                  <a:pt x="37740" y="719232"/>
                </a:lnTo>
                <a:lnTo>
                  <a:pt x="37284" y="718927"/>
                </a:lnTo>
                <a:close/>
              </a:path>
              <a:path w="5250815" h="757554">
                <a:moveTo>
                  <a:pt x="35013" y="718934"/>
                </a:moveTo>
                <a:lnTo>
                  <a:pt x="36839" y="719850"/>
                </a:lnTo>
                <a:lnTo>
                  <a:pt x="36525" y="719439"/>
                </a:lnTo>
                <a:lnTo>
                  <a:pt x="35013" y="718934"/>
                </a:lnTo>
                <a:close/>
              </a:path>
              <a:path w="5250815" h="757554">
                <a:moveTo>
                  <a:pt x="35013" y="717410"/>
                </a:moveTo>
                <a:lnTo>
                  <a:pt x="36533" y="719442"/>
                </a:lnTo>
                <a:lnTo>
                  <a:pt x="37743" y="719846"/>
                </a:lnTo>
                <a:lnTo>
                  <a:pt x="37284" y="718927"/>
                </a:lnTo>
                <a:lnTo>
                  <a:pt x="35013" y="717410"/>
                </a:lnTo>
                <a:close/>
              </a:path>
              <a:path w="5250815" h="757554">
                <a:moveTo>
                  <a:pt x="5213983" y="718938"/>
                </a:moveTo>
                <a:lnTo>
                  <a:pt x="5213552" y="719806"/>
                </a:lnTo>
                <a:lnTo>
                  <a:pt x="5213709" y="719766"/>
                </a:lnTo>
                <a:lnTo>
                  <a:pt x="5213983" y="718938"/>
                </a:lnTo>
                <a:close/>
              </a:path>
              <a:path w="5250815" h="757554">
                <a:moveTo>
                  <a:pt x="5214595" y="718631"/>
                </a:moveTo>
                <a:lnTo>
                  <a:pt x="5214004" y="718927"/>
                </a:lnTo>
                <a:lnTo>
                  <a:pt x="5213709" y="719766"/>
                </a:lnTo>
                <a:lnTo>
                  <a:pt x="5214595" y="718631"/>
                </a:lnTo>
                <a:close/>
              </a:path>
              <a:path w="5250815" h="757554">
                <a:moveTo>
                  <a:pt x="5214749" y="718554"/>
                </a:moveTo>
                <a:lnTo>
                  <a:pt x="5214595" y="718631"/>
                </a:lnTo>
                <a:lnTo>
                  <a:pt x="5213754" y="719755"/>
                </a:lnTo>
                <a:lnTo>
                  <a:pt x="5213993" y="719693"/>
                </a:lnTo>
                <a:lnTo>
                  <a:pt x="5214749" y="718554"/>
                </a:lnTo>
                <a:close/>
              </a:path>
              <a:path w="5250815" h="757554">
                <a:moveTo>
                  <a:pt x="37740" y="719232"/>
                </a:moveTo>
                <a:lnTo>
                  <a:pt x="38049" y="719696"/>
                </a:lnTo>
                <a:lnTo>
                  <a:pt x="38049" y="719439"/>
                </a:lnTo>
                <a:lnTo>
                  <a:pt x="37740" y="719232"/>
                </a:lnTo>
                <a:close/>
              </a:path>
              <a:path w="5250815" h="757554">
                <a:moveTo>
                  <a:pt x="5217033" y="717410"/>
                </a:moveTo>
                <a:lnTo>
                  <a:pt x="5214749" y="718554"/>
                </a:lnTo>
                <a:lnTo>
                  <a:pt x="5213991" y="719696"/>
                </a:lnTo>
                <a:lnTo>
                  <a:pt x="5215008" y="719439"/>
                </a:lnTo>
                <a:lnTo>
                  <a:pt x="5217033" y="717410"/>
                </a:lnTo>
                <a:close/>
              </a:path>
              <a:path w="5250815" h="757554">
                <a:moveTo>
                  <a:pt x="5212473" y="36171"/>
                </a:moveTo>
                <a:lnTo>
                  <a:pt x="5212473" y="719694"/>
                </a:lnTo>
                <a:lnTo>
                  <a:pt x="5214595" y="718631"/>
                </a:lnTo>
                <a:lnTo>
                  <a:pt x="5215508" y="717410"/>
                </a:lnTo>
                <a:lnTo>
                  <a:pt x="5250522" y="717410"/>
                </a:lnTo>
                <a:lnTo>
                  <a:pt x="5250522" y="39598"/>
                </a:lnTo>
                <a:lnTo>
                  <a:pt x="5215508" y="39598"/>
                </a:lnTo>
                <a:lnTo>
                  <a:pt x="5214369" y="38074"/>
                </a:lnTo>
                <a:lnTo>
                  <a:pt x="5213984" y="38074"/>
                </a:lnTo>
                <a:lnTo>
                  <a:pt x="5213378" y="36852"/>
                </a:lnTo>
                <a:lnTo>
                  <a:pt x="5212473" y="36171"/>
                </a:lnTo>
                <a:close/>
              </a:path>
              <a:path w="5250815" h="757554">
                <a:moveTo>
                  <a:pt x="38049" y="718934"/>
                </a:moveTo>
                <a:lnTo>
                  <a:pt x="38053" y="719442"/>
                </a:lnTo>
                <a:lnTo>
                  <a:pt x="38428" y="719693"/>
                </a:lnTo>
                <a:lnTo>
                  <a:pt x="38049" y="718934"/>
                </a:lnTo>
                <a:close/>
              </a:path>
              <a:path w="5250815" h="757554">
                <a:moveTo>
                  <a:pt x="36153" y="718934"/>
                </a:moveTo>
                <a:lnTo>
                  <a:pt x="35013" y="718934"/>
                </a:lnTo>
                <a:lnTo>
                  <a:pt x="36533" y="719442"/>
                </a:lnTo>
                <a:lnTo>
                  <a:pt x="36153" y="718934"/>
                </a:lnTo>
                <a:close/>
              </a:path>
              <a:path w="5250815" h="757554">
                <a:moveTo>
                  <a:pt x="5250522" y="717410"/>
                </a:moveTo>
                <a:lnTo>
                  <a:pt x="5217033" y="717410"/>
                </a:lnTo>
                <a:lnTo>
                  <a:pt x="5215005" y="719442"/>
                </a:lnTo>
                <a:lnTo>
                  <a:pt x="5217033" y="718934"/>
                </a:lnTo>
                <a:lnTo>
                  <a:pt x="5250522" y="718934"/>
                </a:lnTo>
                <a:lnTo>
                  <a:pt x="5250522" y="717410"/>
                </a:lnTo>
                <a:close/>
              </a:path>
              <a:path w="5250815" h="757554">
                <a:moveTo>
                  <a:pt x="38049" y="717410"/>
                </a:moveTo>
                <a:lnTo>
                  <a:pt x="36525" y="717410"/>
                </a:lnTo>
                <a:lnTo>
                  <a:pt x="37740" y="719232"/>
                </a:lnTo>
                <a:lnTo>
                  <a:pt x="38049" y="719439"/>
                </a:lnTo>
                <a:lnTo>
                  <a:pt x="38049" y="717410"/>
                </a:lnTo>
                <a:close/>
              </a:path>
              <a:path w="5250815" h="757554">
                <a:moveTo>
                  <a:pt x="37541" y="718934"/>
                </a:moveTo>
                <a:lnTo>
                  <a:pt x="37293" y="718934"/>
                </a:lnTo>
                <a:lnTo>
                  <a:pt x="37740" y="719232"/>
                </a:lnTo>
                <a:lnTo>
                  <a:pt x="37541" y="718934"/>
                </a:lnTo>
                <a:close/>
              </a:path>
              <a:path w="5250815" h="757554">
                <a:moveTo>
                  <a:pt x="36525" y="717410"/>
                </a:moveTo>
                <a:lnTo>
                  <a:pt x="35013" y="717410"/>
                </a:lnTo>
                <a:lnTo>
                  <a:pt x="37284" y="718927"/>
                </a:lnTo>
                <a:lnTo>
                  <a:pt x="36525" y="717410"/>
                </a:lnTo>
                <a:close/>
              </a:path>
              <a:path w="5250815" h="757554">
                <a:moveTo>
                  <a:pt x="5215508" y="717410"/>
                </a:moveTo>
                <a:lnTo>
                  <a:pt x="5214595" y="718631"/>
                </a:lnTo>
                <a:lnTo>
                  <a:pt x="5214749" y="718554"/>
                </a:lnTo>
                <a:lnTo>
                  <a:pt x="5215508" y="717410"/>
                </a:lnTo>
                <a:close/>
              </a:path>
              <a:path w="5250815" h="757554">
                <a:moveTo>
                  <a:pt x="5217033" y="717410"/>
                </a:moveTo>
                <a:lnTo>
                  <a:pt x="5215508" y="717410"/>
                </a:lnTo>
                <a:lnTo>
                  <a:pt x="5214749" y="718554"/>
                </a:lnTo>
                <a:lnTo>
                  <a:pt x="5217033" y="717410"/>
                </a:lnTo>
                <a:close/>
              </a:path>
              <a:path w="5250815" h="757554">
                <a:moveTo>
                  <a:pt x="38049" y="36550"/>
                </a:moveTo>
                <a:lnTo>
                  <a:pt x="36847" y="37154"/>
                </a:lnTo>
                <a:lnTo>
                  <a:pt x="35013" y="39598"/>
                </a:lnTo>
                <a:lnTo>
                  <a:pt x="38049" y="36550"/>
                </a:lnTo>
                <a:close/>
              </a:path>
              <a:path w="5250815" h="757554">
                <a:moveTo>
                  <a:pt x="38044" y="36559"/>
                </a:moveTo>
                <a:lnTo>
                  <a:pt x="35013" y="39598"/>
                </a:lnTo>
                <a:lnTo>
                  <a:pt x="36525" y="39598"/>
                </a:lnTo>
                <a:lnTo>
                  <a:pt x="38044" y="36559"/>
                </a:lnTo>
                <a:close/>
              </a:path>
              <a:path w="5250815" h="757554">
                <a:moveTo>
                  <a:pt x="38049" y="36554"/>
                </a:moveTo>
                <a:lnTo>
                  <a:pt x="36525" y="39598"/>
                </a:lnTo>
                <a:lnTo>
                  <a:pt x="38049" y="39598"/>
                </a:lnTo>
                <a:lnTo>
                  <a:pt x="38049" y="36554"/>
                </a:lnTo>
                <a:close/>
              </a:path>
              <a:path w="5250815" h="757554">
                <a:moveTo>
                  <a:pt x="5213647" y="37054"/>
                </a:moveTo>
                <a:lnTo>
                  <a:pt x="5215508" y="39598"/>
                </a:lnTo>
                <a:lnTo>
                  <a:pt x="5213991" y="37312"/>
                </a:lnTo>
                <a:lnTo>
                  <a:pt x="5213647" y="37054"/>
                </a:lnTo>
                <a:close/>
              </a:path>
              <a:path w="5250815" h="757554">
                <a:moveTo>
                  <a:pt x="5213991" y="37312"/>
                </a:moveTo>
                <a:lnTo>
                  <a:pt x="5215508" y="39598"/>
                </a:lnTo>
                <a:lnTo>
                  <a:pt x="5217033" y="39598"/>
                </a:lnTo>
                <a:lnTo>
                  <a:pt x="5213991" y="37312"/>
                </a:lnTo>
                <a:close/>
              </a:path>
              <a:path w="5250815" h="757554">
                <a:moveTo>
                  <a:pt x="5213379" y="36244"/>
                </a:moveTo>
                <a:lnTo>
                  <a:pt x="5213491" y="36559"/>
                </a:lnTo>
                <a:lnTo>
                  <a:pt x="5213991" y="37312"/>
                </a:lnTo>
                <a:lnTo>
                  <a:pt x="5217033" y="39598"/>
                </a:lnTo>
                <a:lnTo>
                  <a:pt x="5213966" y="36537"/>
                </a:lnTo>
                <a:lnTo>
                  <a:pt x="5213379" y="36244"/>
                </a:lnTo>
                <a:close/>
              </a:path>
              <a:path w="5250815" h="757554">
                <a:moveTo>
                  <a:pt x="5213997" y="36556"/>
                </a:moveTo>
                <a:lnTo>
                  <a:pt x="5217033" y="39598"/>
                </a:lnTo>
                <a:lnTo>
                  <a:pt x="5250522" y="39598"/>
                </a:lnTo>
                <a:lnTo>
                  <a:pt x="5250522" y="38074"/>
                </a:lnTo>
                <a:lnTo>
                  <a:pt x="5217033" y="38074"/>
                </a:lnTo>
                <a:lnTo>
                  <a:pt x="5213997" y="36556"/>
                </a:lnTo>
                <a:close/>
              </a:path>
              <a:path w="5250815" h="757554">
                <a:moveTo>
                  <a:pt x="37293" y="36550"/>
                </a:moveTo>
                <a:lnTo>
                  <a:pt x="35013" y="38074"/>
                </a:lnTo>
                <a:lnTo>
                  <a:pt x="36839" y="37158"/>
                </a:lnTo>
                <a:lnTo>
                  <a:pt x="37293" y="36550"/>
                </a:lnTo>
                <a:close/>
              </a:path>
              <a:path w="5250815" h="757554">
                <a:moveTo>
                  <a:pt x="36839" y="37158"/>
                </a:moveTo>
                <a:lnTo>
                  <a:pt x="35013" y="38074"/>
                </a:lnTo>
                <a:lnTo>
                  <a:pt x="36153" y="38074"/>
                </a:lnTo>
                <a:lnTo>
                  <a:pt x="36839" y="37158"/>
                </a:lnTo>
                <a:close/>
              </a:path>
              <a:path w="5250815" h="757554">
                <a:moveTo>
                  <a:pt x="38810" y="35791"/>
                </a:moveTo>
                <a:lnTo>
                  <a:pt x="38066" y="36537"/>
                </a:lnTo>
                <a:lnTo>
                  <a:pt x="38049" y="38074"/>
                </a:lnTo>
                <a:lnTo>
                  <a:pt x="38810" y="35791"/>
                </a:lnTo>
                <a:close/>
              </a:path>
              <a:path w="5250815" h="757554">
                <a:moveTo>
                  <a:pt x="5210949" y="35026"/>
                </a:moveTo>
                <a:lnTo>
                  <a:pt x="39563" y="35036"/>
                </a:lnTo>
                <a:lnTo>
                  <a:pt x="38810" y="35791"/>
                </a:lnTo>
                <a:lnTo>
                  <a:pt x="38049" y="38074"/>
                </a:lnTo>
                <a:lnTo>
                  <a:pt x="5212473" y="38074"/>
                </a:lnTo>
                <a:lnTo>
                  <a:pt x="5212472" y="36170"/>
                </a:lnTo>
                <a:lnTo>
                  <a:pt x="5210949" y="35026"/>
                </a:lnTo>
                <a:close/>
              </a:path>
              <a:path w="5250815" h="757554">
                <a:moveTo>
                  <a:pt x="5213378" y="36852"/>
                </a:moveTo>
                <a:lnTo>
                  <a:pt x="5213984" y="38074"/>
                </a:lnTo>
                <a:lnTo>
                  <a:pt x="5213733" y="37312"/>
                </a:lnTo>
                <a:lnTo>
                  <a:pt x="5213552" y="36982"/>
                </a:lnTo>
                <a:lnTo>
                  <a:pt x="5213378" y="36852"/>
                </a:lnTo>
                <a:close/>
              </a:path>
              <a:path w="5250815" h="757554">
                <a:moveTo>
                  <a:pt x="5213680" y="37154"/>
                </a:moveTo>
                <a:lnTo>
                  <a:pt x="5213984" y="38074"/>
                </a:lnTo>
                <a:lnTo>
                  <a:pt x="5214369" y="38074"/>
                </a:lnTo>
                <a:lnTo>
                  <a:pt x="5213680" y="37154"/>
                </a:lnTo>
                <a:close/>
              </a:path>
              <a:path w="5250815" h="757554">
                <a:moveTo>
                  <a:pt x="5250522" y="33502"/>
                </a:moveTo>
                <a:lnTo>
                  <a:pt x="5212473" y="33502"/>
                </a:lnTo>
                <a:lnTo>
                  <a:pt x="5213234" y="35791"/>
                </a:lnTo>
                <a:lnTo>
                  <a:pt x="5214008" y="36559"/>
                </a:lnTo>
                <a:lnTo>
                  <a:pt x="5217033" y="38074"/>
                </a:lnTo>
                <a:lnTo>
                  <a:pt x="5250522" y="38074"/>
                </a:lnTo>
                <a:lnTo>
                  <a:pt x="5250522" y="33502"/>
                </a:lnTo>
                <a:close/>
              </a:path>
              <a:path w="5250815" h="757554">
                <a:moveTo>
                  <a:pt x="5213477" y="36537"/>
                </a:moveTo>
                <a:lnTo>
                  <a:pt x="5213647" y="37054"/>
                </a:lnTo>
                <a:lnTo>
                  <a:pt x="5213991" y="37312"/>
                </a:lnTo>
                <a:lnTo>
                  <a:pt x="5213477" y="36537"/>
                </a:lnTo>
                <a:close/>
              </a:path>
              <a:path w="5250815" h="757554">
                <a:moveTo>
                  <a:pt x="38049" y="36045"/>
                </a:moveTo>
                <a:lnTo>
                  <a:pt x="37287" y="36559"/>
                </a:lnTo>
                <a:lnTo>
                  <a:pt x="36839" y="37158"/>
                </a:lnTo>
                <a:lnTo>
                  <a:pt x="38032" y="36559"/>
                </a:lnTo>
                <a:lnTo>
                  <a:pt x="38049" y="36045"/>
                </a:lnTo>
                <a:close/>
              </a:path>
              <a:path w="5250815" h="757554">
                <a:moveTo>
                  <a:pt x="5213552" y="36982"/>
                </a:moveTo>
                <a:lnTo>
                  <a:pt x="5213680" y="37154"/>
                </a:lnTo>
                <a:lnTo>
                  <a:pt x="5213552" y="36982"/>
                </a:lnTo>
                <a:close/>
              </a:path>
              <a:path w="5250815" h="757554">
                <a:moveTo>
                  <a:pt x="5212977" y="36042"/>
                </a:moveTo>
                <a:lnTo>
                  <a:pt x="5213235" y="36559"/>
                </a:lnTo>
                <a:lnTo>
                  <a:pt x="5213552" y="36982"/>
                </a:lnTo>
                <a:lnTo>
                  <a:pt x="5213477" y="36537"/>
                </a:lnTo>
                <a:lnTo>
                  <a:pt x="5213233" y="36170"/>
                </a:lnTo>
                <a:lnTo>
                  <a:pt x="5212977" y="36042"/>
                </a:lnTo>
                <a:close/>
              </a:path>
              <a:path w="5250815" h="757554">
                <a:moveTo>
                  <a:pt x="5213229" y="36550"/>
                </a:moveTo>
                <a:lnTo>
                  <a:pt x="5213378" y="36852"/>
                </a:lnTo>
                <a:lnTo>
                  <a:pt x="5213552" y="36982"/>
                </a:lnTo>
                <a:lnTo>
                  <a:pt x="5213229" y="36550"/>
                </a:lnTo>
                <a:close/>
              </a:path>
              <a:path w="5250815" h="757554">
                <a:moveTo>
                  <a:pt x="5212473" y="35790"/>
                </a:moveTo>
                <a:lnTo>
                  <a:pt x="5212569" y="36244"/>
                </a:lnTo>
                <a:lnTo>
                  <a:pt x="5213378" y="36852"/>
                </a:lnTo>
                <a:lnTo>
                  <a:pt x="5213219" y="36537"/>
                </a:lnTo>
                <a:lnTo>
                  <a:pt x="5212772" y="35939"/>
                </a:lnTo>
                <a:lnTo>
                  <a:pt x="5212473" y="35790"/>
                </a:lnTo>
                <a:close/>
              </a:path>
              <a:path w="5250815" h="757554">
                <a:moveTo>
                  <a:pt x="5213991" y="36550"/>
                </a:moveTo>
                <a:close/>
              </a:path>
              <a:path w="5250815" h="757554">
                <a:moveTo>
                  <a:pt x="38919" y="35463"/>
                </a:moveTo>
                <a:lnTo>
                  <a:pt x="38428" y="35791"/>
                </a:lnTo>
                <a:lnTo>
                  <a:pt x="38049" y="36554"/>
                </a:lnTo>
                <a:lnTo>
                  <a:pt x="38810" y="35791"/>
                </a:lnTo>
                <a:lnTo>
                  <a:pt x="38919" y="35463"/>
                </a:lnTo>
                <a:close/>
              </a:path>
              <a:path w="5250815" h="757554">
                <a:moveTo>
                  <a:pt x="38049" y="35540"/>
                </a:moveTo>
                <a:lnTo>
                  <a:pt x="37293" y="36550"/>
                </a:lnTo>
                <a:lnTo>
                  <a:pt x="38049" y="36045"/>
                </a:lnTo>
                <a:lnTo>
                  <a:pt x="38049" y="35540"/>
                </a:lnTo>
                <a:close/>
              </a:path>
              <a:path w="5250815" h="757554">
                <a:moveTo>
                  <a:pt x="38428" y="35791"/>
                </a:moveTo>
                <a:lnTo>
                  <a:pt x="38053" y="36042"/>
                </a:lnTo>
                <a:lnTo>
                  <a:pt x="38049" y="36550"/>
                </a:lnTo>
                <a:lnTo>
                  <a:pt x="38428" y="35791"/>
                </a:lnTo>
                <a:close/>
              </a:path>
              <a:path w="5250815" h="757554">
                <a:moveTo>
                  <a:pt x="5212772" y="35939"/>
                </a:moveTo>
                <a:lnTo>
                  <a:pt x="5213229" y="36550"/>
                </a:lnTo>
                <a:lnTo>
                  <a:pt x="5212977" y="36042"/>
                </a:lnTo>
                <a:lnTo>
                  <a:pt x="5212772" y="35939"/>
                </a:lnTo>
                <a:close/>
              </a:path>
              <a:path w="5250815" h="757554">
                <a:moveTo>
                  <a:pt x="5213228" y="35786"/>
                </a:moveTo>
                <a:lnTo>
                  <a:pt x="5213379" y="36244"/>
                </a:lnTo>
                <a:lnTo>
                  <a:pt x="5213991" y="36550"/>
                </a:lnTo>
                <a:lnTo>
                  <a:pt x="5213228" y="35786"/>
                </a:lnTo>
                <a:close/>
              </a:path>
              <a:path w="5250815" h="757554">
                <a:moveTo>
                  <a:pt x="5213233" y="36170"/>
                </a:moveTo>
                <a:lnTo>
                  <a:pt x="5213477" y="36537"/>
                </a:lnTo>
                <a:lnTo>
                  <a:pt x="5213379" y="36244"/>
                </a:lnTo>
                <a:lnTo>
                  <a:pt x="5213233" y="36170"/>
                </a:lnTo>
                <a:close/>
              </a:path>
              <a:path w="5250815" h="757554">
                <a:moveTo>
                  <a:pt x="5212480" y="35036"/>
                </a:moveTo>
                <a:lnTo>
                  <a:pt x="5213235" y="36171"/>
                </a:lnTo>
                <a:lnTo>
                  <a:pt x="5213379" y="36244"/>
                </a:lnTo>
                <a:lnTo>
                  <a:pt x="5213228" y="35786"/>
                </a:lnTo>
                <a:lnTo>
                  <a:pt x="5212480" y="35036"/>
                </a:lnTo>
                <a:close/>
              </a:path>
              <a:path w="5250815" h="757554">
                <a:moveTo>
                  <a:pt x="5210949" y="35026"/>
                </a:moveTo>
                <a:lnTo>
                  <a:pt x="5212473" y="36171"/>
                </a:lnTo>
                <a:lnTo>
                  <a:pt x="5212465" y="35786"/>
                </a:lnTo>
                <a:lnTo>
                  <a:pt x="5210949" y="35026"/>
                </a:lnTo>
                <a:close/>
              </a:path>
              <a:path w="5250815" h="757554">
                <a:moveTo>
                  <a:pt x="5212476" y="35032"/>
                </a:moveTo>
                <a:lnTo>
                  <a:pt x="5212983" y="36045"/>
                </a:lnTo>
                <a:lnTo>
                  <a:pt x="5213233" y="36170"/>
                </a:lnTo>
                <a:lnTo>
                  <a:pt x="5212476" y="35032"/>
                </a:lnTo>
                <a:close/>
              </a:path>
              <a:path w="5250815" h="757554">
                <a:moveTo>
                  <a:pt x="39573" y="33502"/>
                </a:moveTo>
                <a:lnTo>
                  <a:pt x="38106" y="35463"/>
                </a:lnTo>
                <a:lnTo>
                  <a:pt x="38049" y="36045"/>
                </a:lnTo>
                <a:lnTo>
                  <a:pt x="38428" y="35791"/>
                </a:lnTo>
                <a:lnTo>
                  <a:pt x="39573" y="33502"/>
                </a:lnTo>
                <a:close/>
              </a:path>
              <a:path w="5250815" h="757554">
                <a:moveTo>
                  <a:pt x="5212473" y="35029"/>
                </a:moveTo>
                <a:lnTo>
                  <a:pt x="5212473" y="35540"/>
                </a:lnTo>
                <a:lnTo>
                  <a:pt x="5212772" y="35939"/>
                </a:lnTo>
                <a:lnTo>
                  <a:pt x="5212977" y="36042"/>
                </a:lnTo>
                <a:lnTo>
                  <a:pt x="5212473" y="35029"/>
                </a:lnTo>
                <a:close/>
              </a:path>
              <a:path w="5250815" h="757554">
                <a:moveTo>
                  <a:pt x="5212473" y="35540"/>
                </a:moveTo>
                <a:lnTo>
                  <a:pt x="5212476" y="35791"/>
                </a:lnTo>
                <a:lnTo>
                  <a:pt x="5212772" y="35939"/>
                </a:lnTo>
                <a:lnTo>
                  <a:pt x="5212473" y="35540"/>
                </a:lnTo>
                <a:close/>
              </a:path>
              <a:path w="5250815" h="757554">
                <a:moveTo>
                  <a:pt x="39573" y="33502"/>
                </a:moveTo>
                <a:lnTo>
                  <a:pt x="38428" y="35791"/>
                </a:lnTo>
                <a:lnTo>
                  <a:pt x="38919" y="35463"/>
                </a:lnTo>
                <a:lnTo>
                  <a:pt x="39573" y="33502"/>
                </a:lnTo>
                <a:close/>
              </a:path>
              <a:path w="5250815" h="757554">
                <a:moveTo>
                  <a:pt x="39573" y="35026"/>
                </a:moveTo>
                <a:lnTo>
                  <a:pt x="38919" y="35463"/>
                </a:lnTo>
                <a:lnTo>
                  <a:pt x="38810" y="35791"/>
                </a:lnTo>
                <a:lnTo>
                  <a:pt x="39573" y="35026"/>
                </a:lnTo>
                <a:close/>
              </a:path>
              <a:path w="5250815" h="757554">
                <a:moveTo>
                  <a:pt x="5212089" y="35026"/>
                </a:moveTo>
                <a:lnTo>
                  <a:pt x="5210949" y="35026"/>
                </a:lnTo>
                <a:lnTo>
                  <a:pt x="5212473" y="35790"/>
                </a:lnTo>
                <a:lnTo>
                  <a:pt x="5212416" y="35463"/>
                </a:lnTo>
                <a:lnTo>
                  <a:pt x="5212089" y="35026"/>
                </a:lnTo>
                <a:close/>
              </a:path>
              <a:path w="5250815" h="757554">
                <a:moveTo>
                  <a:pt x="5212473" y="33502"/>
                </a:moveTo>
                <a:lnTo>
                  <a:pt x="5212480" y="35036"/>
                </a:lnTo>
                <a:lnTo>
                  <a:pt x="5213228" y="35786"/>
                </a:lnTo>
                <a:lnTo>
                  <a:pt x="5212473" y="33502"/>
                </a:lnTo>
                <a:close/>
              </a:path>
              <a:path w="5250815" h="757554">
                <a:moveTo>
                  <a:pt x="39573" y="33502"/>
                </a:moveTo>
                <a:lnTo>
                  <a:pt x="38049" y="33502"/>
                </a:lnTo>
                <a:lnTo>
                  <a:pt x="38049" y="35540"/>
                </a:lnTo>
                <a:lnTo>
                  <a:pt x="39573" y="33502"/>
                </a:lnTo>
                <a:close/>
              </a:path>
              <a:path w="5250815" h="757554">
                <a:moveTo>
                  <a:pt x="5210949" y="33502"/>
                </a:moveTo>
                <a:lnTo>
                  <a:pt x="5212473" y="35540"/>
                </a:lnTo>
                <a:lnTo>
                  <a:pt x="5212470" y="35026"/>
                </a:lnTo>
                <a:lnTo>
                  <a:pt x="5210949" y="33502"/>
                </a:lnTo>
                <a:close/>
              </a:path>
              <a:path w="5250815" h="757554">
                <a:moveTo>
                  <a:pt x="5210949" y="33502"/>
                </a:moveTo>
                <a:lnTo>
                  <a:pt x="39573" y="33502"/>
                </a:lnTo>
                <a:lnTo>
                  <a:pt x="38919" y="35463"/>
                </a:lnTo>
                <a:lnTo>
                  <a:pt x="39573" y="35026"/>
                </a:lnTo>
                <a:lnTo>
                  <a:pt x="5212089" y="35026"/>
                </a:lnTo>
                <a:lnTo>
                  <a:pt x="5210949" y="33502"/>
                </a:lnTo>
                <a:close/>
              </a:path>
              <a:path w="5250815" h="757554">
                <a:moveTo>
                  <a:pt x="5212473" y="33502"/>
                </a:moveTo>
                <a:lnTo>
                  <a:pt x="5210949" y="33502"/>
                </a:lnTo>
                <a:lnTo>
                  <a:pt x="5212473" y="35029"/>
                </a:lnTo>
                <a:lnTo>
                  <a:pt x="5212473" y="33502"/>
                </a:lnTo>
                <a:close/>
              </a:path>
              <a:path w="5250815" h="757554">
                <a:moveTo>
                  <a:pt x="5223129" y="0"/>
                </a:moveTo>
                <a:lnTo>
                  <a:pt x="28917" y="0"/>
                </a:lnTo>
                <a:lnTo>
                  <a:pt x="27393" y="1524"/>
                </a:lnTo>
                <a:lnTo>
                  <a:pt x="5224640" y="1524"/>
                </a:lnTo>
                <a:lnTo>
                  <a:pt x="5223129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19157" y="4234446"/>
            <a:ext cx="32829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85082" y="4188574"/>
            <a:ext cx="761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48190" y="4857419"/>
            <a:ext cx="5212473" cy="7204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28403" y="4839144"/>
            <a:ext cx="5250815" cy="757555"/>
          </a:xfrm>
          <a:custGeom>
            <a:avLst/>
            <a:gdLst/>
            <a:ahLst/>
            <a:cxnLst/>
            <a:rect l="l" t="t" r="r" b="b"/>
            <a:pathLst>
              <a:path w="5250815" h="757554">
                <a:moveTo>
                  <a:pt x="5224640" y="755497"/>
                </a:moveTo>
                <a:lnTo>
                  <a:pt x="27393" y="755497"/>
                </a:lnTo>
                <a:lnTo>
                  <a:pt x="28917" y="757021"/>
                </a:lnTo>
                <a:lnTo>
                  <a:pt x="5223129" y="757021"/>
                </a:lnTo>
                <a:lnTo>
                  <a:pt x="5224640" y="755497"/>
                </a:lnTo>
                <a:close/>
              </a:path>
              <a:path w="5250815" h="757554">
                <a:moveTo>
                  <a:pt x="5229212" y="753973"/>
                </a:moveTo>
                <a:lnTo>
                  <a:pt x="22834" y="753973"/>
                </a:lnTo>
                <a:lnTo>
                  <a:pt x="24345" y="755497"/>
                </a:lnTo>
                <a:lnTo>
                  <a:pt x="5227688" y="755497"/>
                </a:lnTo>
                <a:lnTo>
                  <a:pt x="5229212" y="753973"/>
                </a:lnTo>
                <a:close/>
              </a:path>
              <a:path w="5250815" h="757554">
                <a:moveTo>
                  <a:pt x="5229212" y="1524"/>
                </a:moveTo>
                <a:lnTo>
                  <a:pt x="22834" y="1524"/>
                </a:lnTo>
                <a:lnTo>
                  <a:pt x="19786" y="3048"/>
                </a:lnTo>
                <a:lnTo>
                  <a:pt x="18262" y="4572"/>
                </a:lnTo>
                <a:lnTo>
                  <a:pt x="13690" y="7620"/>
                </a:lnTo>
                <a:lnTo>
                  <a:pt x="12166" y="9144"/>
                </a:lnTo>
                <a:lnTo>
                  <a:pt x="9131" y="10668"/>
                </a:lnTo>
                <a:lnTo>
                  <a:pt x="9131" y="12192"/>
                </a:lnTo>
                <a:lnTo>
                  <a:pt x="4559" y="18275"/>
                </a:lnTo>
                <a:lnTo>
                  <a:pt x="4559" y="19799"/>
                </a:lnTo>
                <a:lnTo>
                  <a:pt x="3035" y="21323"/>
                </a:lnTo>
                <a:lnTo>
                  <a:pt x="3035" y="22847"/>
                </a:lnTo>
                <a:lnTo>
                  <a:pt x="1511" y="25895"/>
                </a:lnTo>
                <a:lnTo>
                  <a:pt x="1511" y="28943"/>
                </a:lnTo>
                <a:lnTo>
                  <a:pt x="0" y="35039"/>
                </a:lnTo>
                <a:lnTo>
                  <a:pt x="0" y="723506"/>
                </a:lnTo>
                <a:lnTo>
                  <a:pt x="1511" y="726554"/>
                </a:lnTo>
                <a:lnTo>
                  <a:pt x="1511" y="731126"/>
                </a:lnTo>
                <a:lnTo>
                  <a:pt x="3035" y="734174"/>
                </a:lnTo>
                <a:lnTo>
                  <a:pt x="3035" y="735698"/>
                </a:lnTo>
                <a:lnTo>
                  <a:pt x="4559" y="737222"/>
                </a:lnTo>
                <a:lnTo>
                  <a:pt x="4559" y="738746"/>
                </a:lnTo>
                <a:lnTo>
                  <a:pt x="9131" y="743318"/>
                </a:lnTo>
                <a:lnTo>
                  <a:pt x="9131" y="746353"/>
                </a:lnTo>
                <a:lnTo>
                  <a:pt x="12166" y="747877"/>
                </a:lnTo>
                <a:lnTo>
                  <a:pt x="13690" y="749401"/>
                </a:lnTo>
                <a:lnTo>
                  <a:pt x="18262" y="752449"/>
                </a:lnTo>
                <a:lnTo>
                  <a:pt x="19786" y="753973"/>
                </a:lnTo>
                <a:lnTo>
                  <a:pt x="5230736" y="753973"/>
                </a:lnTo>
                <a:lnTo>
                  <a:pt x="5232260" y="752449"/>
                </a:lnTo>
                <a:lnTo>
                  <a:pt x="5238343" y="749401"/>
                </a:lnTo>
                <a:lnTo>
                  <a:pt x="5241391" y="746353"/>
                </a:lnTo>
                <a:lnTo>
                  <a:pt x="5242915" y="743318"/>
                </a:lnTo>
                <a:lnTo>
                  <a:pt x="5247474" y="738746"/>
                </a:lnTo>
                <a:lnTo>
                  <a:pt x="5247474" y="737222"/>
                </a:lnTo>
                <a:lnTo>
                  <a:pt x="5248998" y="735698"/>
                </a:lnTo>
                <a:lnTo>
                  <a:pt x="5248998" y="734174"/>
                </a:lnTo>
                <a:lnTo>
                  <a:pt x="5250522" y="731126"/>
                </a:lnTo>
                <a:lnTo>
                  <a:pt x="5250522" y="723506"/>
                </a:lnTo>
                <a:lnTo>
                  <a:pt x="38049" y="723506"/>
                </a:lnTo>
                <a:lnTo>
                  <a:pt x="38049" y="721472"/>
                </a:lnTo>
                <a:lnTo>
                  <a:pt x="36525" y="719452"/>
                </a:lnTo>
                <a:lnTo>
                  <a:pt x="35013" y="718947"/>
                </a:lnTo>
                <a:lnTo>
                  <a:pt x="36156" y="718947"/>
                </a:lnTo>
                <a:lnTo>
                  <a:pt x="35013" y="717423"/>
                </a:lnTo>
                <a:lnTo>
                  <a:pt x="38049" y="717423"/>
                </a:lnTo>
                <a:lnTo>
                  <a:pt x="38049" y="39598"/>
                </a:lnTo>
                <a:lnTo>
                  <a:pt x="35013" y="39598"/>
                </a:lnTo>
                <a:lnTo>
                  <a:pt x="36156" y="38074"/>
                </a:lnTo>
                <a:lnTo>
                  <a:pt x="35013" y="38074"/>
                </a:lnTo>
                <a:lnTo>
                  <a:pt x="37298" y="36550"/>
                </a:lnTo>
                <a:lnTo>
                  <a:pt x="38049" y="35548"/>
                </a:lnTo>
                <a:lnTo>
                  <a:pt x="38049" y="33515"/>
                </a:lnTo>
                <a:lnTo>
                  <a:pt x="5250522" y="33515"/>
                </a:lnTo>
                <a:lnTo>
                  <a:pt x="5250522" y="25895"/>
                </a:lnTo>
                <a:lnTo>
                  <a:pt x="5248998" y="22847"/>
                </a:lnTo>
                <a:lnTo>
                  <a:pt x="5248998" y="21323"/>
                </a:lnTo>
                <a:lnTo>
                  <a:pt x="5247474" y="19799"/>
                </a:lnTo>
                <a:lnTo>
                  <a:pt x="5247474" y="18275"/>
                </a:lnTo>
                <a:lnTo>
                  <a:pt x="5242915" y="13716"/>
                </a:lnTo>
                <a:lnTo>
                  <a:pt x="5241391" y="10668"/>
                </a:lnTo>
                <a:lnTo>
                  <a:pt x="5238343" y="7620"/>
                </a:lnTo>
                <a:lnTo>
                  <a:pt x="5232260" y="4572"/>
                </a:lnTo>
                <a:lnTo>
                  <a:pt x="5229212" y="1524"/>
                </a:lnTo>
                <a:close/>
              </a:path>
              <a:path w="5250815" h="757554">
                <a:moveTo>
                  <a:pt x="38049" y="721472"/>
                </a:moveTo>
                <a:lnTo>
                  <a:pt x="38049" y="723506"/>
                </a:lnTo>
                <a:lnTo>
                  <a:pt x="39573" y="723506"/>
                </a:lnTo>
                <a:lnTo>
                  <a:pt x="38049" y="721472"/>
                </a:lnTo>
                <a:close/>
              </a:path>
              <a:path w="5250815" h="757554">
                <a:moveTo>
                  <a:pt x="38049" y="720464"/>
                </a:moveTo>
                <a:lnTo>
                  <a:pt x="38049" y="721472"/>
                </a:lnTo>
                <a:lnTo>
                  <a:pt x="39573" y="723506"/>
                </a:lnTo>
                <a:lnTo>
                  <a:pt x="38049" y="720464"/>
                </a:lnTo>
                <a:close/>
              </a:path>
              <a:path w="5250815" h="757554">
                <a:moveTo>
                  <a:pt x="38049" y="719961"/>
                </a:moveTo>
                <a:lnTo>
                  <a:pt x="38052" y="720471"/>
                </a:lnTo>
                <a:lnTo>
                  <a:pt x="39573" y="723506"/>
                </a:lnTo>
                <a:lnTo>
                  <a:pt x="5210949" y="723506"/>
                </a:lnTo>
                <a:lnTo>
                  <a:pt x="5212091" y="721982"/>
                </a:lnTo>
                <a:lnTo>
                  <a:pt x="39573" y="721982"/>
                </a:lnTo>
                <a:lnTo>
                  <a:pt x="38272" y="720036"/>
                </a:lnTo>
                <a:lnTo>
                  <a:pt x="38049" y="719961"/>
                </a:lnTo>
                <a:close/>
              </a:path>
              <a:path w="5250815" h="757554">
                <a:moveTo>
                  <a:pt x="5212473" y="721472"/>
                </a:moveTo>
                <a:lnTo>
                  <a:pt x="5210949" y="723506"/>
                </a:lnTo>
                <a:lnTo>
                  <a:pt x="5212473" y="721982"/>
                </a:lnTo>
                <a:lnTo>
                  <a:pt x="5212473" y="721472"/>
                </a:lnTo>
                <a:close/>
              </a:path>
              <a:path w="5250815" h="757554">
                <a:moveTo>
                  <a:pt x="5212473" y="721982"/>
                </a:moveTo>
                <a:lnTo>
                  <a:pt x="5210949" y="723506"/>
                </a:lnTo>
                <a:lnTo>
                  <a:pt x="5212473" y="723506"/>
                </a:lnTo>
                <a:lnTo>
                  <a:pt x="5212473" y="721982"/>
                </a:lnTo>
                <a:close/>
              </a:path>
              <a:path w="5250815" h="757554">
                <a:moveTo>
                  <a:pt x="5213229" y="721226"/>
                </a:moveTo>
                <a:lnTo>
                  <a:pt x="5212473" y="721982"/>
                </a:lnTo>
                <a:lnTo>
                  <a:pt x="5212473" y="723506"/>
                </a:lnTo>
                <a:lnTo>
                  <a:pt x="5213229" y="721226"/>
                </a:lnTo>
                <a:close/>
              </a:path>
              <a:path w="5250815" h="757554">
                <a:moveTo>
                  <a:pt x="5250522" y="718947"/>
                </a:moveTo>
                <a:lnTo>
                  <a:pt x="5217016" y="718951"/>
                </a:lnTo>
                <a:lnTo>
                  <a:pt x="5214999" y="719456"/>
                </a:lnTo>
                <a:lnTo>
                  <a:pt x="5213229" y="721226"/>
                </a:lnTo>
                <a:lnTo>
                  <a:pt x="5212473" y="723506"/>
                </a:lnTo>
                <a:lnTo>
                  <a:pt x="5250522" y="723506"/>
                </a:lnTo>
                <a:lnTo>
                  <a:pt x="5250522" y="718947"/>
                </a:lnTo>
                <a:close/>
              </a:path>
              <a:path w="5250815" h="757554">
                <a:moveTo>
                  <a:pt x="38272" y="720036"/>
                </a:moveTo>
                <a:lnTo>
                  <a:pt x="39573" y="721982"/>
                </a:lnTo>
                <a:lnTo>
                  <a:pt x="38661" y="720166"/>
                </a:lnTo>
                <a:lnTo>
                  <a:pt x="38272" y="720036"/>
                </a:lnTo>
                <a:close/>
              </a:path>
              <a:path w="5250815" h="757554">
                <a:moveTo>
                  <a:pt x="38661" y="720166"/>
                </a:moveTo>
                <a:lnTo>
                  <a:pt x="39573" y="721982"/>
                </a:lnTo>
                <a:lnTo>
                  <a:pt x="5212091" y="721982"/>
                </a:lnTo>
                <a:lnTo>
                  <a:pt x="5212473" y="721472"/>
                </a:lnTo>
                <a:lnTo>
                  <a:pt x="5212473" y="720471"/>
                </a:lnTo>
                <a:lnTo>
                  <a:pt x="39554" y="720464"/>
                </a:lnTo>
                <a:lnTo>
                  <a:pt x="38661" y="720166"/>
                </a:lnTo>
                <a:close/>
              </a:path>
              <a:path w="5250815" h="757554">
                <a:moveTo>
                  <a:pt x="5213229" y="720464"/>
                </a:moveTo>
                <a:lnTo>
                  <a:pt x="5212473" y="721472"/>
                </a:lnTo>
                <a:lnTo>
                  <a:pt x="5212473" y="721982"/>
                </a:lnTo>
                <a:lnTo>
                  <a:pt x="5213229" y="720464"/>
                </a:lnTo>
                <a:close/>
              </a:path>
              <a:path w="5250815" h="757554">
                <a:moveTo>
                  <a:pt x="5213682" y="719860"/>
                </a:moveTo>
                <a:lnTo>
                  <a:pt x="5213226" y="720471"/>
                </a:lnTo>
                <a:lnTo>
                  <a:pt x="5212473" y="721982"/>
                </a:lnTo>
                <a:lnTo>
                  <a:pt x="5213479" y="720471"/>
                </a:lnTo>
                <a:lnTo>
                  <a:pt x="5213682" y="719860"/>
                </a:lnTo>
                <a:close/>
              </a:path>
              <a:path w="5250815" h="757554">
                <a:moveTo>
                  <a:pt x="5213479" y="720471"/>
                </a:moveTo>
                <a:lnTo>
                  <a:pt x="5212473" y="721982"/>
                </a:lnTo>
                <a:lnTo>
                  <a:pt x="5213229" y="721226"/>
                </a:lnTo>
                <a:lnTo>
                  <a:pt x="5213479" y="720471"/>
                </a:lnTo>
                <a:close/>
              </a:path>
              <a:path w="5250815" h="757554">
                <a:moveTo>
                  <a:pt x="36537" y="719456"/>
                </a:moveTo>
                <a:lnTo>
                  <a:pt x="38049" y="721472"/>
                </a:lnTo>
                <a:lnTo>
                  <a:pt x="38049" y="720464"/>
                </a:lnTo>
                <a:lnTo>
                  <a:pt x="37746" y="719860"/>
                </a:lnTo>
                <a:lnTo>
                  <a:pt x="36537" y="719456"/>
                </a:lnTo>
                <a:close/>
              </a:path>
              <a:path w="5250815" h="757554">
                <a:moveTo>
                  <a:pt x="5213550" y="719819"/>
                </a:moveTo>
                <a:lnTo>
                  <a:pt x="5212473" y="720089"/>
                </a:lnTo>
                <a:lnTo>
                  <a:pt x="5212473" y="721472"/>
                </a:lnTo>
                <a:lnTo>
                  <a:pt x="5213229" y="720464"/>
                </a:lnTo>
                <a:lnTo>
                  <a:pt x="5213550" y="719819"/>
                </a:lnTo>
                <a:close/>
              </a:path>
              <a:path w="5250815" h="757554">
                <a:moveTo>
                  <a:pt x="5214999" y="719456"/>
                </a:moveTo>
                <a:lnTo>
                  <a:pt x="5213997" y="719707"/>
                </a:lnTo>
                <a:lnTo>
                  <a:pt x="5213479" y="720471"/>
                </a:lnTo>
                <a:lnTo>
                  <a:pt x="5213229" y="721226"/>
                </a:lnTo>
                <a:lnTo>
                  <a:pt x="5214999" y="719456"/>
                </a:lnTo>
                <a:close/>
              </a:path>
              <a:path w="5250815" h="757554">
                <a:moveTo>
                  <a:pt x="38430" y="719707"/>
                </a:moveTo>
                <a:lnTo>
                  <a:pt x="38661" y="720166"/>
                </a:lnTo>
                <a:lnTo>
                  <a:pt x="39573" y="720471"/>
                </a:lnTo>
                <a:lnTo>
                  <a:pt x="38430" y="719707"/>
                </a:lnTo>
                <a:close/>
              </a:path>
              <a:path w="5250815" h="757554">
                <a:moveTo>
                  <a:pt x="5212473" y="718947"/>
                </a:moveTo>
                <a:lnTo>
                  <a:pt x="38049" y="718947"/>
                </a:lnTo>
                <a:lnTo>
                  <a:pt x="38428" y="719702"/>
                </a:lnTo>
                <a:lnTo>
                  <a:pt x="39573" y="720471"/>
                </a:lnTo>
                <a:lnTo>
                  <a:pt x="5210962" y="720464"/>
                </a:lnTo>
                <a:lnTo>
                  <a:pt x="5212350" y="719769"/>
                </a:lnTo>
                <a:lnTo>
                  <a:pt x="5212473" y="718947"/>
                </a:lnTo>
                <a:close/>
              </a:path>
              <a:path w="5250815" h="757554">
                <a:moveTo>
                  <a:pt x="5212473" y="719707"/>
                </a:moveTo>
                <a:lnTo>
                  <a:pt x="5210949" y="720471"/>
                </a:lnTo>
                <a:lnTo>
                  <a:pt x="5212473" y="720089"/>
                </a:lnTo>
                <a:lnTo>
                  <a:pt x="5212473" y="719707"/>
                </a:lnTo>
                <a:close/>
              </a:path>
              <a:path w="5250815" h="757554">
                <a:moveTo>
                  <a:pt x="5212473" y="720089"/>
                </a:moveTo>
                <a:lnTo>
                  <a:pt x="5210949" y="720471"/>
                </a:lnTo>
                <a:lnTo>
                  <a:pt x="5212473" y="720471"/>
                </a:lnTo>
                <a:lnTo>
                  <a:pt x="5212473" y="720089"/>
                </a:lnTo>
                <a:close/>
              </a:path>
              <a:path w="5250815" h="757554">
                <a:moveTo>
                  <a:pt x="5213986" y="719710"/>
                </a:moveTo>
                <a:lnTo>
                  <a:pt x="5213750" y="719769"/>
                </a:lnTo>
                <a:lnTo>
                  <a:pt x="5213479" y="720471"/>
                </a:lnTo>
                <a:lnTo>
                  <a:pt x="5213986" y="719710"/>
                </a:lnTo>
                <a:close/>
              </a:path>
              <a:path w="5250815" h="757554">
                <a:moveTo>
                  <a:pt x="37746" y="719860"/>
                </a:moveTo>
                <a:lnTo>
                  <a:pt x="38049" y="720464"/>
                </a:lnTo>
                <a:lnTo>
                  <a:pt x="38049" y="719961"/>
                </a:lnTo>
                <a:lnTo>
                  <a:pt x="37746" y="719860"/>
                </a:lnTo>
                <a:close/>
              </a:path>
              <a:path w="5250815" h="757554">
                <a:moveTo>
                  <a:pt x="5213708" y="719779"/>
                </a:moveTo>
                <a:lnTo>
                  <a:pt x="5213550" y="719819"/>
                </a:lnTo>
                <a:lnTo>
                  <a:pt x="5213229" y="720464"/>
                </a:lnTo>
                <a:lnTo>
                  <a:pt x="5213606" y="719961"/>
                </a:lnTo>
                <a:lnTo>
                  <a:pt x="5213708" y="719779"/>
                </a:lnTo>
                <a:close/>
              </a:path>
              <a:path w="5250815" h="757554">
                <a:moveTo>
                  <a:pt x="38049" y="719452"/>
                </a:moveTo>
                <a:lnTo>
                  <a:pt x="38154" y="719860"/>
                </a:lnTo>
                <a:lnTo>
                  <a:pt x="38272" y="720036"/>
                </a:lnTo>
                <a:lnTo>
                  <a:pt x="38661" y="720166"/>
                </a:lnTo>
                <a:lnTo>
                  <a:pt x="38423" y="719702"/>
                </a:lnTo>
                <a:lnTo>
                  <a:pt x="38049" y="719452"/>
                </a:lnTo>
                <a:close/>
              </a:path>
              <a:path w="5250815" h="757554">
                <a:moveTo>
                  <a:pt x="5213982" y="718951"/>
                </a:moveTo>
                <a:lnTo>
                  <a:pt x="5212483" y="719702"/>
                </a:lnTo>
                <a:lnTo>
                  <a:pt x="5212473" y="720089"/>
                </a:lnTo>
                <a:lnTo>
                  <a:pt x="5213550" y="719819"/>
                </a:lnTo>
                <a:lnTo>
                  <a:pt x="5213982" y="718951"/>
                </a:lnTo>
                <a:close/>
              </a:path>
              <a:path w="5250815" h="757554">
                <a:moveTo>
                  <a:pt x="38049" y="719702"/>
                </a:moveTo>
                <a:lnTo>
                  <a:pt x="38049" y="719961"/>
                </a:lnTo>
                <a:lnTo>
                  <a:pt x="38272" y="720036"/>
                </a:lnTo>
                <a:lnTo>
                  <a:pt x="38049" y="719702"/>
                </a:lnTo>
                <a:close/>
              </a:path>
              <a:path w="5250815" h="757554">
                <a:moveTo>
                  <a:pt x="37286" y="718942"/>
                </a:moveTo>
                <a:lnTo>
                  <a:pt x="37746" y="719860"/>
                </a:lnTo>
                <a:lnTo>
                  <a:pt x="38049" y="719961"/>
                </a:lnTo>
                <a:lnTo>
                  <a:pt x="38049" y="719702"/>
                </a:lnTo>
                <a:lnTo>
                  <a:pt x="37746" y="719249"/>
                </a:lnTo>
                <a:lnTo>
                  <a:pt x="37286" y="718942"/>
                </a:lnTo>
                <a:close/>
              </a:path>
              <a:path w="5250815" h="757554">
                <a:moveTo>
                  <a:pt x="35013" y="717423"/>
                </a:moveTo>
                <a:lnTo>
                  <a:pt x="36537" y="719456"/>
                </a:lnTo>
                <a:lnTo>
                  <a:pt x="37746" y="719860"/>
                </a:lnTo>
                <a:lnTo>
                  <a:pt x="37286" y="718942"/>
                </a:lnTo>
                <a:lnTo>
                  <a:pt x="35013" y="717423"/>
                </a:lnTo>
                <a:close/>
              </a:path>
              <a:path w="5250815" h="757554">
                <a:moveTo>
                  <a:pt x="5213983" y="718950"/>
                </a:moveTo>
                <a:lnTo>
                  <a:pt x="5213550" y="719819"/>
                </a:lnTo>
                <a:lnTo>
                  <a:pt x="5213708" y="719779"/>
                </a:lnTo>
                <a:lnTo>
                  <a:pt x="5213983" y="718950"/>
                </a:lnTo>
                <a:close/>
              </a:path>
              <a:path w="5250815" h="757554">
                <a:moveTo>
                  <a:pt x="5214592" y="718645"/>
                </a:moveTo>
                <a:lnTo>
                  <a:pt x="5214000" y="718942"/>
                </a:lnTo>
                <a:lnTo>
                  <a:pt x="5213708" y="719779"/>
                </a:lnTo>
                <a:lnTo>
                  <a:pt x="5214592" y="718645"/>
                </a:lnTo>
                <a:close/>
              </a:path>
              <a:path w="5250815" h="757554">
                <a:moveTo>
                  <a:pt x="5214746" y="718568"/>
                </a:moveTo>
                <a:lnTo>
                  <a:pt x="5214592" y="718645"/>
                </a:lnTo>
                <a:lnTo>
                  <a:pt x="5213750" y="719769"/>
                </a:lnTo>
                <a:lnTo>
                  <a:pt x="5213991" y="719702"/>
                </a:lnTo>
                <a:lnTo>
                  <a:pt x="5214746" y="718568"/>
                </a:lnTo>
                <a:close/>
              </a:path>
              <a:path w="5250815" h="757554">
                <a:moveTo>
                  <a:pt x="5217033" y="717423"/>
                </a:moveTo>
                <a:lnTo>
                  <a:pt x="5214746" y="718568"/>
                </a:lnTo>
                <a:lnTo>
                  <a:pt x="5213986" y="719710"/>
                </a:lnTo>
                <a:lnTo>
                  <a:pt x="5215003" y="719452"/>
                </a:lnTo>
                <a:lnTo>
                  <a:pt x="5217033" y="717423"/>
                </a:lnTo>
                <a:close/>
              </a:path>
              <a:path w="5250815" h="757554">
                <a:moveTo>
                  <a:pt x="38049" y="718947"/>
                </a:moveTo>
                <a:lnTo>
                  <a:pt x="38055" y="719456"/>
                </a:lnTo>
                <a:lnTo>
                  <a:pt x="38430" y="719707"/>
                </a:lnTo>
                <a:lnTo>
                  <a:pt x="38049" y="718947"/>
                </a:lnTo>
                <a:close/>
              </a:path>
              <a:path w="5250815" h="757554">
                <a:moveTo>
                  <a:pt x="5212473" y="36181"/>
                </a:moveTo>
                <a:lnTo>
                  <a:pt x="5212473" y="719707"/>
                </a:lnTo>
                <a:lnTo>
                  <a:pt x="5214592" y="718645"/>
                </a:lnTo>
                <a:lnTo>
                  <a:pt x="5215508" y="717423"/>
                </a:lnTo>
                <a:lnTo>
                  <a:pt x="5250522" y="717423"/>
                </a:lnTo>
                <a:lnTo>
                  <a:pt x="5250522" y="39598"/>
                </a:lnTo>
                <a:lnTo>
                  <a:pt x="5215508" y="39598"/>
                </a:lnTo>
                <a:lnTo>
                  <a:pt x="5214366" y="38074"/>
                </a:lnTo>
                <a:lnTo>
                  <a:pt x="5213984" y="38074"/>
                </a:lnTo>
                <a:lnTo>
                  <a:pt x="5213380" y="36861"/>
                </a:lnTo>
                <a:lnTo>
                  <a:pt x="5212473" y="36181"/>
                </a:lnTo>
                <a:close/>
              </a:path>
              <a:path w="5250815" h="757554">
                <a:moveTo>
                  <a:pt x="37746" y="719249"/>
                </a:moveTo>
                <a:lnTo>
                  <a:pt x="38049" y="719702"/>
                </a:lnTo>
                <a:lnTo>
                  <a:pt x="38049" y="719452"/>
                </a:lnTo>
                <a:lnTo>
                  <a:pt x="37746" y="719249"/>
                </a:lnTo>
                <a:close/>
              </a:path>
              <a:path w="5250815" h="757554">
                <a:moveTo>
                  <a:pt x="36156" y="718947"/>
                </a:moveTo>
                <a:lnTo>
                  <a:pt x="35013" y="718947"/>
                </a:lnTo>
                <a:lnTo>
                  <a:pt x="36537" y="719456"/>
                </a:lnTo>
                <a:lnTo>
                  <a:pt x="36156" y="718947"/>
                </a:lnTo>
                <a:close/>
              </a:path>
              <a:path w="5250815" h="757554">
                <a:moveTo>
                  <a:pt x="5250522" y="717423"/>
                </a:moveTo>
                <a:lnTo>
                  <a:pt x="5217033" y="717423"/>
                </a:lnTo>
                <a:lnTo>
                  <a:pt x="5214999" y="719456"/>
                </a:lnTo>
                <a:lnTo>
                  <a:pt x="5217033" y="718947"/>
                </a:lnTo>
                <a:lnTo>
                  <a:pt x="5250522" y="718947"/>
                </a:lnTo>
                <a:lnTo>
                  <a:pt x="5250522" y="717423"/>
                </a:lnTo>
                <a:close/>
              </a:path>
              <a:path w="5250815" h="757554">
                <a:moveTo>
                  <a:pt x="38049" y="717423"/>
                </a:moveTo>
                <a:lnTo>
                  <a:pt x="36525" y="717423"/>
                </a:lnTo>
                <a:lnTo>
                  <a:pt x="37746" y="719249"/>
                </a:lnTo>
                <a:lnTo>
                  <a:pt x="38049" y="719452"/>
                </a:lnTo>
                <a:lnTo>
                  <a:pt x="38049" y="717423"/>
                </a:lnTo>
                <a:close/>
              </a:path>
              <a:path w="5250815" h="757554">
                <a:moveTo>
                  <a:pt x="37544" y="718947"/>
                </a:moveTo>
                <a:lnTo>
                  <a:pt x="37293" y="718947"/>
                </a:lnTo>
                <a:lnTo>
                  <a:pt x="37746" y="719249"/>
                </a:lnTo>
                <a:lnTo>
                  <a:pt x="37544" y="718947"/>
                </a:lnTo>
                <a:close/>
              </a:path>
              <a:path w="5250815" h="757554">
                <a:moveTo>
                  <a:pt x="36525" y="717423"/>
                </a:moveTo>
                <a:lnTo>
                  <a:pt x="35013" y="717423"/>
                </a:lnTo>
                <a:lnTo>
                  <a:pt x="37286" y="718942"/>
                </a:lnTo>
                <a:lnTo>
                  <a:pt x="36525" y="717423"/>
                </a:lnTo>
                <a:close/>
              </a:path>
              <a:path w="5250815" h="757554">
                <a:moveTo>
                  <a:pt x="5215508" y="717423"/>
                </a:moveTo>
                <a:lnTo>
                  <a:pt x="5214592" y="718645"/>
                </a:lnTo>
                <a:lnTo>
                  <a:pt x="5214746" y="718568"/>
                </a:lnTo>
                <a:lnTo>
                  <a:pt x="5215508" y="717423"/>
                </a:lnTo>
                <a:close/>
              </a:path>
              <a:path w="5250815" h="757554">
                <a:moveTo>
                  <a:pt x="5217033" y="717423"/>
                </a:moveTo>
                <a:lnTo>
                  <a:pt x="5215508" y="717423"/>
                </a:lnTo>
                <a:lnTo>
                  <a:pt x="5214746" y="718568"/>
                </a:lnTo>
                <a:lnTo>
                  <a:pt x="5217033" y="717423"/>
                </a:lnTo>
                <a:close/>
              </a:path>
              <a:path w="5250815" h="757554">
                <a:moveTo>
                  <a:pt x="38044" y="36565"/>
                </a:moveTo>
                <a:lnTo>
                  <a:pt x="36848" y="37161"/>
                </a:lnTo>
                <a:lnTo>
                  <a:pt x="35013" y="39598"/>
                </a:lnTo>
                <a:lnTo>
                  <a:pt x="38044" y="36565"/>
                </a:lnTo>
                <a:close/>
              </a:path>
              <a:path w="5250815" h="757554">
                <a:moveTo>
                  <a:pt x="38042" y="36569"/>
                </a:moveTo>
                <a:lnTo>
                  <a:pt x="35013" y="39598"/>
                </a:lnTo>
                <a:lnTo>
                  <a:pt x="36525" y="39598"/>
                </a:lnTo>
                <a:lnTo>
                  <a:pt x="38042" y="36569"/>
                </a:lnTo>
                <a:close/>
              </a:path>
              <a:path w="5250815" h="757554">
                <a:moveTo>
                  <a:pt x="38049" y="36563"/>
                </a:moveTo>
                <a:lnTo>
                  <a:pt x="36525" y="39598"/>
                </a:lnTo>
                <a:lnTo>
                  <a:pt x="38049" y="39598"/>
                </a:lnTo>
                <a:lnTo>
                  <a:pt x="38049" y="36563"/>
                </a:lnTo>
                <a:close/>
              </a:path>
              <a:path w="5250815" h="757554">
                <a:moveTo>
                  <a:pt x="5213649" y="37062"/>
                </a:moveTo>
                <a:lnTo>
                  <a:pt x="5215508" y="39598"/>
                </a:lnTo>
                <a:lnTo>
                  <a:pt x="5213991" y="37318"/>
                </a:lnTo>
                <a:lnTo>
                  <a:pt x="5213649" y="37062"/>
                </a:lnTo>
                <a:close/>
              </a:path>
              <a:path w="5250815" h="757554">
                <a:moveTo>
                  <a:pt x="5213991" y="37318"/>
                </a:moveTo>
                <a:lnTo>
                  <a:pt x="5215508" y="39598"/>
                </a:lnTo>
                <a:lnTo>
                  <a:pt x="5217033" y="39598"/>
                </a:lnTo>
                <a:lnTo>
                  <a:pt x="5213991" y="37318"/>
                </a:lnTo>
                <a:close/>
              </a:path>
              <a:path w="5250815" h="757554">
                <a:moveTo>
                  <a:pt x="5213380" y="36252"/>
                </a:moveTo>
                <a:lnTo>
                  <a:pt x="5213496" y="36575"/>
                </a:lnTo>
                <a:lnTo>
                  <a:pt x="5213991" y="37318"/>
                </a:lnTo>
                <a:lnTo>
                  <a:pt x="5217033" y="39598"/>
                </a:lnTo>
                <a:lnTo>
                  <a:pt x="5213978" y="36550"/>
                </a:lnTo>
                <a:lnTo>
                  <a:pt x="5213380" y="36252"/>
                </a:lnTo>
                <a:close/>
              </a:path>
              <a:path w="5250815" h="757554">
                <a:moveTo>
                  <a:pt x="5214010" y="36575"/>
                </a:moveTo>
                <a:lnTo>
                  <a:pt x="5217033" y="39598"/>
                </a:lnTo>
                <a:lnTo>
                  <a:pt x="5250522" y="39598"/>
                </a:lnTo>
                <a:lnTo>
                  <a:pt x="5250522" y="38074"/>
                </a:lnTo>
                <a:lnTo>
                  <a:pt x="5217033" y="38074"/>
                </a:lnTo>
                <a:lnTo>
                  <a:pt x="5214010" y="36575"/>
                </a:lnTo>
                <a:close/>
              </a:path>
              <a:path w="5250815" h="757554">
                <a:moveTo>
                  <a:pt x="37293" y="36556"/>
                </a:moveTo>
                <a:lnTo>
                  <a:pt x="35013" y="38074"/>
                </a:lnTo>
                <a:lnTo>
                  <a:pt x="36836" y="37167"/>
                </a:lnTo>
                <a:lnTo>
                  <a:pt x="37293" y="36556"/>
                </a:lnTo>
                <a:close/>
              </a:path>
              <a:path w="5250815" h="757554">
                <a:moveTo>
                  <a:pt x="36836" y="37167"/>
                </a:moveTo>
                <a:lnTo>
                  <a:pt x="35013" y="38074"/>
                </a:lnTo>
                <a:lnTo>
                  <a:pt x="36156" y="38074"/>
                </a:lnTo>
                <a:lnTo>
                  <a:pt x="36836" y="37167"/>
                </a:lnTo>
                <a:close/>
              </a:path>
              <a:path w="5250815" h="757554">
                <a:moveTo>
                  <a:pt x="38808" y="35804"/>
                </a:moveTo>
                <a:lnTo>
                  <a:pt x="38061" y="36550"/>
                </a:lnTo>
                <a:lnTo>
                  <a:pt x="38049" y="38074"/>
                </a:lnTo>
                <a:lnTo>
                  <a:pt x="38808" y="35804"/>
                </a:lnTo>
                <a:close/>
              </a:path>
              <a:path w="5250815" h="757554">
                <a:moveTo>
                  <a:pt x="5210949" y="35039"/>
                </a:moveTo>
                <a:lnTo>
                  <a:pt x="39573" y="35039"/>
                </a:lnTo>
                <a:lnTo>
                  <a:pt x="38808" y="35804"/>
                </a:lnTo>
                <a:lnTo>
                  <a:pt x="38049" y="38074"/>
                </a:lnTo>
                <a:lnTo>
                  <a:pt x="5212473" y="38074"/>
                </a:lnTo>
                <a:lnTo>
                  <a:pt x="5212468" y="36177"/>
                </a:lnTo>
                <a:lnTo>
                  <a:pt x="5210949" y="35039"/>
                </a:lnTo>
                <a:close/>
              </a:path>
              <a:path w="5250815" h="757554">
                <a:moveTo>
                  <a:pt x="5213380" y="36861"/>
                </a:moveTo>
                <a:lnTo>
                  <a:pt x="5213984" y="38074"/>
                </a:lnTo>
                <a:lnTo>
                  <a:pt x="5213734" y="37318"/>
                </a:lnTo>
                <a:lnTo>
                  <a:pt x="5213555" y="36992"/>
                </a:lnTo>
                <a:lnTo>
                  <a:pt x="5213380" y="36861"/>
                </a:lnTo>
                <a:close/>
              </a:path>
              <a:path w="5250815" h="757554">
                <a:moveTo>
                  <a:pt x="5213682" y="37161"/>
                </a:moveTo>
                <a:lnTo>
                  <a:pt x="5213984" y="38074"/>
                </a:lnTo>
                <a:lnTo>
                  <a:pt x="5214366" y="38074"/>
                </a:lnTo>
                <a:lnTo>
                  <a:pt x="5213682" y="37161"/>
                </a:lnTo>
                <a:close/>
              </a:path>
              <a:path w="5250815" h="757554">
                <a:moveTo>
                  <a:pt x="5250522" y="33515"/>
                </a:moveTo>
                <a:lnTo>
                  <a:pt x="5212473" y="33515"/>
                </a:lnTo>
                <a:lnTo>
                  <a:pt x="5213238" y="35804"/>
                </a:lnTo>
                <a:lnTo>
                  <a:pt x="5213984" y="36550"/>
                </a:lnTo>
                <a:lnTo>
                  <a:pt x="5217033" y="38074"/>
                </a:lnTo>
                <a:lnTo>
                  <a:pt x="5250522" y="38074"/>
                </a:lnTo>
                <a:lnTo>
                  <a:pt x="5250522" y="33515"/>
                </a:lnTo>
                <a:close/>
              </a:path>
              <a:path w="5250815" h="757554">
                <a:moveTo>
                  <a:pt x="5213479" y="36550"/>
                </a:moveTo>
                <a:lnTo>
                  <a:pt x="5213649" y="37062"/>
                </a:lnTo>
                <a:lnTo>
                  <a:pt x="5213991" y="37318"/>
                </a:lnTo>
                <a:lnTo>
                  <a:pt x="5213479" y="36550"/>
                </a:lnTo>
                <a:close/>
              </a:path>
              <a:path w="5250815" h="757554">
                <a:moveTo>
                  <a:pt x="38049" y="36053"/>
                </a:moveTo>
                <a:lnTo>
                  <a:pt x="37279" y="36575"/>
                </a:lnTo>
                <a:lnTo>
                  <a:pt x="36836" y="37167"/>
                </a:lnTo>
                <a:lnTo>
                  <a:pt x="38024" y="36575"/>
                </a:lnTo>
                <a:lnTo>
                  <a:pt x="38049" y="36053"/>
                </a:lnTo>
                <a:close/>
              </a:path>
              <a:path w="5250815" h="757554">
                <a:moveTo>
                  <a:pt x="5212977" y="36051"/>
                </a:moveTo>
                <a:lnTo>
                  <a:pt x="5213243" y="36575"/>
                </a:lnTo>
                <a:lnTo>
                  <a:pt x="5213555" y="36992"/>
                </a:lnTo>
                <a:lnTo>
                  <a:pt x="5213479" y="36550"/>
                </a:lnTo>
                <a:lnTo>
                  <a:pt x="5213231" y="36177"/>
                </a:lnTo>
                <a:lnTo>
                  <a:pt x="5212977" y="36051"/>
                </a:lnTo>
                <a:close/>
              </a:path>
              <a:path w="5250815" h="757554">
                <a:moveTo>
                  <a:pt x="5213229" y="36556"/>
                </a:moveTo>
                <a:lnTo>
                  <a:pt x="5213380" y="36861"/>
                </a:lnTo>
                <a:lnTo>
                  <a:pt x="5213555" y="36992"/>
                </a:lnTo>
                <a:lnTo>
                  <a:pt x="5213229" y="36556"/>
                </a:lnTo>
                <a:close/>
              </a:path>
              <a:path w="5250815" h="757554">
                <a:moveTo>
                  <a:pt x="5212473" y="35799"/>
                </a:moveTo>
                <a:lnTo>
                  <a:pt x="5212568" y="36252"/>
                </a:lnTo>
                <a:lnTo>
                  <a:pt x="5213380" y="36861"/>
                </a:lnTo>
                <a:lnTo>
                  <a:pt x="5213224" y="36550"/>
                </a:lnTo>
                <a:lnTo>
                  <a:pt x="5212774" y="35949"/>
                </a:lnTo>
                <a:lnTo>
                  <a:pt x="5212473" y="35799"/>
                </a:lnTo>
                <a:close/>
              </a:path>
              <a:path w="5250815" h="757554">
                <a:moveTo>
                  <a:pt x="5213997" y="36563"/>
                </a:moveTo>
                <a:close/>
              </a:path>
              <a:path w="5250815" h="757554">
                <a:moveTo>
                  <a:pt x="38917" y="35475"/>
                </a:moveTo>
                <a:lnTo>
                  <a:pt x="38427" y="35802"/>
                </a:lnTo>
                <a:lnTo>
                  <a:pt x="38049" y="36563"/>
                </a:lnTo>
                <a:lnTo>
                  <a:pt x="38808" y="35804"/>
                </a:lnTo>
                <a:lnTo>
                  <a:pt x="38917" y="35475"/>
                </a:lnTo>
                <a:close/>
              </a:path>
              <a:path w="5250815" h="757554">
                <a:moveTo>
                  <a:pt x="38049" y="35548"/>
                </a:moveTo>
                <a:lnTo>
                  <a:pt x="37293" y="36556"/>
                </a:lnTo>
                <a:lnTo>
                  <a:pt x="38049" y="36053"/>
                </a:lnTo>
                <a:lnTo>
                  <a:pt x="38049" y="35548"/>
                </a:lnTo>
                <a:close/>
              </a:path>
              <a:path w="5250815" h="757554">
                <a:moveTo>
                  <a:pt x="38427" y="35802"/>
                </a:moveTo>
                <a:lnTo>
                  <a:pt x="38053" y="36051"/>
                </a:lnTo>
                <a:lnTo>
                  <a:pt x="38049" y="36556"/>
                </a:lnTo>
                <a:lnTo>
                  <a:pt x="38427" y="35802"/>
                </a:lnTo>
                <a:close/>
              </a:path>
              <a:path w="5250815" h="757554">
                <a:moveTo>
                  <a:pt x="5212774" y="35949"/>
                </a:moveTo>
                <a:lnTo>
                  <a:pt x="5213229" y="36556"/>
                </a:lnTo>
                <a:lnTo>
                  <a:pt x="5212977" y="36051"/>
                </a:lnTo>
                <a:lnTo>
                  <a:pt x="5212774" y="35949"/>
                </a:lnTo>
                <a:close/>
              </a:path>
              <a:path w="5250815" h="757554">
                <a:moveTo>
                  <a:pt x="5213229" y="35794"/>
                </a:moveTo>
                <a:lnTo>
                  <a:pt x="5213380" y="36252"/>
                </a:lnTo>
                <a:lnTo>
                  <a:pt x="5213991" y="36556"/>
                </a:lnTo>
                <a:lnTo>
                  <a:pt x="5213229" y="35794"/>
                </a:lnTo>
                <a:close/>
              </a:path>
              <a:path w="5250815" h="757554">
                <a:moveTo>
                  <a:pt x="5213231" y="36177"/>
                </a:moveTo>
                <a:lnTo>
                  <a:pt x="5213479" y="36550"/>
                </a:lnTo>
                <a:lnTo>
                  <a:pt x="5213380" y="36252"/>
                </a:lnTo>
                <a:lnTo>
                  <a:pt x="5213231" y="36177"/>
                </a:lnTo>
                <a:close/>
              </a:path>
              <a:path w="5250815" h="757554">
                <a:moveTo>
                  <a:pt x="5212473" y="35039"/>
                </a:moveTo>
                <a:lnTo>
                  <a:pt x="5213238" y="36181"/>
                </a:lnTo>
                <a:lnTo>
                  <a:pt x="5213380" y="36252"/>
                </a:lnTo>
                <a:lnTo>
                  <a:pt x="5213229" y="35794"/>
                </a:lnTo>
                <a:lnTo>
                  <a:pt x="5212473" y="35039"/>
                </a:lnTo>
                <a:close/>
              </a:path>
              <a:path w="5250815" h="757554">
                <a:moveTo>
                  <a:pt x="5210949" y="35039"/>
                </a:moveTo>
                <a:lnTo>
                  <a:pt x="5212473" y="36181"/>
                </a:lnTo>
                <a:lnTo>
                  <a:pt x="5212464" y="35794"/>
                </a:lnTo>
                <a:lnTo>
                  <a:pt x="5210949" y="35039"/>
                </a:lnTo>
                <a:close/>
              </a:path>
              <a:path w="5250815" h="757554">
                <a:moveTo>
                  <a:pt x="5212473" y="35039"/>
                </a:moveTo>
                <a:lnTo>
                  <a:pt x="5212983" y="36053"/>
                </a:lnTo>
                <a:lnTo>
                  <a:pt x="5213231" y="36177"/>
                </a:lnTo>
                <a:lnTo>
                  <a:pt x="5212473" y="35039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104" y="35475"/>
                </a:lnTo>
                <a:lnTo>
                  <a:pt x="38049" y="36053"/>
                </a:lnTo>
                <a:lnTo>
                  <a:pt x="38430" y="35794"/>
                </a:lnTo>
                <a:lnTo>
                  <a:pt x="39573" y="33515"/>
                </a:lnTo>
                <a:close/>
              </a:path>
              <a:path w="5250815" h="757554">
                <a:moveTo>
                  <a:pt x="5212473" y="35039"/>
                </a:moveTo>
                <a:lnTo>
                  <a:pt x="5212473" y="35548"/>
                </a:lnTo>
                <a:lnTo>
                  <a:pt x="5212774" y="35949"/>
                </a:lnTo>
                <a:lnTo>
                  <a:pt x="5212977" y="36051"/>
                </a:lnTo>
                <a:lnTo>
                  <a:pt x="5212473" y="35039"/>
                </a:lnTo>
                <a:close/>
              </a:path>
              <a:path w="5250815" h="757554">
                <a:moveTo>
                  <a:pt x="5212473" y="35548"/>
                </a:moveTo>
                <a:lnTo>
                  <a:pt x="5212483" y="35804"/>
                </a:lnTo>
                <a:lnTo>
                  <a:pt x="5212774" y="35949"/>
                </a:lnTo>
                <a:lnTo>
                  <a:pt x="5212473" y="35548"/>
                </a:lnTo>
                <a:close/>
              </a:path>
              <a:path w="5250815" h="757554">
                <a:moveTo>
                  <a:pt x="39573" y="35039"/>
                </a:moveTo>
                <a:lnTo>
                  <a:pt x="38917" y="35475"/>
                </a:lnTo>
                <a:lnTo>
                  <a:pt x="38808" y="35804"/>
                </a:lnTo>
                <a:lnTo>
                  <a:pt x="39573" y="35039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427" y="35802"/>
                </a:lnTo>
                <a:lnTo>
                  <a:pt x="38917" y="35475"/>
                </a:lnTo>
                <a:lnTo>
                  <a:pt x="39573" y="33515"/>
                </a:lnTo>
                <a:close/>
              </a:path>
              <a:path w="5250815" h="757554">
                <a:moveTo>
                  <a:pt x="5212091" y="35039"/>
                </a:moveTo>
                <a:lnTo>
                  <a:pt x="5210949" y="35039"/>
                </a:lnTo>
                <a:lnTo>
                  <a:pt x="5212473" y="35799"/>
                </a:lnTo>
                <a:lnTo>
                  <a:pt x="5212418" y="35475"/>
                </a:lnTo>
                <a:lnTo>
                  <a:pt x="5212091" y="35039"/>
                </a:lnTo>
                <a:close/>
              </a:path>
              <a:path w="5250815" h="757554">
                <a:moveTo>
                  <a:pt x="5212473" y="33515"/>
                </a:moveTo>
                <a:lnTo>
                  <a:pt x="5212473" y="35039"/>
                </a:lnTo>
                <a:lnTo>
                  <a:pt x="5213229" y="35794"/>
                </a:lnTo>
                <a:lnTo>
                  <a:pt x="5212473" y="33515"/>
                </a:lnTo>
                <a:close/>
              </a:path>
              <a:path w="5250815" h="757554">
                <a:moveTo>
                  <a:pt x="39573" y="33515"/>
                </a:moveTo>
                <a:lnTo>
                  <a:pt x="38049" y="33515"/>
                </a:lnTo>
                <a:lnTo>
                  <a:pt x="38049" y="35548"/>
                </a:lnTo>
                <a:lnTo>
                  <a:pt x="39573" y="33515"/>
                </a:lnTo>
                <a:close/>
              </a:path>
              <a:path w="5250815" h="757554">
                <a:moveTo>
                  <a:pt x="5210949" y="33515"/>
                </a:moveTo>
                <a:lnTo>
                  <a:pt x="5212473" y="35548"/>
                </a:lnTo>
                <a:lnTo>
                  <a:pt x="5212473" y="35039"/>
                </a:lnTo>
                <a:lnTo>
                  <a:pt x="5210949" y="33515"/>
                </a:lnTo>
                <a:close/>
              </a:path>
              <a:path w="5250815" h="757554">
                <a:moveTo>
                  <a:pt x="5210949" y="33515"/>
                </a:moveTo>
                <a:lnTo>
                  <a:pt x="39573" y="33515"/>
                </a:lnTo>
                <a:lnTo>
                  <a:pt x="38917" y="35475"/>
                </a:lnTo>
                <a:lnTo>
                  <a:pt x="39573" y="35039"/>
                </a:lnTo>
                <a:lnTo>
                  <a:pt x="5212091" y="35039"/>
                </a:lnTo>
                <a:lnTo>
                  <a:pt x="5210949" y="33515"/>
                </a:lnTo>
                <a:close/>
              </a:path>
              <a:path w="5250815" h="757554">
                <a:moveTo>
                  <a:pt x="5212473" y="33515"/>
                </a:moveTo>
                <a:lnTo>
                  <a:pt x="5210949" y="33515"/>
                </a:lnTo>
                <a:lnTo>
                  <a:pt x="5212473" y="35039"/>
                </a:lnTo>
                <a:lnTo>
                  <a:pt x="5212473" y="33515"/>
                </a:lnTo>
                <a:close/>
              </a:path>
              <a:path w="5250815" h="757554">
                <a:moveTo>
                  <a:pt x="5224640" y="0"/>
                </a:moveTo>
                <a:lnTo>
                  <a:pt x="27393" y="0"/>
                </a:lnTo>
                <a:lnTo>
                  <a:pt x="24345" y="1524"/>
                </a:lnTo>
                <a:lnTo>
                  <a:pt x="5227688" y="1524"/>
                </a:lnTo>
                <a:lnTo>
                  <a:pt x="5224640" y="0"/>
                </a:lnTo>
                <a:close/>
              </a:path>
            </a:pathLst>
          </a:custGeom>
          <a:solidFill>
            <a:srgbClr val="CCE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406025" y="5052212"/>
            <a:ext cx="1143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7-Segment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8347" y="5098084"/>
            <a:ext cx="139636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5"/>
              </a:lnSpc>
            </a:pP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FND</a:t>
            </a:r>
            <a:r>
              <a:rPr sz="20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41186" y="5052212"/>
            <a:ext cx="761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0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27986" y="417423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6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600" b="1" spc="90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1600" b="1" spc="-105" dirty="0">
                <a:solidFill>
                  <a:srgbClr val="0000FF"/>
                </a:solidFill>
                <a:latin typeface="맑은 고딕"/>
                <a:cs typeface="맑은 고딕"/>
              </a:rPr>
              <a:t>설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계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7912" y="386461"/>
            <a:ext cx="289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50" dirty="0">
                <a:solidFill>
                  <a:srgbClr val="002060"/>
                </a:solidFill>
                <a:latin typeface="Times New Roman"/>
                <a:cs typeface="Times New Roman"/>
              </a:rPr>
              <a:t>0.</a:t>
            </a:r>
            <a:r>
              <a:rPr spc="-2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75" dirty="0">
                <a:solidFill>
                  <a:srgbClr val="002060"/>
                </a:solidFill>
              </a:rPr>
              <a:t>디지털</a:t>
            </a:r>
            <a:r>
              <a:rPr spc="-520" dirty="0">
                <a:solidFill>
                  <a:srgbClr val="002060"/>
                </a:solidFill>
              </a:rPr>
              <a:t> </a:t>
            </a:r>
            <a:r>
              <a:rPr spc="-55" dirty="0">
                <a:solidFill>
                  <a:srgbClr val="002060"/>
                </a:solidFill>
              </a:rPr>
              <a:t>시계</a:t>
            </a:r>
            <a:r>
              <a:rPr spc="-509" dirty="0">
                <a:solidFill>
                  <a:srgbClr val="002060"/>
                </a:solidFill>
              </a:rPr>
              <a:t> </a:t>
            </a:r>
            <a:r>
              <a:rPr spc="-55" dirty="0">
                <a:solidFill>
                  <a:srgbClr val="002060"/>
                </a:solidFill>
              </a:rPr>
              <a:t>개요</a:t>
            </a:r>
          </a:p>
        </p:txBody>
      </p:sp>
      <p:sp>
        <p:nvSpPr>
          <p:cNvPr id="7" name="object 7"/>
          <p:cNvSpPr/>
          <p:nvPr/>
        </p:nvSpPr>
        <p:spPr>
          <a:xfrm>
            <a:off x="1661340" y="1390360"/>
            <a:ext cx="6527328" cy="2942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18892" y="1325168"/>
            <a:ext cx="137007" cy="24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43516" y="6021133"/>
            <a:ext cx="31978" cy="974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377708" y="4405394"/>
            <a:ext cx="6607175" cy="189282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0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DCL(Digital </a:t>
            </a:r>
            <a:r>
              <a:rPr sz="16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Clock </a:t>
            </a:r>
            <a:r>
              <a:rPr sz="16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Logic)</a:t>
            </a:r>
            <a:r>
              <a:rPr sz="1600" b="1" i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u="sng" spc="-25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디지털시계</a:t>
            </a:r>
            <a:r>
              <a:rPr sz="1600" b="1" spc="-34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u="sng" spc="-55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기능</a:t>
            </a:r>
            <a:endParaRPr lang="en-US" sz="1600" b="1" u="sng" spc="-55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10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TL(Timer </a:t>
            </a:r>
            <a:r>
              <a:rPr sz="16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Logic)</a:t>
            </a:r>
            <a:r>
              <a:rPr sz="1600" b="1" i="1" spc="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스톱워치기능</a:t>
            </a:r>
            <a:endParaRPr sz="1600" dirty="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AL(Alarm </a:t>
            </a:r>
            <a:r>
              <a:rPr sz="16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Logic)</a:t>
            </a:r>
            <a:r>
              <a:rPr sz="1600" b="1" i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알람</a:t>
            </a:r>
            <a:r>
              <a:rPr sz="1600" b="1" spc="-204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기능</a:t>
            </a:r>
            <a:endParaRPr sz="1600" dirty="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MSL(Master </a:t>
            </a:r>
            <a:r>
              <a:rPr sz="16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Select Logic)</a:t>
            </a:r>
            <a:r>
              <a:rPr sz="1600" b="1" i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DCL,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TL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및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AL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의결과를선택</a:t>
            </a:r>
            <a:r>
              <a:rPr sz="1600" b="1" spc="-48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제어</a:t>
            </a:r>
            <a:endParaRPr sz="1600" dirty="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55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MUX(Multiplexer)</a:t>
            </a:r>
            <a:r>
              <a:rPr sz="1600" b="1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u="sng" spc="-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DCL, </a:t>
            </a:r>
            <a:r>
              <a:rPr sz="16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TL</a:t>
            </a:r>
            <a:r>
              <a:rPr sz="16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및</a:t>
            </a:r>
            <a:r>
              <a:rPr sz="16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AL</a:t>
            </a:r>
            <a:r>
              <a:rPr sz="16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의결과를선택하여</a:t>
            </a:r>
            <a:r>
              <a:rPr sz="1600" b="1" spc="-2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7-</a:t>
            </a:r>
            <a:r>
              <a:rPr sz="16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세그먼트</a:t>
            </a:r>
            <a:r>
              <a:rPr sz="16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FND</a:t>
            </a:r>
            <a:r>
              <a:rPr sz="1600" b="1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에출력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77708" y="1125639"/>
            <a:ext cx="271364" cy="2715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61734-072B-4BDC-A35D-85997B0A7A75}"/>
              </a:ext>
            </a:extLst>
          </p:cNvPr>
          <p:cNvSpPr txBox="1"/>
          <p:nvPr/>
        </p:nvSpPr>
        <p:spPr>
          <a:xfrm>
            <a:off x="1758950" y="1125639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디지털시계블록도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415"/>
              </a:spcBef>
            </a:pPr>
            <a:r>
              <a:rPr spc="-55" dirty="0">
                <a:solidFill>
                  <a:srgbClr val="002060"/>
                </a:solidFill>
              </a:rPr>
              <a:t>0. </a:t>
            </a:r>
            <a:r>
              <a:rPr spc="-75" dirty="0">
                <a:solidFill>
                  <a:srgbClr val="002060"/>
                </a:solidFill>
              </a:rPr>
              <a:t>디지털 </a:t>
            </a:r>
            <a:r>
              <a:rPr spc="-55" dirty="0">
                <a:solidFill>
                  <a:srgbClr val="002060"/>
                </a:solidFill>
              </a:rPr>
              <a:t>시계</a:t>
            </a:r>
            <a:r>
              <a:rPr spc="-480" dirty="0">
                <a:solidFill>
                  <a:srgbClr val="002060"/>
                </a:solidFill>
              </a:rPr>
              <a:t> </a:t>
            </a:r>
            <a:r>
              <a:rPr spc="-55" dirty="0">
                <a:solidFill>
                  <a:srgbClr val="002060"/>
                </a:solidFill>
              </a:rPr>
              <a:t>개요</a:t>
            </a:r>
          </a:p>
        </p:txBody>
      </p:sp>
      <p:sp>
        <p:nvSpPr>
          <p:cNvPr id="26" name="object 26"/>
          <p:cNvSpPr/>
          <p:nvPr/>
        </p:nvSpPr>
        <p:spPr>
          <a:xfrm>
            <a:off x="1377708" y="1180464"/>
            <a:ext cx="271364" cy="271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1704" y="1901037"/>
            <a:ext cx="8354723" cy="28685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939148" y="516356"/>
            <a:ext cx="82207" cy="1462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54478" y="516356"/>
            <a:ext cx="159842" cy="146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29535" y="514832"/>
            <a:ext cx="95910" cy="1492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23350" y="592518"/>
            <a:ext cx="127876" cy="837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080728" y="488937"/>
            <a:ext cx="165925" cy="990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72536" y="505701"/>
            <a:ext cx="127876" cy="1690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7367B-62B3-4C5B-AB62-329ACE41EFFE}"/>
              </a:ext>
            </a:extLst>
          </p:cNvPr>
          <p:cNvSpPr txBox="1"/>
          <p:nvPr/>
        </p:nvSpPr>
        <p:spPr>
          <a:xfrm>
            <a:off x="1649072" y="1148122"/>
            <a:ext cx="6739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디지털시계 의 스위치 와 동작모드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00FF"/>
                </a:solidFill>
                <a:latin typeface="Times New Roman"/>
                <a:cs typeface="Times New Roman"/>
              </a:rPr>
              <a:t>1. </a:t>
            </a:r>
            <a:r>
              <a:rPr spc="-5" dirty="0">
                <a:solidFill>
                  <a:srgbClr val="0000FF"/>
                </a:solidFill>
              </a:rPr>
              <a:t>클럭</a:t>
            </a:r>
            <a:r>
              <a:rPr spc="-30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분주</a:t>
            </a:r>
          </a:p>
        </p:txBody>
      </p:sp>
      <p:sp>
        <p:nvSpPr>
          <p:cNvPr id="6" name="object 6"/>
          <p:cNvSpPr/>
          <p:nvPr/>
        </p:nvSpPr>
        <p:spPr>
          <a:xfrm>
            <a:off x="2106917" y="1149997"/>
            <a:ext cx="127863" cy="83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047" y="1063180"/>
            <a:ext cx="106565" cy="11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63331" y="1061656"/>
            <a:ext cx="120268" cy="132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77986" y="1046429"/>
            <a:ext cx="152234" cy="959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21940" y="1181988"/>
            <a:ext cx="137007" cy="228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35630" y="1058608"/>
            <a:ext cx="97443" cy="959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18511" y="1058608"/>
            <a:ext cx="124840" cy="13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22512" y="1061656"/>
            <a:ext cx="127876" cy="1690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21266" y="1165237"/>
            <a:ext cx="127876" cy="715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82252" y="1046429"/>
            <a:ext cx="365366" cy="1873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2888" y="1730336"/>
            <a:ext cx="112661" cy="1157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4910" y="1719668"/>
            <a:ext cx="149199" cy="1675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01172" y="1821726"/>
            <a:ext cx="114172" cy="654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97172" y="1719668"/>
            <a:ext cx="339483" cy="1675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52529" y="2039543"/>
            <a:ext cx="269455" cy="1675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6813" y="2124836"/>
            <a:ext cx="115697" cy="213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58992" y="2042579"/>
            <a:ext cx="89814" cy="715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31014" y="2042579"/>
            <a:ext cx="141579" cy="1584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46609" y="2163423"/>
            <a:ext cx="114173" cy="4367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42621" y="2039543"/>
            <a:ext cx="339483" cy="1675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05409"/>
              </p:ext>
            </p:extLst>
          </p:nvPr>
        </p:nvGraphicFramePr>
        <p:xfrm>
          <a:off x="1936407" y="1352588"/>
          <a:ext cx="5613742" cy="1198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1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50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100MHz</a:t>
                      </a:r>
                      <a:r>
                        <a:rPr sz="14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클럭</a:t>
                      </a:r>
                      <a:r>
                        <a:rPr sz="1400" b="1" spc="-160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400" b="1" spc="-3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시스템</a:t>
                      </a:r>
                      <a:r>
                        <a:rPr sz="1400" b="1" spc="-160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클럭</a:t>
                      </a:r>
                      <a:endParaRPr sz="1400">
                        <a:latin typeface="맑은 고딕"/>
                        <a:cs typeface="맑은 고딕"/>
                      </a:endParaRPr>
                    </a:p>
                  </a:txBody>
                  <a:tcPr marL="0" marR="0" marT="20320" marB="0">
                    <a:lnB w="80721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0721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1Hz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클럭</a:t>
                      </a:r>
                      <a:r>
                        <a:rPr sz="1400" b="1" spc="-310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400" b="1" spc="-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DCL, 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T w="80721">
                      <a:solidFill>
                        <a:srgbClr val="FFFFFF"/>
                      </a:solidFill>
                      <a:prstDash val="solid"/>
                    </a:lnT>
                    <a:lnB w="80733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0721">
                      <a:solidFill>
                        <a:srgbClr val="FFFFFF"/>
                      </a:solidFill>
                      <a:prstDash val="solid"/>
                    </a:lnT>
                    <a:lnB w="80733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86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400" b="1" spc="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1000Hz</a:t>
                      </a:r>
                      <a:r>
                        <a:rPr sz="1400" b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클럭</a:t>
                      </a:r>
                      <a:r>
                        <a:rPr sz="1400" b="1" spc="-155" dirty="0">
                          <a:solidFill>
                            <a:srgbClr val="FF0000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400" b="1" spc="-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TL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에서</a:t>
                      </a:r>
                      <a:r>
                        <a:rPr sz="1400" b="1" spc="-155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1/1000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초</a:t>
                      </a:r>
                      <a:r>
                        <a:rPr sz="1400" b="1" spc="-195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단위로</a:t>
                      </a:r>
                      <a:r>
                        <a:rPr sz="1400" b="1" spc="-170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sz="1400" b="1" dirty="0">
                          <a:solidFill>
                            <a:srgbClr val="0000FF"/>
                          </a:solidFill>
                          <a:latin typeface="맑은 고딕"/>
                          <a:cs typeface="맑은 고딕"/>
                        </a:rPr>
                        <a:t>측정</a:t>
                      </a:r>
                      <a:endParaRPr sz="1400" dirty="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T w="80733">
                      <a:solidFill>
                        <a:srgbClr val="FFFFFF"/>
                      </a:solidFill>
                      <a:prstDash val="solid"/>
                    </a:lnT>
                    <a:lnB w="80721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501">
                <a:tc gridSpan="3">
                  <a:txBody>
                    <a:bodyPr/>
                    <a:lstStyle/>
                    <a:p>
                      <a:pPr>
                        <a:lnSpc>
                          <a:spcPts val="1625"/>
                        </a:lnSpc>
                        <a:spcBef>
                          <a:spcPts val="475"/>
                        </a:spcBef>
                      </a:pPr>
                      <a:endParaRPr sz="1400" dirty="0">
                        <a:latin typeface="맑은 고딕"/>
                        <a:cs typeface="맑은 고딕"/>
                      </a:endParaRPr>
                    </a:p>
                  </a:txBody>
                  <a:tcPr marL="0" marR="0" marT="60325" marB="0">
                    <a:lnT w="80721">
                      <a:solidFill>
                        <a:srgbClr val="FFFFFF"/>
                      </a:solidFill>
                      <a:prstDash val="soli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0721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1637982" y="1253718"/>
            <a:ext cx="85090" cy="130492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95722" y="2444699"/>
            <a:ext cx="115696" cy="213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06156" y="1031201"/>
            <a:ext cx="271364" cy="27151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165741" y="2747403"/>
            <a:ext cx="622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95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6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ril</a:t>
            </a:r>
            <a:r>
              <a:rPr sz="1600" b="1" i="1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241228" y="2827020"/>
            <a:ext cx="56324" cy="17669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287697" y="2747403"/>
            <a:ext cx="834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1Hz</a:t>
            </a:r>
            <a:r>
              <a:rPr sz="16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클럭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110479" y="2827020"/>
            <a:ext cx="57848" cy="17669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10728" y="2775242"/>
            <a:ext cx="271364" cy="27151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246960" y="3125571"/>
            <a:ext cx="5825972" cy="358556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910218" y="528548"/>
            <a:ext cx="119482" cy="1340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05761" y="528548"/>
            <a:ext cx="182676" cy="13403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803665" y="525500"/>
            <a:ext cx="94325" cy="14013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32481" y="592518"/>
            <a:ext cx="127876" cy="8376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89859" y="488937"/>
            <a:ext cx="165938" cy="9900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293847" y="505701"/>
            <a:ext cx="127876" cy="16906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1079" y="5145303"/>
            <a:ext cx="3235325" cy="231775"/>
          </a:xfrm>
          <a:custGeom>
            <a:avLst/>
            <a:gdLst/>
            <a:ahLst/>
            <a:cxnLst/>
            <a:rect l="l" t="t" r="r" b="b"/>
            <a:pathLst>
              <a:path w="3235325" h="231775">
                <a:moveTo>
                  <a:pt x="3234956" y="0"/>
                </a:moveTo>
                <a:lnTo>
                  <a:pt x="0" y="0"/>
                </a:lnTo>
                <a:lnTo>
                  <a:pt x="0" y="231520"/>
                </a:lnTo>
                <a:lnTo>
                  <a:pt x="3234956" y="231520"/>
                </a:lnTo>
                <a:lnTo>
                  <a:pt x="32349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974983" y="5140731"/>
            <a:ext cx="3247390" cy="240665"/>
          </a:xfrm>
          <a:custGeom>
            <a:avLst/>
            <a:gdLst/>
            <a:ahLst/>
            <a:cxnLst/>
            <a:rect l="l" t="t" r="r" b="b"/>
            <a:pathLst>
              <a:path w="3247390" h="240664">
                <a:moveTo>
                  <a:pt x="3244100" y="0"/>
                </a:moveTo>
                <a:lnTo>
                  <a:pt x="3048" y="0"/>
                </a:lnTo>
                <a:lnTo>
                  <a:pt x="0" y="1523"/>
                </a:lnTo>
                <a:lnTo>
                  <a:pt x="0" y="237616"/>
                </a:lnTo>
                <a:lnTo>
                  <a:pt x="3048" y="240664"/>
                </a:lnTo>
                <a:lnTo>
                  <a:pt x="3244100" y="240664"/>
                </a:lnTo>
                <a:lnTo>
                  <a:pt x="3247148" y="237616"/>
                </a:lnTo>
                <a:lnTo>
                  <a:pt x="3247148" y="236092"/>
                </a:lnTo>
                <a:lnTo>
                  <a:pt x="10668" y="236092"/>
                </a:lnTo>
                <a:lnTo>
                  <a:pt x="6096" y="231533"/>
                </a:lnTo>
                <a:lnTo>
                  <a:pt x="10668" y="231533"/>
                </a:lnTo>
                <a:lnTo>
                  <a:pt x="10668" y="9143"/>
                </a:lnTo>
                <a:lnTo>
                  <a:pt x="6096" y="9143"/>
                </a:lnTo>
                <a:lnTo>
                  <a:pt x="10668" y="4571"/>
                </a:lnTo>
                <a:lnTo>
                  <a:pt x="3247148" y="4571"/>
                </a:lnTo>
                <a:lnTo>
                  <a:pt x="3247148" y="1523"/>
                </a:lnTo>
                <a:lnTo>
                  <a:pt x="3244100" y="0"/>
                </a:lnTo>
                <a:close/>
              </a:path>
              <a:path w="3247390" h="240664">
                <a:moveTo>
                  <a:pt x="10668" y="231533"/>
                </a:moveTo>
                <a:lnTo>
                  <a:pt x="6096" y="231533"/>
                </a:lnTo>
                <a:lnTo>
                  <a:pt x="10668" y="236092"/>
                </a:lnTo>
                <a:lnTo>
                  <a:pt x="10668" y="231533"/>
                </a:lnTo>
                <a:close/>
              </a:path>
              <a:path w="3247390" h="240664">
                <a:moveTo>
                  <a:pt x="3236493" y="231533"/>
                </a:moveTo>
                <a:lnTo>
                  <a:pt x="10668" y="231533"/>
                </a:lnTo>
                <a:lnTo>
                  <a:pt x="10668" y="236092"/>
                </a:lnTo>
                <a:lnTo>
                  <a:pt x="3236493" y="236092"/>
                </a:lnTo>
                <a:lnTo>
                  <a:pt x="3236493" y="231533"/>
                </a:lnTo>
                <a:close/>
              </a:path>
              <a:path w="3247390" h="240664">
                <a:moveTo>
                  <a:pt x="3236493" y="4571"/>
                </a:moveTo>
                <a:lnTo>
                  <a:pt x="3236493" y="236092"/>
                </a:lnTo>
                <a:lnTo>
                  <a:pt x="3241052" y="231533"/>
                </a:lnTo>
                <a:lnTo>
                  <a:pt x="3247148" y="231533"/>
                </a:lnTo>
                <a:lnTo>
                  <a:pt x="3247148" y="9143"/>
                </a:lnTo>
                <a:lnTo>
                  <a:pt x="3241052" y="9143"/>
                </a:lnTo>
                <a:lnTo>
                  <a:pt x="3236493" y="4571"/>
                </a:lnTo>
                <a:close/>
              </a:path>
              <a:path w="3247390" h="240664">
                <a:moveTo>
                  <a:pt x="3247148" y="231533"/>
                </a:moveTo>
                <a:lnTo>
                  <a:pt x="3241052" y="231533"/>
                </a:lnTo>
                <a:lnTo>
                  <a:pt x="3236493" y="236092"/>
                </a:lnTo>
                <a:lnTo>
                  <a:pt x="3247148" y="236092"/>
                </a:lnTo>
                <a:lnTo>
                  <a:pt x="3247148" y="231533"/>
                </a:lnTo>
                <a:close/>
              </a:path>
              <a:path w="3247390" h="240664">
                <a:moveTo>
                  <a:pt x="10668" y="4571"/>
                </a:moveTo>
                <a:lnTo>
                  <a:pt x="6096" y="9143"/>
                </a:lnTo>
                <a:lnTo>
                  <a:pt x="10668" y="9143"/>
                </a:lnTo>
                <a:lnTo>
                  <a:pt x="10668" y="4571"/>
                </a:lnTo>
                <a:close/>
              </a:path>
              <a:path w="3247390" h="240664">
                <a:moveTo>
                  <a:pt x="3236493" y="4571"/>
                </a:moveTo>
                <a:lnTo>
                  <a:pt x="10668" y="4571"/>
                </a:lnTo>
                <a:lnTo>
                  <a:pt x="10668" y="9143"/>
                </a:lnTo>
                <a:lnTo>
                  <a:pt x="3236493" y="9143"/>
                </a:lnTo>
                <a:lnTo>
                  <a:pt x="3236493" y="4571"/>
                </a:lnTo>
                <a:close/>
              </a:path>
              <a:path w="3247390" h="240664">
                <a:moveTo>
                  <a:pt x="3247148" y="4571"/>
                </a:moveTo>
                <a:lnTo>
                  <a:pt x="3236493" y="4571"/>
                </a:lnTo>
                <a:lnTo>
                  <a:pt x="3241052" y="9143"/>
                </a:lnTo>
                <a:lnTo>
                  <a:pt x="3247148" y="9143"/>
                </a:lnTo>
                <a:lnTo>
                  <a:pt x="3247148" y="457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981079" y="5145303"/>
            <a:ext cx="3235325" cy="2317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49_999_999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: </a:t>
            </a:r>
            <a:r>
              <a:rPr sz="900" b="1" spc="-10" dirty="0">
                <a:solidFill>
                  <a:srgbClr val="FFFFFF"/>
                </a:solidFill>
                <a:latin typeface="맑은 고딕"/>
                <a:cs typeface="맑은 고딕"/>
              </a:rPr>
              <a:t>100MHz 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System clk의 1Hz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(clk1hz)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726499" y="5130076"/>
            <a:ext cx="2160270" cy="259079"/>
          </a:xfrm>
          <a:custGeom>
            <a:avLst/>
            <a:gdLst/>
            <a:ahLst/>
            <a:cxnLst/>
            <a:rect l="l" t="t" r="r" b="b"/>
            <a:pathLst>
              <a:path w="2160270" h="259079">
                <a:moveTo>
                  <a:pt x="2154110" y="0"/>
                </a:moveTo>
                <a:lnTo>
                  <a:pt x="4571" y="0"/>
                </a:lnTo>
                <a:lnTo>
                  <a:pt x="0" y="4572"/>
                </a:lnTo>
                <a:lnTo>
                  <a:pt x="0" y="252844"/>
                </a:lnTo>
                <a:lnTo>
                  <a:pt x="4571" y="258940"/>
                </a:lnTo>
                <a:lnTo>
                  <a:pt x="2154110" y="258940"/>
                </a:lnTo>
                <a:lnTo>
                  <a:pt x="2160193" y="252844"/>
                </a:lnTo>
                <a:lnTo>
                  <a:pt x="2160193" y="246748"/>
                </a:lnTo>
                <a:lnTo>
                  <a:pt x="24358" y="246748"/>
                </a:lnTo>
                <a:lnTo>
                  <a:pt x="12179" y="233045"/>
                </a:lnTo>
                <a:lnTo>
                  <a:pt x="24358" y="233045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79"/>
                </a:lnTo>
                <a:lnTo>
                  <a:pt x="2160193" y="12179"/>
                </a:lnTo>
                <a:lnTo>
                  <a:pt x="2160193" y="4572"/>
                </a:lnTo>
                <a:lnTo>
                  <a:pt x="2154110" y="0"/>
                </a:lnTo>
                <a:close/>
              </a:path>
              <a:path w="2160270" h="259079">
                <a:moveTo>
                  <a:pt x="24358" y="233045"/>
                </a:moveTo>
                <a:lnTo>
                  <a:pt x="12179" y="233045"/>
                </a:lnTo>
                <a:lnTo>
                  <a:pt x="24358" y="246748"/>
                </a:lnTo>
                <a:lnTo>
                  <a:pt x="24358" y="233045"/>
                </a:lnTo>
                <a:close/>
              </a:path>
              <a:path w="2160270" h="259079">
                <a:moveTo>
                  <a:pt x="2134311" y="233045"/>
                </a:moveTo>
                <a:lnTo>
                  <a:pt x="24358" y="233045"/>
                </a:lnTo>
                <a:lnTo>
                  <a:pt x="24358" y="246748"/>
                </a:lnTo>
                <a:lnTo>
                  <a:pt x="2134311" y="246748"/>
                </a:lnTo>
                <a:lnTo>
                  <a:pt x="2134311" y="233045"/>
                </a:lnTo>
                <a:close/>
              </a:path>
              <a:path w="2160270" h="259079">
                <a:moveTo>
                  <a:pt x="2134311" y="12179"/>
                </a:moveTo>
                <a:lnTo>
                  <a:pt x="2134311" y="246748"/>
                </a:lnTo>
                <a:lnTo>
                  <a:pt x="2148014" y="233045"/>
                </a:lnTo>
                <a:lnTo>
                  <a:pt x="2160193" y="233045"/>
                </a:lnTo>
                <a:lnTo>
                  <a:pt x="2160193" y="24371"/>
                </a:lnTo>
                <a:lnTo>
                  <a:pt x="2148014" y="24371"/>
                </a:lnTo>
                <a:lnTo>
                  <a:pt x="2134311" y="12179"/>
                </a:lnTo>
                <a:close/>
              </a:path>
              <a:path w="2160270" h="259079">
                <a:moveTo>
                  <a:pt x="2160193" y="233045"/>
                </a:moveTo>
                <a:lnTo>
                  <a:pt x="2148014" y="233045"/>
                </a:lnTo>
                <a:lnTo>
                  <a:pt x="2134311" y="246748"/>
                </a:lnTo>
                <a:lnTo>
                  <a:pt x="2160193" y="246748"/>
                </a:lnTo>
                <a:lnTo>
                  <a:pt x="2160193" y="233045"/>
                </a:lnTo>
                <a:close/>
              </a:path>
              <a:path w="2160270" h="259079">
                <a:moveTo>
                  <a:pt x="24358" y="12179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79"/>
                </a:lnTo>
                <a:close/>
              </a:path>
              <a:path w="2160270" h="259079">
                <a:moveTo>
                  <a:pt x="2134311" y="12179"/>
                </a:moveTo>
                <a:lnTo>
                  <a:pt x="24358" y="12179"/>
                </a:lnTo>
                <a:lnTo>
                  <a:pt x="24358" y="24371"/>
                </a:lnTo>
                <a:lnTo>
                  <a:pt x="2134311" y="24371"/>
                </a:lnTo>
                <a:lnTo>
                  <a:pt x="2134311" y="12179"/>
                </a:lnTo>
                <a:close/>
              </a:path>
              <a:path w="2160270" h="259079">
                <a:moveTo>
                  <a:pt x="2160193" y="12179"/>
                </a:moveTo>
                <a:lnTo>
                  <a:pt x="2134311" y="12179"/>
                </a:lnTo>
                <a:lnTo>
                  <a:pt x="2148014" y="24371"/>
                </a:lnTo>
                <a:lnTo>
                  <a:pt x="2160193" y="24371"/>
                </a:lnTo>
                <a:lnTo>
                  <a:pt x="2160193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58950" y="2635250"/>
            <a:ext cx="6151538" cy="368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클럭분주회로의</a:t>
            </a:r>
            <a:r>
              <a:rPr lang="ko-KR" altLang="en-US" smtClean="0"/>
              <a:t> 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00FF"/>
                </a:solidFill>
                <a:latin typeface="Times New Roman"/>
                <a:cs typeface="Times New Roman"/>
              </a:rPr>
              <a:t>2. </a:t>
            </a:r>
            <a:r>
              <a:rPr spc="-5" dirty="0">
                <a:solidFill>
                  <a:srgbClr val="0000FF"/>
                </a:solidFill>
              </a:rPr>
              <a:t>모드</a:t>
            </a:r>
            <a:r>
              <a:rPr spc="-30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선택</a:t>
            </a:r>
          </a:p>
        </p:txBody>
      </p:sp>
      <p:sp>
        <p:nvSpPr>
          <p:cNvPr id="6" name="object 6"/>
          <p:cNvSpPr/>
          <p:nvPr/>
        </p:nvSpPr>
        <p:spPr>
          <a:xfrm>
            <a:off x="1864855" y="2843783"/>
            <a:ext cx="178117" cy="19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89785" y="2718879"/>
            <a:ext cx="121793" cy="88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3785" y="2718879"/>
            <a:ext cx="123304" cy="868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16048" y="2702128"/>
            <a:ext cx="170497" cy="1843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61145" y="2819412"/>
            <a:ext cx="126352" cy="731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29167" y="2709735"/>
            <a:ext cx="82207" cy="929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23553" y="2705163"/>
            <a:ext cx="63944" cy="1066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6168" y="2837688"/>
            <a:ext cx="137007" cy="228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69705" y="2721927"/>
            <a:ext cx="140055" cy="1431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89859" y="2712783"/>
            <a:ext cx="97449" cy="959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04134" y="2718879"/>
            <a:ext cx="130924" cy="10053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10560" y="2658478"/>
            <a:ext cx="622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95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6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ril</a:t>
            </a:r>
            <a:r>
              <a:rPr sz="1600" b="1" i="1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24579" y="2804172"/>
            <a:ext cx="129400" cy="853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81958" y="2702128"/>
            <a:ext cx="167449" cy="989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5945" y="2717355"/>
            <a:ext cx="127876" cy="1690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06156" y="2683852"/>
            <a:ext cx="271364" cy="27151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21940" y="1181988"/>
            <a:ext cx="137007" cy="2284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57842" y="1003185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모드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36407" y="1358684"/>
            <a:ext cx="417195" cy="273050"/>
          </a:xfrm>
          <a:custGeom>
            <a:avLst/>
            <a:gdLst/>
            <a:ahLst/>
            <a:cxnLst/>
            <a:rect l="l" t="t" r="r" b="b"/>
            <a:pathLst>
              <a:path w="417194" h="273050">
                <a:moveTo>
                  <a:pt x="417118" y="0"/>
                </a:moveTo>
                <a:lnTo>
                  <a:pt x="0" y="0"/>
                </a:lnTo>
                <a:lnTo>
                  <a:pt x="0" y="272643"/>
                </a:lnTo>
                <a:lnTo>
                  <a:pt x="417118" y="272643"/>
                </a:lnTo>
                <a:lnTo>
                  <a:pt x="4171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53525" y="1358684"/>
            <a:ext cx="50800" cy="273050"/>
          </a:xfrm>
          <a:custGeom>
            <a:avLst/>
            <a:gdLst/>
            <a:ahLst/>
            <a:cxnLst/>
            <a:rect l="l" t="t" r="r" b="b"/>
            <a:pathLst>
              <a:path w="50800" h="273050">
                <a:moveTo>
                  <a:pt x="50241" y="0"/>
                </a:moveTo>
                <a:lnTo>
                  <a:pt x="0" y="0"/>
                </a:lnTo>
                <a:lnTo>
                  <a:pt x="0" y="272643"/>
                </a:lnTo>
                <a:lnTo>
                  <a:pt x="50241" y="272643"/>
                </a:lnTo>
                <a:lnTo>
                  <a:pt x="50241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03767" y="1358684"/>
            <a:ext cx="810260" cy="273050"/>
          </a:xfrm>
          <a:custGeom>
            <a:avLst/>
            <a:gdLst/>
            <a:ahLst/>
            <a:cxnLst/>
            <a:rect l="l" t="t" r="r" b="b"/>
            <a:pathLst>
              <a:path w="810260" h="273050">
                <a:moveTo>
                  <a:pt x="809879" y="0"/>
                </a:moveTo>
                <a:lnTo>
                  <a:pt x="0" y="0"/>
                </a:lnTo>
                <a:lnTo>
                  <a:pt x="0" y="272643"/>
                </a:lnTo>
                <a:lnTo>
                  <a:pt x="809879" y="272643"/>
                </a:lnTo>
                <a:lnTo>
                  <a:pt x="80987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13646" y="1358684"/>
            <a:ext cx="53340" cy="273050"/>
          </a:xfrm>
          <a:custGeom>
            <a:avLst/>
            <a:gdLst/>
            <a:ahLst/>
            <a:cxnLst/>
            <a:rect l="l" t="t" r="r" b="b"/>
            <a:pathLst>
              <a:path w="53339" h="273050">
                <a:moveTo>
                  <a:pt x="53276" y="0"/>
                </a:moveTo>
                <a:lnTo>
                  <a:pt x="0" y="0"/>
                </a:lnTo>
                <a:lnTo>
                  <a:pt x="0" y="272643"/>
                </a:lnTo>
                <a:lnTo>
                  <a:pt x="53276" y="272643"/>
                </a:lnTo>
                <a:lnTo>
                  <a:pt x="532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66935" y="1358684"/>
            <a:ext cx="405130" cy="273050"/>
          </a:xfrm>
          <a:custGeom>
            <a:avLst/>
            <a:gdLst/>
            <a:ahLst/>
            <a:cxnLst/>
            <a:rect l="l" t="t" r="r" b="b"/>
            <a:pathLst>
              <a:path w="405129" h="273050">
                <a:moveTo>
                  <a:pt x="404939" y="0"/>
                </a:moveTo>
                <a:lnTo>
                  <a:pt x="0" y="0"/>
                </a:lnTo>
                <a:lnTo>
                  <a:pt x="0" y="272643"/>
                </a:lnTo>
                <a:lnTo>
                  <a:pt x="404939" y="272643"/>
                </a:lnTo>
                <a:lnTo>
                  <a:pt x="4049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71874" y="1358684"/>
            <a:ext cx="52069" cy="273050"/>
          </a:xfrm>
          <a:custGeom>
            <a:avLst/>
            <a:gdLst/>
            <a:ahLst/>
            <a:cxnLst/>
            <a:rect l="l" t="t" r="r" b="b"/>
            <a:pathLst>
              <a:path w="52070" h="273050">
                <a:moveTo>
                  <a:pt x="51765" y="0"/>
                </a:moveTo>
                <a:lnTo>
                  <a:pt x="0" y="0"/>
                </a:lnTo>
                <a:lnTo>
                  <a:pt x="0" y="272643"/>
                </a:lnTo>
                <a:lnTo>
                  <a:pt x="51765" y="272643"/>
                </a:lnTo>
                <a:lnTo>
                  <a:pt x="517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23627" y="1358684"/>
            <a:ext cx="607695" cy="273050"/>
          </a:xfrm>
          <a:custGeom>
            <a:avLst/>
            <a:gdLst/>
            <a:ahLst/>
            <a:cxnLst/>
            <a:rect l="l" t="t" r="r" b="b"/>
            <a:pathLst>
              <a:path w="607695" h="273050">
                <a:moveTo>
                  <a:pt x="607415" y="0"/>
                </a:moveTo>
                <a:lnTo>
                  <a:pt x="0" y="0"/>
                </a:lnTo>
                <a:lnTo>
                  <a:pt x="0" y="272643"/>
                </a:lnTo>
                <a:lnTo>
                  <a:pt x="607415" y="272643"/>
                </a:lnTo>
                <a:lnTo>
                  <a:pt x="60741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331043" y="1358684"/>
            <a:ext cx="52069" cy="273050"/>
          </a:xfrm>
          <a:custGeom>
            <a:avLst/>
            <a:gdLst/>
            <a:ahLst/>
            <a:cxnLst/>
            <a:rect l="l" t="t" r="r" b="b"/>
            <a:pathLst>
              <a:path w="52070" h="273050">
                <a:moveTo>
                  <a:pt x="51765" y="0"/>
                </a:moveTo>
                <a:lnTo>
                  <a:pt x="0" y="0"/>
                </a:lnTo>
                <a:lnTo>
                  <a:pt x="0" y="272643"/>
                </a:lnTo>
                <a:lnTo>
                  <a:pt x="51765" y="272643"/>
                </a:lnTo>
                <a:lnTo>
                  <a:pt x="517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82795" y="1358684"/>
            <a:ext cx="607695" cy="273050"/>
          </a:xfrm>
          <a:custGeom>
            <a:avLst/>
            <a:gdLst/>
            <a:ahLst/>
            <a:cxnLst/>
            <a:rect l="l" t="t" r="r" b="b"/>
            <a:pathLst>
              <a:path w="607695" h="273050">
                <a:moveTo>
                  <a:pt x="607415" y="0"/>
                </a:moveTo>
                <a:lnTo>
                  <a:pt x="0" y="0"/>
                </a:lnTo>
                <a:lnTo>
                  <a:pt x="0" y="272643"/>
                </a:lnTo>
                <a:lnTo>
                  <a:pt x="607415" y="272643"/>
                </a:lnTo>
                <a:lnTo>
                  <a:pt x="60741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990210" y="1358684"/>
            <a:ext cx="53340" cy="273050"/>
          </a:xfrm>
          <a:custGeom>
            <a:avLst/>
            <a:gdLst/>
            <a:ahLst/>
            <a:cxnLst/>
            <a:rect l="l" t="t" r="r" b="b"/>
            <a:pathLst>
              <a:path w="53339" h="273050">
                <a:moveTo>
                  <a:pt x="53276" y="0"/>
                </a:moveTo>
                <a:lnTo>
                  <a:pt x="0" y="0"/>
                </a:lnTo>
                <a:lnTo>
                  <a:pt x="0" y="272643"/>
                </a:lnTo>
                <a:lnTo>
                  <a:pt x="53276" y="272643"/>
                </a:lnTo>
                <a:lnTo>
                  <a:pt x="532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43500" y="1358684"/>
            <a:ext cx="1012825" cy="273050"/>
          </a:xfrm>
          <a:custGeom>
            <a:avLst/>
            <a:gdLst/>
            <a:ahLst/>
            <a:cxnLst/>
            <a:rect l="l" t="t" r="r" b="b"/>
            <a:pathLst>
              <a:path w="1012825" h="273050">
                <a:moveTo>
                  <a:pt x="1012355" y="0"/>
                </a:moveTo>
                <a:lnTo>
                  <a:pt x="0" y="0"/>
                </a:lnTo>
                <a:lnTo>
                  <a:pt x="0" y="272643"/>
                </a:lnTo>
                <a:lnTo>
                  <a:pt x="1012355" y="272643"/>
                </a:lnTo>
                <a:lnTo>
                  <a:pt x="10123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55842" y="1358684"/>
            <a:ext cx="53340" cy="273050"/>
          </a:xfrm>
          <a:custGeom>
            <a:avLst/>
            <a:gdLst/>
            <a:ahLst/>
            <a:cxnLst/>
            <a:rect l="l" t="t" r="r" b="b"/>
            <a:pathLst>
              <a:path w="53339" h="273050">
                <a:moveTo>
                  <a:pt x="53276" y="0"/>
                </a:moveTo>
                <a:lnTo>
                  <a:pt x="0" y="0"/>
                </a:lnTo>
                <a:lnTo>
                  <a:pt x="0" y="272643"/>
                </a:lnTo>
                <a:lnTo>
                  <a:pt x="53276" y="272643"/>
                </a:lnTo>
                <a:lnTo>
                  <a:pt x="532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09131" y="1358684"/>
            <a:ext cx="405130" cy="273050"/>
          </a:xfrm>
          <a:custGeom>
            <a:avLst/>
            <a:gdLst/>
            <a:ahLst/>
            <a:cxnLst/>
            <a:rect l="l" t="t" r="r" b="b"/>
            <a:pathLst>
              <a:path w="405129" h="273050">
                <a:moveTo>
                  <a:pt x="404939" y="0"/>
                </a:moveTo>
                <a:lnTo>
                  <a:pt x="0" y="0"/>
                </a:lnTo>
                <a:lnTo>
                  <a:pt x="0" y="272643"/>
                </a:lnTo>
                <a:lnTo>
                  <a:pt x="404939" y="272643"/>
                </a:lnTo>
                <a:lnTo>
                  <a:pt x="4049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936407" y="1358684"/>
            <a:ext cx="4590415" cy="2730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SW0</a:t>
            </a:r>
            <a:r>
              <a:rPr sz="1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스위치를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누를</a:t>
            </a:r>
            <a:r>
              <a:rPr sz="1600" b="1" spc="-17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때마다</a:t>
            </a:r>
            <a:r>
              <a:rPr sz="1600" b="1" spc="-17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모드가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순환적으로</a:t>
            </a:r>
            <a:r>
              <a:rPr sz="1600" b="1" spc="-17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변경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37982" y="1246428"/>
            <a:ext cx="9334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600" spc="-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36407" y="1724240"/>
            <a:ext cx="2092325" cy="2730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비트</a:t>
            </a:r>
            <a:r>
              <a:rPr sz="16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모드</a:t>
            </a:r>
            <a:r>
              <a:rPr sz="1600" b="1" spc="-18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비트를</a:t>
            </a:r>
            <a:r>
              <a:rPr sz="16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선언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253407" y="1794306"/>
            <a:ext cx="129387" cy="10662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031145" y="1777555"/>
            <a:ext cx="377532" cy="19039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474146" y="1724240"/>
            <a:ext cx="1979295" cy="2730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스위치를 누를</a:t>
            </a:r>
            <a:r>
              <a:rPr sz="1600" b="1" spc="-38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때마다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848292" y="2143112"/>
            <a:ext cx="433857" cy="20867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341522" y="2089810"/>
            <a:ext cx="202565" cy="273050"/>
          </a:xfrm>
          <a:custGeom>
            <a:avLst/>
            <a:gdLst/>
            <a:ahLst/>
            <a:cxnLst/>
            <a:rect l="l" t="t" r="r" b="b"/>
            <a:pathLst>
              <a:path w="202564" h="273050">
                <a:moveTo>
                  <a:pt x="202476" y="0"/>
                </a:moveTo>
                <a:lnTo>
                  <a:pt x="0" y="0"/>
                </a:lnTo>
                <a:lnTo>
                  <a:pt x="0" y="272643"/>
                </a:lnTo>
                <a:lnTo>
                  <a:pt x="202476" y="272643"/>
                </a:lnTo>
                <a:lnTo>
                  <a:pt x="2024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43998" y="2089810"/>
            <a:ext cx="52069" cy="273050"/>
          </a:xfrm>
          <a:custGeom>
            <a:avLst/>
            <a:gdLst/>
            <a:ahLst/>
            <a:cxnLst/>
            <a:rect l="l" t="t" r="r" b="b"/>
            <a:pathLst>
              <a:path w="52070" h="273050">
                <a:moveTo>
                  <a:pt x="51765" y="0"/>
                </a:moveTo>
                <a:lnTo>
                  <a:pt x="0" y="0"/>
                </a:lnTo>
                <a:lnTo>
                  <a:pt x="0" y="272643"/>
                </a:lnTo>
                <a:lnTo>
                  <a:pt x="51765" y="272643"/>
                </a:lnTo>
                <a:lnTo>
                  <a:pt x="517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595751" y="2089810"/>
            <a:ext cx="405130" cy="273050"/>
          </a:xfrm>
          <a:custGeom>
            <a:avLst/>
            <a:gdLst/>
            <a:ahLst/>
            <a:cxnLst/>
            <a:rect l="l" t="t" r="r" b="b"/>
            <a:pathLst>
              <a:path w="405129" h="273050">
                <a:moveTo>
                  <a:pt x="404939" y="0"/>
                </a:moveTo>
                <a:lnTo>
                  <a:pt x="0" y="0"/>
                </a:lnTo>
                <a:lnTo>
                  <a:pt x="0" y="272643"/>
                </a:lnTo>
                <a:lnTo>
                  <a:pt x="404939" y="272643"/>
                </a:lnTo>
                <a:lnTo>
                  <a:pt x="4049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00690" y="2089810"/>
            <a:ext cx="52069" cy="273050"/>
          </a:xfrm>
          <a:custGeom>
            <a:avLst/>
            <a:gdLst/>
            <a:ahLst/>
            <a:cxnLst/>
            <a:rect l="l" t="t" r="r" b="b"/>
            <a:pathLst>
              <a:path w="52070" h="273050">
                <a:moveTo>
                  <a:pt x="51765" y="0"/>
                </a:moveTo>
                <a:lnTo>
                  <a:pt x="0" y="0"/>
                </a:lnTo>
                <a:lnTo>
                  <a:pt x="0" y="272643"/>
                </a:lnTo>
                <a:lnTo>
                  <a:pt x="51765" y="272643"/>
                </a:lnTo>
                <a:lnTo>
                  <a:pt x="517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052455" y="2089810"/>
            <a:ext cx="405130" cy="273050"/>
          </a:xfrm>
          <a:custGeom>
            <a:avLst/>
            <a:gdLst/>
            <a:ahLst/>
            <a:cxnLst/>
            <a:rect l="l" t="t" r="r" b="b"/>
            <a:pathLst>
              <a:path w="405129" h="273050">
                <a:moveTo>
                  <a:pt x="404939" y="0"/>
                </a:moveTo>
                <a:lnTo>
                  <a:pt x="0" y="0"/>
                </a:lnTo>
                <a:lnTo>
                  <a:pt x="0" y="272643"/>
                </a:lnTo>
                <a:lnTo>
                  <a:pt x="404939" y="272643"/>
                </a:lnTo>
                <a:lnTo>
                  <a:pt x="40493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57395" y="2089810"/>
            <a:ext cx="52069" cy="273050"/>
          </a:xfrm>
          <a:custGeom>
            <a:avLst/>
            <a:gdLst/>
            <a:ahLst/>
            <a:cxnLst/>
            <a:rect l="l" t="t" r="r" b="b"/>
            <a:pathLst>
              <a:path w="52070" h="273050">
                <a:moveTo>
                  <a:pt x="51765" y="0"/>
                </a:moveTo>
                <a:lnTo>
                  <a:pt x="0" y="0"/>
                </a:lnTo>
                <a:lnTo>
                  <a:pt x="0" y="272643"/>
                </a:lnTo>
                <a:lnTo>
                  <a:pt x="51765" y="272643"/>
                </a:lnTo>
                <a:lnTo>
                  <a:pt x="5176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09160" y="2089810"/>
            <a:ext cx="309245" cy="273050"/>
          </a:xfrm>
          <a:custGeom>
            <a:avLst/>
            <a:gdLst/>
            <a:ahLst/>
            <a:cxnLst/>
            <a:rect l="l" t="t" r="r" b="b"/>
            <a:pathLst>
              <a:path w="309245" h="273050">
                <a:moveTo>
                  <a:pt x="309029" y="0"/>
                </a:moveTo>
                <a:lnTo>
                  <a:pt x="0" y="0"/>
                </a:lnTo>
                <a:lnTo>
                  <a:pt x="0" y="272643"/>
                </a:lnTo>
                <a:lnTo>
                  <a:pt x="309029" y="272643"/>
                </a:lnTo>
                <a:lnTo>
                  <a:pt x="30902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936407" y="2089810"/>
            <a:ext cx="3704247" cy="2787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  <a:tabLst>
                <a:tab pos="1405255" algn="l"/>
              </a:tabLst>
            </a:pP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‘1’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씩</a:t>
            </a:r>
            <a:r>
              <a:rPr sz="1600" b="1" spc="-14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 err="1" smtClean="0">
                <a:solidFill>
                  <a:srgbClr val="0000FF"/>
                </a:solidFill>
                <a:latin typeface="맑은 고딕"/>
                <a:cs typeface="맑은 고딕"/>
              </a:rPr>
              <a:t>증가</a:t>
            </a:r>
            <a:r>
              <a:rPr lang="ko-KR" altLang="en-US" sz="1600" b="1" spc="-5" dirty="0" smtClean="0">
                <a:solidFill>
                  <a:srgbClr val="0000FF"/>
                </a:solidFill>
                <a:latin typeface="맑은 고딕"/>
                <a:cs typeface="맑은 고딕"/>
              </a:rPr>
              <a:t>하며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	각</a:t>
            </a:r>
            <a:r>
              <a:rPr sz="16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값은</a:t>
            </a:r>
            <a:r>
              <a:rPr sz="1600" b="1" spc="-18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 err="1">
                <a:solidFill>
                  <a:srgbClr val="0000FF"/>
                </a:solidFill>
                <a:latin typeface="맑은 고딕"/>
                <a:cs typeface="맑은 고딕"/>
              </a:rPr>
              <a:t>모드</a:t>
            </a:r>
            <a:r>
              <a:rPr sz="1600" b="1" spc="-18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 smtClean="0">
                <a:solidFill>
                  <a:srgbClr val="0000FF"/>
                </a:solidFill>
                <a:latin typeface="Times New Roman"/>
                <a:cs typeface="Times New Roman"/>
              </a:rPr>
              <a:t>0~3</a:t>
            </a:r>
            <a:r>
              <a:rPr lang="ko-KR" altLang="en-US" sz="1600" b="1" spc="-5" dirty="0" smtClean="0">
                <a:solidFill>
                  <a:srgbClr val="0000FF"/>
                </a:solidFill>
                <a:latin typeface="Times New Roman"/>
                <a:cs typeface="Times New Roman"/>
              </a:rPr>
              <a:t>해당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306156" y="1031201"/>
            <a:ext cx="271364" cy="27151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53481" y="2984977"/>
            <a:ext cx="6976859" cy="201212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910218" y="528548"/>
            <a:ext cx="119482" cy="13403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05761" y="528548"/>
            <a:ext cx="182676" cy="13403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803665" y="525500"/>
            <a:ext cx="94325" cy="14013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132481" y="592518"/>
            <a:ext cx="127876" cy="8376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089859" y="488937"/>
            <a:ext cx="165938" cy="990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293847" y="505701"/>
            <a:ext cx="127876" cy="16906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26329" y="5035638"/>
            <a:ext cx="5719584" cy="179583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15023" y="898677"/>
            <a:ext cx="1933359" cy="211271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705879" y="889533"/>
            <a:ext cx="1951989" cy="2138680"/>
          </a:xfrm>
          <a:custGeom>
            <a:avLst/>
            <a:gdLst/>
            <a:ahLst/>
            <a:cxnLst/>
            <a:rect l="l" t="t" r="r" b="b"/>
            <a:pathLst>
              <a:path w="1951990" h="2138680">
                <a:moveTo>
                  <a:pt x="1951634" y="0"/>
                </a:moveTo>
                <a:lnTo>
                  <a:pt x="0" y="0"/>
                </a:lnTo>
                <a:lnTo>
                  <a:pt x="0" y="2138553"/>
                </a:lnTo>
                <a:lnTo>
                  <a:pt x="1951634" y="2138553"/>
                </a:lnTo>
                <a:lnTo>
                  <a:pt x="1951634" y="2133980"/>
                </a:lnTo>
                <a:lnTo>
                  <a:pt x="9143" y="2133980"/>
                </a:lnTo>
                <a:lnTo>
                  <a:pt x="4571" y="2129408"/>
                </a:lnTo>
                <a:lnTo>
                  <a:pt x="9143" y="2129408"/>
                </a:lnTo>
                <a:lnTo>
                  <a:pt x="9143" y="9143"/>
                </a:lnTo>
                <a:lnTo>
                  <a:pt x="4571" y="9143"/>
                </a:lnTo>
                <a:lnTo>
                  <a:pt x="9143" y="4572"/>
                </a:lnTo>
                <a:lnTo>
                  <a:pt x="1951634" y="4572"/>
                </a:lnTo>
                <a:lnTo>
                  <a:pt x="1951634" y="0"/>
                </a:lnTo>
                <a:close/>
              </a:path>
              <a:path w="1951990" h="2138680">
                <a:moveTo>
                  <a:pt x="9143" y="2129408"/>
                </a:moveTo>
                <a:lnTo>
                  <a:pt x="4571" y="2129408"/>
                </a:lnTo>
                <a:lnTo>
                  <a:pt x="9143" y="2133980"/>
                </a:lnTo>
                <a:lnTo>
                  <a:pt x="9143" y="2129408"/>
                </a:lnTo>
                <a:close/>
              </a:path>
              <a:path w="1951990" h="2138680">
                <a:moveTo>
                  <a:pt x="1942503" y="2129408"/>
                </a:moveTo>
                <a:lnTo>
                  <a:pt x="9143" y="2129408"/>
                </a:lnTo>
                <a:lnTo>
                  <a:pt x="9143" y="2133980"/>
                </a:lnTo>
                <a:lnTo>
                  <a:pt x="1942503" y="2133980"/>
                </a:lnTo>
                <a:lnTo>
                  <a:pt x="1942503" y="2129408"/>
                </a:lnTo>
                <a:close/>
              </a:path>
              <a:path w="1951990" h="2138680">
                <a:moveTo>
                  <a:pt x="1942503" y="4572"/>
                </a:moveTo>
                <a:lnTo>
                  <a:pt x="1942503" y="2133980"/>
                </a:lnTo>
                <a:lnTo>
                  <a:pt x="1947075" y="2129408"/>
                </a:lnTo>
                <a:lnTo>
                  <a:pt x="1951634" y="2129408"/>
                </a:lnTo>
                <a:lnTo>
                  <a:pt x="1951634" y="9143"/>
                </a:lnTo>
                <a:lnTo>
                  <a:pt x="1947075" y="9143"/>
                </a:lnTo>
                <a:lnTo>
                  <a:pt x="1942503" y="4572"/>
                </a:lnTo>
                <a:close/>
              </a:path>
              <a:path w="1951990" h="2138680">
                <a:moveTo>
                  <a:pt x="1951634" y="2129408"/>
                </a:moveTo>
                <a:lnTo>
                  <a:pt x="1947075" y="2129408"/>
                </a:lnTo>
                <a:lnTo>
                  <a:pt x="1942503" y="2133980"/>
                </a:lnTo>
                <a:lnTo>
                  <a:pt x="1951634" y="2133980"/>
                </a:lnTo>
                <a:lnTo>
                  <a:pt x="1951634" y="2129408"/>
                </a:lnTo>
                <a:close/>
              </a:path>
              <a:path w="1951990" h="2138680">
                <a:moveTo>
                  <a:pt x="9143" y="4572"/>
                </a:moveTo>
                <a:lnTo>
                  <a:pt x="4571" y="9143"/>
                </a:lnTo>
                <a:lnTo>
                  <a:pt x="9143" y="9143"/>
                </a:lnTo>
                <a:lnTo>
                  <a:pt x="9143" y="4572"/>
                </a:lnTo>
                <a:close/>
              </a:path>
              <a:path w="1951990" h="2138680">
                <a:moveTo>
                  <a:pt x="1942503" y="4572"/>
                </a:moveTo>
                <a:lnTo>
                  <a:pt x="9143" y="4572"/>
                </a:lnTo>
                <a:lnTo>
                  <a:pt x="9143" y="9143"/>
                </a:lnTo>
                <a:lnTo>
                  <a:pt x="1942503" y="9143"/>
                </a:lnTo>
                <a:lnTo>
                  <a:pt x="1942503" y="4572"/>
                </a:lnTo>
                <a:close/>
              </a:path>
              <a:path w="1951990" h="2138680">
                <a:moveTo>
                  <a:pt x="1951634" y="4572"/>
                </a:moveTo>
                <a:lnTo>
                  <a:pt x="1942503" y="4572"/>
                </a:lnTo>
                <a:lnTo>
                  <a:pt x="1947075" y="9143"/>
                </a:lnTo>
                <a:lnTo>
                  <a:pt x="1951634" y="9143"/>
                </a:lnTo>
                <a:lnTo>
                  <a:pt x="1951634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018614" y="3634308"/>
            <a:ext cx="3622040" cy="1002665"/>
          </a:xfrm>
          <a:custGeom>
            <a:avLst/>
            <a:gdLst/>
            <a:ahLst/>
            <a:cxnLst/>
            <a:rect l="l" t="t" r="r" b="b"/>
            <a:pathLst>
              <a:path w="3622040" h="1002664">
                <a:moveTo>
                  <a:pt x="3615550" y="0"/>
                </a:moveTo>
                <a:lnTo>
                  <a:pt x="4572" y="0"/>
                </a:lnTo>
                <a:lnTo>
                  <a:pt x="0" y="6096"/>
                </a:lnTo>
                <a:lnTo>
                  <a:pt x="0" y="996162"/>
                </a:lnTo>
                <a:lnTo>
                  <a:pt x="4572" y="1002258"/>
                </a:lnTo>
                <a:lnTo>
                  <a:pt x="3615550" y="1002258"/>
                </a:lnTo>
                <a:lnTo>
                  <a:pt x="3621633" y="996162"/>
                </a:lnTo>
                <a:lnTo>
                  <a:pt x="3621633" y="990066"/>
                </a:lnTo>
                <a:lnTo>
                  <a:pt x="24358" y="990066"/>
                </a:lnTo>
                <a:lnTo>
                  <a:pt x="12179" y="976363"/>
                </a:lnTo>
                <a:lnTo>
                  <a:pt x="24358" y="976363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1"/>
                </a:lnTo>
                <a:lnTo>
                  <a:pt x="3621633" y="12191"/>
                </a:lnTo>
                <a:lnTo>
                  <a:pt x="3621633" y="6096"/>
                </a:lnTo>
                <a:lnTo>
                  <a:pt x="3615550" y="0"/>
                </a:lnTo>
                <a:close/>
              </a:path>
              <a:path w="3622040" h="1002664">
                <a:moveTo>
                  <a:pt x="24358" y="976363"/>
                </a:moveTo>
                <a:lnTo>
                  <a:pt x="12179" y="976363"/>
                </a:lnTo>
                <a:lnTo>
                  <a:pt x="24358" y="990066"/>
                </a:lnTo>
                <a:lnTo>
                  <a:pt x="24358" y="976363"/>
                </a:lnTo>
                <a:close/>
              </a:path>
              <a:path w="3622040" h="1002664">
                <a:moveTo>
                  <a:pt x="3595751" y="976363"/>
                </a:moveTo>
                <a:lnTo>
                  <a:pt x="24358" y="976363"/>
                </a:lnTo>
                <a:lnTo>
                  <a:pt x="24358" y="990066"/>
                </a:lnTo>
                <a:lnTo>
                  <a:pt x="3595751" y="990066"/>
                </a:lnTo>
                <a:lnTo>
                  <a:pt x="3595751" y="976363"/>
                </a:lnTo>
                <a:close/>
              </a:path>
              <a:path w="3622040" h="1002664">
                <a:moveTo>
                  <a:pt x="3595751" y="12191"/>
                </a:moveTo>
                <a:lnTo>
                  <a:pt x="3595751" y="990066"/>
                </a:lnTo>
                <a:lnTo>
                  <a:pt x="3607930" y="976363"/>
                </a:lnTo>
                <a:lnTo>
                  <a:pt x="3621633" y="976363"/>
                </a:lnTo>
                <a:lnTo>
                  <a:pt x="3621633" y="25895"/>
                </a:lnTo>
                <a:lnTo>
                  <a:pt x="3607930" y="25895"/>
                </a:lnTo>
                <a:lnTo>
                  <a:pt x="3595751" y="12191"/>
                </a:lnTo>
                <a:close/>
              </a:path>
              <a:path w="3622040" h="1002664">
                <a:moveTo>
                  <a:pt x="3621633" y="976363"/>
                </a:moveTo>
                <a:lnTo>
                  <a:pt x="3607930" y="976363"/>
                </a:lnTo>
                <a:lnTo>
                  <a:pt x="3595751" y="990066"/>
                </a:lnTo>
                <a:lnTo>
                  <a:pt x="3621633" y="990066"/>
                </a:lnTo>
                <a:lnTo>
                  <a:pt x="3621633" y="976363"/>
                </a:lnTo>
                <a:close/>
              </a:path>
              <a:path w="3622040" h="1002664">
                <a:moveTo>
                  <a:pt x="24358" y="12191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1"/>
                </a:lnTo>
                <a:close/>
              </a:path>
              <a:path w="3622040" h="1002664">
                <a:moveTo>
                  <a:pt x="3595751" y="12191"/>
                </a:moveTo>
                <a:lnTo>
                  <a:pt x="24358" y="12191"/>
                </a:lnTo>
                <a:lnTo>
                  <a:pt x="24358" y="25895"/>
                </a:lnTo>
                <a:lnTo>
                  <a:pt x="3595751" y="25895"/>
                </a:lnTo>
                <a:lnTo>
                  <a:pt x="3595751" y="12191"/>
                </a:lnTo>
                <a:close/>
              </a:path>
              <a:path w="3622040" h="1002664">
                <a:moveTo>
                  <a:pt x="3621633" y="12191"/>
                </a:moveTo>
                <a:lnTo>
                  <a:pt x="3595751" y="12191"/>
                </a:lnTo>
                <a:lnTo>
                  <a:pt x="3607930" y="25895"/>
                </a:lnTo>
                <a:lnTo>
                  <a:pt x="3621633" y="25895"/>
                </a:lnTo>
                <a:lnTo>
                  <a:pt x="3621633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008134" y="4988420"/>
            <a:ext cx="1170940" cy="259079"/>
          </a:xfrm>
          <a:custGeom>
            <a:avLst/>
            <a:gdLst/>
            <a:ahLst/>
            <a:cxnLst/>
            <a:rect l="l" t="t" r="r" b="b"/>
            <a:pathLst>
              <a:path w="1170939" h="259079">
                <a:moveTo>
                  <a:pt x="1164589" y="0"/>
                </a:moveTo>
                <a:lnTo>
                  <a:pt x="4559" y="0"/>
                </a:lnTo>
                <a:lnTo>
                  <a:pt x="0" y="6083"/>
                </a:lnTo>
                <a:lnTo>
                  <a:pt x="0" y="252844"/>
                </a:lnTo>
                <a:lnTo>
                  <a:pt x="4559" y="258940"/>
                </a:lnTo>
                <a:lnTo>
                  <a:pt x="1164589" y="258940"/>
                </a:lnTo>
                <a:lnTo>
                  <a:pt x="1170673" y="252844"/>
                </a:lnTo>
                <a:lnTo>
                  <a:pt x="1170673" y="246748"/>
                </a:lnTo>
                <a:lnTo>
                  <a:pt x="24358" y="246748"/>
                </a:lnTo>
                <a:lnTo>
                  <a:pt x="12179" y="234569"/>
                </a:lnTo>
                <a:lnTo>
                  <a:pt x="24358" y="234569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79"/>
                </a:lnTo>
                <a:lnTo>
                  <a:pt x="1170673" y="12179"/>
                </a:lnTo>
                <a:lnTo>
                  <a:pt x="1170673" y="6083"/>
                </a:lnTo>
                <a:lnTo>
                  <a:pt x="1164589" y="0"/>
                </a:lnTo>
                <a:close/>
              </a:path>
              <a:path w="1170939" h="259079">
                <a:moveTo>
                  <a:pt x="24358" y="234569"/>
                </a:moveTo>
                <a:lnTo>
                  <a:pt x="12179" y="234569"/>
                </a:lnTo>
                <a:lnTo>
                  <a:pt x="24358" y="246748"/>
                </a:lnTo>
                <a:lnTo>
                  <a:pt x="24358" y="234569"/>
                </a:lnTo>
                <a:close/>
              </a:path>
              <a:path w="1170939" h="259079">
                <a:moveTo>
                  <a:pt x="1144790" y="234569"/>
                </a:moveTo>
                <a:lnTo>
                  <a:pt x="24358" y="234569"/>
                </a:lnTo>
                <a:lnTo>
                  <a:pt x="24358" y="246748"/>
                </a:lnTo>
                <a:lnTo>
                  <a:pt x="1144790" y="246748"/>
                </a:lnTo>
                <a:lnTo>
                  <a:pt x="1144790" y="234569"/>
                </a:lnTo>
                <a:close/>
              </a:path>
              <a:path w="1170939" h="259079">
                <a:moveTo>
                  <a:pt x="1144790" y="12179"/>
                </a:moveTo>
                <a:lnTo>
                  <a:pt x="1144790" y="246748"/>
                </a:lnTo>
                <a:lnTo>
                  <a:pt x="1158494" y="234569"/>
                </a:lnTo>
                <a:lnTo>
                  <a:pt x="1170673" y="234569"/>
                </a:lnTo>
                <a:lnTo>
                  <a:pt x="1170673" y="25895"/>
                </a:lnTo>
                <a:lnTo>
                  <a:pt x="1158494" y="25895"/>
                </a:lnTo>
                <a:lnTo>
                  <a:pt x="1144790" y="12179"/>
                </a:lnTo>
                <a:close/>
              </a:path>
              <a:path w="1170939" h="259079">
                <a:moveTo>
                  <a:pt x="1170673" y="234569"/>
                </a:moveTo>
                <a:lnTo>
                  <a:pt x="1158494" y="234569"/>
                </a:lnTo>
                <a:lnTo>
                  <a:pt x="1144790" y="246748"/>
                </a:lnTo>
                <a:lnTo>
                  <a:pt x="1170673" y="246748"/>
                </a:lnTo>
                <a:lnTo>
                  <a:pt x="1170673" y="234569"/>
                </a:lnTo>
                <a:close/>
              </a:path>
              <a:path w="1170939" h="259079">
                <a:moveTo>
                  <a:pt x="24358" y="12179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79"/>
                </a:lnTo>
                <a:close/>
              </a:path>
              <a:path w="1170939" h="259079">
                <a:moveTo>
                  <a:pt x="1144790" y="12179"/>
                </a:moveTo>
                <a:lnTo>
                  <a:pt x="24358" y="12179"/>
                </a:lnTo>
                <a:lnTo>
                  <a:pt x="24358" y="25895"/>
                </a:lnTo>
                <a:lnTo>
                  <a:pt x="1144790" y="25895"/>
                </a:lnTo>
                <a:lnTo>
                  <a:pt x="1144790" y="12179"/>
                </a:lnTo>
                <a:close/>
              </a:path>
              <a:path w="1170939" h="259079">
                <a:moveTo>
                  <a:pt x="1170673" y="12179"/>
                </a:moveTo>
                <a:lnTo>
                  <a:pt x="1144790" y="12179"/>
                </a:lnTo>
                <a:lnTo>
                  <a:pt x="1158494" y="25895"/>
                </a:lnTo>
                <a:lnTo>
                  <a:pt x="1170673" y="25895"/>
                </a:lnTo>
                <a:lnTo>
                  <a:pt x="1170673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233269" y="4112590"/>
            <a:ext cx="1945639" cy="207645"/>
          </a:xfrm>
          <a:custGeom>
            <a:avLst/>
            <a:gdLst/>
            <a:ahLst/>
            <a:cxnLst/>
            <a:rect l="l" t="t" r="r" b="b"/>
            <a:pathLst>
              <a:path w="1945639" h="207645">
                <a:moveTo>
                  <a:pt x="1939455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01053"/>
                </a:lnTo>
                <a:lnTo>
                  <a:pt x="6083" y="207149"/>
                </a:lnTo>
                <a:lnTo>
                  <a:pt x="1939455" y="207149"/>
                </a:lnTo>
                <a:lnTo>
                  <a:pt x="1945538" y="201053"/>
                </a:lnTo>
                <a:lnTo>
                  <a:pt x="1945538" y="194970"/>
                </a:lnTo>
                <a:lnTo>
                  <a:pt x="25869" y="194970"/>
                </a:lnTo>
                <a:lnTo>
                  <a:pt x="13690" y="181254"/>
                </a:lnTo>
                <a:lnTo>
                  <a:pt x="25869" y="181254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03"/>
                </a:lnTo>
                <a:lnTo>
                  <a:pt x="1945538" y="13703"/>
                </a:lnTo>
                <a:lnTo>
                  <a:pt x="1945538" y="6095"/>
                </a:lnTo>
                <a:lnTo>
                  <a:pt x="1939455" y="0"/>
                </a:lnTo>
                <a:close/>
              </a:path>
              <a:path w="1945639" h="207645">
                <a:moveTo>
                  <a:pt x="25869" y="181254"/>
                </a:moveTo>
                <a:lnTo>
                  <a:pt x="13690" y="181254"/>
                </a:lnTo>
                <a:lnTo>
                  <a:pt x="25869" y="194970"/>
                </a:lnTo>
                <a:lnTo>
                  <a:pt x="25869" y="181254"/>
                </a:lnTo>
                <a:close/>
              </a:path>
              <a:path w="1945639" h="207645">
                <a:moveTo>
                  <a:pt x="1919655" y="181254"/>
                </a:moveTo>
                <a:lnTo>
                  <a:pt x="25869" y="181254"/>
                </a:lnTo>
                <a:lnTo>
                  <a:pt x="25869" y="194970"/>
                </a:lnTo>
                <a:lnTo>
                  <a:pt x="1919655" y="194970"/>
                </a:lnTo>
                <a:lnTo>
                  <a:pt x="1919655" y="181254"/>
                </a:lnTo>
                <a:close/>
              </a:path>
              <a:path w="1945639" h="207645">
                <a:moveTo>
                  <a:pt x="1919655" y="13703"/>
                </a:moveTo>
                <a:lnTo>
                  <a:pt x="1919655" y="194970"/>
                </a:lnTo>
                <a:lnTo>
                  <a:pt x="1933359" y="181254"/>
                </a:lnTo>
                <a:lnTo>
                  <a:pt x="1945538" y="181254"/>
                </a:lnTo>
                <a:lnTo>
                  <a:pt x="1945538" y="25895"/>
                </a:lnTo>
                <a:lnTo>
                  <a:pt x="1933359" y="25895"/>
                </a:lnTo>
                <a:lnTo>
                  <a:pt x="1919655" y="13703"/>
                </a:lnTo>
                <a:close/>
              </a:path>
              <a:path w="1945639" h="207645">
                <a:moveTo>
                  <a:pt x="1945538" y="181254"/>
                </a:moveTo>
                <a:lnTo>
                  <a:pt x="1933359" y="181254"/>
                </a:lnTo>
                <a:lnTo>
                  <a:pt x="1919655" y="194970"/>
                </a:lnTo>
                <a:lnTo>
                  <a:pt x="1945538" y="194970"/>
                </a:lnTo>
                <a:lnTo>
                  <a:pt x="1945538" y="181254"/>
                </a:lnTo>
                <a:close/>
              </a:path>
              <a:path w="1945639" h="207645">
                <a:moveTo>
                  <a:pt x="25869" y="13703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03"/>
                </a:lnTo>
                <a:close/>
              </a:path>
              <a:path w="1945639" h="207645">
                <a:moveTo>
                  <a:pt x="1919655" y="13703"/>
                </a:moveTo>
                <a:lnTo>
                  <a:pt x="25869" y="13703"/>
                </a:lnTo>
                <a:lnTo>
                  <a:pt x="25869" y="25895"/>
                </a:lnTo>
                <a:lnTo>
                  <a:pt x="1919655" y="25895"/>
                </a:lnTo>
                <a:lnTo>
                  <a:pt x="1919655" y="13703"/>
                </a:lnTo>
                <a:close/>
              </a:path>
              <a:path w="1945639" h="207645">
                <a:moveTo>
                  <a:pt x="1945538" y="13703"/>
                </a:moveTo>
                <a:lnTo>
                  <a:pt x="1919655" y="13703"/>
                </a:lnTo>
                <a:lnTo>
                  <a:pt x="1933359" y="25895"/>
                </a:lnTo>
                <a:lnTo>
                  <a:pt x="1945538" y="25895"/>
                </a:lnTo>
                <a:lnTo>
                  <a:pt x="1945538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233269" y="4324312"/>
            <a:ext cx="2162175" cy="259079"/>
          </a:xfrm>
          <a:custGeom>
            <a:avLst/>
            <a:gdLst/>
            <a:ahLst/>
            <a:cxnLst/>
            <a:rect l="l" t="t" r="r" b="b"/>
            <a:pathLst>
              <a:path w="2162175" h="259079">
                <a:moveTo>
                  <a:pt x="2155621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54368"/>
                </a:lnTo>
                <a:lnTo>
                  <a:pt x="6083" y="258940"/>
                </a:lnTo>
                <a:lnTo>
                  <a:pt x="2155621" y="258940"/>
                </a:lnTo>
                <a:lnTo>
                  <a:pt x="2161705" y="254368"/>
                </a:lnTo>
                <a:lnTo>
                  <a:pt x="2161705" y="246748"/>
                </a:lnTo>
                <a:lnTo>
                  <a:pt x="25869" y="246748"/>
                </a:lnTo>
                <a:lnTo>
                  <a:pt x="13690" y="234569"/>
                </a:lnTo>
                <a:lnTo>
                  <a:pt x="25869" y="23456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2161705" y="12179"/>
                </a:lnTo>
                <a:lnTo>
                  <a:pt x="2161705" y="6095"/>
                </a:lnTo>
                <a:lnTo>
                  <a:pt x="2155621" y="0"/>
                </a:lnTo>
                <a:close/>
              </a:path>
              <a:path w="2162175" h="259079">
                <a:moveTo>
                  <a:pt x="25869" y="234569"/>
                </a:moveTo>
                <a:lnTo>
                  <a:pt x="13690" y="234569"/>
                </a:lnTo>
                <a:lnTo>
                  <a:pt x="25869" y="246748"/>
                </a:lnTo>
                <a:lnTo>
                  <a:pt x="25869" y="234569"/>
                </a:lnTo>
                <a:close/>
              </a:path>
              <a:path w="2162175" h="259079">
                <a:moveTo>
                  <a:pt x="2135835" y="234569"/>
                </a:moveTo>
                <a:lnTo>
                  <a:pt x="25869" y="234569"/>
                </a:lnTo>
                <a:lnTo>
                  <a:pt x="25869" y="246748"/>
                </a:lnTo>
                <a:lnTo>
                  <a:pt x="2135835" y="246748"/>
                </a:lnTo>
                <a:lnTo>
                  <a:pt x="2135835" y="234569"/>
                </a:lnTo>
                <a:close/>
              </a:path>
              <a:path w="2162175" h="259079">
                <a:moveTo>
                  <a:pt x="2135835" y="12179"/>
                </a:moveTo>
                <a:lnTo>
                  <a:pt x="2135835" y="246748"/>
                </a:lnTo>
                <a:lnTo>
                  <a:pt x="2148014" y="234569"/>
                </a:lnTo>
                <a:lnTo>
                  <a:pt x="2161705" y="234569"/>
                </a:lnTo>
                <a:lnTo>
                  <a:pt x="2161705" y="25895"/>
                </a:lnTo>
                <a:lnTo>
                  <a:pt x="2148014" y="25895"/>
                </a:lnTo>
                <a:lnTo>
                  <a:pt x="2135835" y="12179"/>
                </a:lnTo>
                <a:close/>
              </a:path>
              <a:path w="2162175" h="259079">
                <a:moveTo>
                  <a:pt x="2161705" y="234569"/>
                </a:moveTo>
                <a:lnTo>
                  <a:pt x="2148014" y="234569"/>
                </a:lnTo>
                <a:lnTo>
                  <a:pt x="2135835" y="246748"/>
                </a:lnTo>
                <a:lnTo>
                  <a:pt x="2161705" y="246748"/>
                </a:lnTo>
                <a:lnTo>
                  <a:pt x="2161705" y="234569"/>
                </a:lnTo>
                <a:close/>
              </a:path>
              <a:path w="2162175" h="259079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2162175" h="259079">
                <a:moveTo>
                  <a:pt x="2135835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2135835" y="25895"/>
                </a:lnTo>
                <a:lnTo>
                  <a:pt x="2135835" y="12179"/>
                </a:lnTo>
                <a:close/>
              </a:path>
              <a:path w="2162175" h="259079">
                <a:moveTo>
                  <a:pt x="2161705" y="12179"/>
                </a:moveTo>
                <a:lnTo>
                  <a:pt x="2135835" y="12179"/>
                </a:lnTo>
                <a:lnTo>
                  <a:pt x="2148014" y="25895"/>
                </a:lnTo>
                <a:lnTo>
                  <a:pt x="2161705" y="25895"/>
                </a:lnTo>
                <a:lnTo>
                  <a:pt x="216170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377884" y="5713450"/>
            <a:ext cx="5205095" cy="449580"/>
          </a:xfrm>
          <a:custGeom>
            <a:avLst/>
            <a:gdLst/>
            <a:ahLst/>
            <a:cxnLst/>
            <a:rect l="l" t="t" r="r" b="b"/>
            <a:pathLst>
              <a:path w="5205095" h="449579">
                <a:moveTo>
                  <a:pt x="5198770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443242"/>
                </a:lnTo>
                <a:lnTo>
                  <a:pt x="6095" y="449338"/>
                </a:lnTo>
                <a:lnTo>
                  <a:pt x="5198770" y="449338"/>
                </a:lnTo>
                <a:lnTo>
                  <a:pt x="5204866" y="443242"/>
                </a:lnTo>
                <a:lnTo>
                  <a:pt x="5204866" y="437159"/>
                </a:lnTo>
                <a:lnTo>
                  <a:pt x="25882" y="437159"/>
                </a:lnTo>
                <a:lnTo>
                  <a:pt x="12179" y="424967"/>
                </a:lnTo>
                <a:lnTo>
                  <a:pt x="25882" y="424967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5204866" y="13703"/>
                </a:lnTo>
                <a:lnTo>
                  <a:pt x="5204866" y="6096"/>
                </a:lnTo>
                <a:lnTo>
                  <a:pt x="5198770" y="0"/>
                </a:lnTo>
                <a:close/>
              </a:path>
              <a:path w="5205095" h="449579">
                <a:moveTo>
                  <a:pt x="25882" y="424967"/>
                </a:moveTo>
                <a:lnTo>
                  <a:pt x="12179" y="424967"/>
                </a:lnTo>
                <a:lnTo>
                  <a:pt x="25882" y="437159"/>
                </a:lnTo>
                <a:lnTo>
                  <a:pt x="25882" y="424967"/>
                </a:lnTo>
                <a:close/>
              </a:path>
              <a:path w="5205095" h="449579">
                <a:moveTo>
                  <a:pt x="5178983" y="424967"/>
                </a:moveTo>
                <a:lnTo>
                  <a:pt x="25882" y="424967"/>
                </a:lnTo>
                <a:lnTo>
                  <a:pt x="25882" y="437159"/>
                </a:lnTo>
                <a:lnTo>
                  <a:pt x="5178983" y="437159"/>
                </a:lnTo>
                <a:lnTo>
                  <a:pt x="5178983" y="424967"/>
                </a:lnTo>
                <a:close/>
              </a:path>
              <a:path w="5205095" h="449579">
                <a:moveTo>
                  <a:pt x="5178983" y="13703"/>
                </a:moveTo>
                <a:lnTo>
                  <a:pt x="5178983" y="437159"/>
                </a:lnTo>
                <a:lnTo>
                  <a:pt x="5191163" y="424967"/>
                </a:lnTo>
                <a:lnTo>
                  <a:pt x="5204866" y="424967"/>
                </a:lnTo>
                <a:lnTo>
                  <a:pt x="5204866" y="25895"/>
                </a:lnTo>
                <a:lnTo>
                  <a:pt x="5191163" y="25895"/>
                </a:lnTo>
                <a:lnTo>
                  <a:pt x="5178983" y="13703"/>
                </a:lnTo>
                <a:close/>
              </a:path>
              <a:path w="5205095" h="449579">
                <a:moveTo>
                  <a:pt x="5204866" y="424967"/>
                </a:moveTo>
                <a:lnTo>
                  <a:pt x="5191163" y="424967"/>
                </a:lnTo>
                <a:lnTo>
                  <a:pt x="5178983" y="437159"/>
                </a:lnTo>
                <a:lnTo>
                  <a:pt x="5204866" y="437159"/>
                </a:lnTo>
                <a:lnTo>
                  <a:pt x="5204866" y="424967"/>
                </a:lnTo>
                <a:close/>
              </a:path>
              <a:path w="5205095" h="449579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5205095" h="449579">
                <a:moveTo>
                  <a:pt x="5178983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5178983" y="25895"/>
                </a:lnTo>
                <a:lnTo>
                  <a:pt x="5178983" y="13703"/>
                </a:lnTo>
                <a:close/>
              </a:path>
              <a:path w="5205095" h="449579">
                <a:moveTo>
                  <a:pt x="5204866" y="13703"/>
                </a:moveTo>
                <a:lnTo>
                  <a:pt x="5178983" y="13703"/>
                </a:lnTo>
                <a:lnTo>
                  <a:pt x="5191163" y="25895"/>
                </a:lnTo>
                <a:lnTo>
                  <a:pt x="5204866" y="25895"/>
                </a:lnTo>
                <a:lnTo>
                  <a:pt x="5204866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61717" y="6374510"/>
            <a:ext cx="3917315" cy="263525"/>
          </a:xfrm>
          <a:custGeom>
            <a:avLst/>
            <a:gdLst/>
            <a:ahLst/>
            <a:cxnLst/>
            <a:rect l="l" t="t" r="r" b="b"/>
            <a:pathLst>
              <a:path w="3917315" h="263525">
                <a:moveTo>
                  <a:pt x="3910876" y="0"/>
                </a:moveTo>
                <a:lnTo>
                  <a:pt x="6083" y="0"/>
                </a:lnTo>
                <a:lnTo>
                  <a:pt x="0" y="4571"/>
                </a:lnTo>
                <a:lnTo>
                  <a:pt x="0" y="258940"/>
                </a:lnTo>
                <a:lnTo>
                  <a:pt x="6083" y="263512"/>
                </a:lnTo>
                <a:lnTo>
                  <a:pt x="3910876" y="263512"/>
                </a:lnTo>
                <a:lnTo>
                  <a:pt x="3916959" y="258940"/>
                </a:lnTo>
                <a:lnTo>
                  <a:pt x="3916959" y="251320"/>
                </a:lnTo>
                <a:lnTo>
                  <a:pt x="25882" y="251320"/>
                </a:lnTo>
                <a:lnTo>
                  <a:pt x="12179" y="239140"/>
                </a:lnTo>
                <a:lnTo>
                  <a:pt x="25882" y="239140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3916959" y="12191"/>
                </a:lnTo>
                <a:lnTo>
                  <a:pt x="3916959" y="4571"/>
                </a:lnTo>
                <a:lnTo>
                  <a:pt x="3910876" y="0"/>
                </a:lnTo>
                <a:close/>
              </a:path>
              <a:path w="3917315" h="263525">
                <a:moveTo>
                  <a:pt x="25882" y="239140"/>
                </a:moveTo>
                <a:lnTo>
                  <a:pt x="12179" y="239140"/>
                </a:lnTo>
                <a:lnTo>
                  <a:pt x="25882" y="251320"/>
                </a:lnTo>
                <a:lnTo>
                  <a:pt x="25882" y="239140"/>
                </a:lnTo>
                <a:close/>
              </a:path>
              <a:path w="3917315" h="263525">
                <a:moveTo>
                  <a:pt x="3891089" y="239140"/>
                </a:moveTo>
                <a:lnTo>
                  <a:pt x="25882" y="239140"/>
                </a:lnTo>
                <a:lnTo>
                  <a:pt x="25882" y="251320"/>
                </a:lnTo>
                <a:lnTo>
                  <a:pt x="3891089" y="251320"/>
                </a:lnTo>
                <a:lnTo>
                  <a:pt x="3891089" y="239140"/>
                </a:lnTo>
                <a:close/>
              </a:path>
              <a:path w="3917315" h="263525">
                <a:moveTo>
                  <a:pt x="3891089" y="12191"/>
                </a:moveTo>
                <a:lnTo>
                  <a:pt x="3891089" y="251320"/>
                </a:lnTo>
                <a:lnTo>
                  <a:pt x="3903268" y="239140"/>
                </a:lnTo>
                <a:lnTo>
                  <a:pt x="3916959" y="239140"/>
                </a:lnTo>
                <a:lnTo>
                  <a:pt x="3916959" y="24371"/>
                </a:lnTo>
                <a:lnTo>
                  <a:pt x="3903268" y="24371"/>
                </a:lnTo>
                <a:lnTo>
                  <a:pt x="3891089" y="12191"/>
                </a:lnTo>
                <a:close/>
              </a:path>
              <a:path w="3917315" h="263525">
                <a:moveTo>
                  <a:pt x="3916959" y="239140"/>
                </a:moveTo>
                <a:lnTo>
                  <a:pt x="3903268" y="239140"/>
                </a:lnTo>
                <a:lnTo>
                  <a:pt x="3891089" y="251320"/>
                </a:lnTo>
                <a:lnTo>
                  <a:pt x="3916959" y="251320"/>
                </a:lnTo>
                <a:lnTo>
                  <a:pt x="3916959" y="239140"/>
                </a:lnTo>
                <a:close/>
              </a:path>
              <a:path w="3917315" h="263525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3917315" h="263525">
                <a:moveTo>
                  <a:pt x="3891089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3891089" y="24371"/>
                </a:lnTo>
                <a:lnTo>
                  <a:pt x="3891089" y="12191"/>
                </a:lnTo>
                <a:close/>
              </a:path>
              <a:path w="3917315" h="263525">
                <a:moveTo>
                  <a:pt x="3916959" y="12191"/>
                </a:moveTo>
                <a:lnTo>
                  <a:pt x="3891089" y="12191"/>
                </a:lnTo>
                <a:lnTo>
                  <a:pt x="3903268" y="24371"/>
                </a:lnTo>
                <a:lnTo>
                  <a:pt x="3916959" y="24371"/>
                </a:lnTo>
                <a:lnTo>
                  <a:pt x="3916959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62216" y="1340396"/>
            <a:ext cx="313690" cy="1601470"/>
          </a:xfrm>
          <a:custGeom>
            <a:avLst/>
            <a:gdLst/>
            <a:ahLst/>
            <a:cxnLst/>
            <a:rect l="l" t="t" r="r" b="b"/>
            <a:pathLst>
              <a:path w="313690" h="1601470">
                <a:moveTo>
                  <a:pt x="309029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1594777"/>
                </a:lnTo>
                <a:lnTo>
                  <a:pt x="6083" y="1600860"/>
                </a:lnTo>
                <a:lnTo>
                  <a:pt x="309029" y="1600860"/>
                </a:lnTo>
                <a:lnTo>
                  <a:pt x="313601" y="1594777"/>
                </a:lnTo>
                <a:lnTo>
                  <a:pt x="313601" y="1588681"/>
                </a:lnTo>
                <a:lnTo>
                  <a:pt x="25869" y="1588681"/>
                </a:lnTo>
                <a:lnTo>
                  <a:pt x="13690" y="1574977"/>
                </a:lnTo>
                <a:lnTo>
                  <a:pt x="25869" y="1574977"/>
                </a:lnTo>
                <a:lnTo>
                  <a:pt x="25869" y="24371"/>
                </a:lnTo>
                <a:lnTo>
                  <a:pt x="13690" y="24371"/>
                </a:lnTo>
                <a:lnTo>
                  <a:pt x="25869" y="12191"/>
                </a:lnTo>
                <a:lnTo>
                  <a:pt x="313601" y="12191"/>
                </a:lnTo>
                <a:lnTo>
                  <a:pt x="313601" y="4572"/>
                </a:lnTo>
                <a:lnTo>
                  <a:pt x="309029" y="0"/>
                </a:lnTo>
                <a:close/>
              </a:path>
              <a:path w="313690" h="1601470">
                <a:moveTo>
                  <a:pt x="25869" y="1574977"/>
                </a:moveTo>
                <a:lnTo>
                  <a:pt x="13690" y="1574977"/>
                </a:lnTo>
                <a:lnTo>
                  <a:pt x="25869" y="1588681"/>
                </a:lnTo>
                <a:lnTo>
                  <a:pt x="25869" y="1574977"/>
                </a:lnTo>
                <a:close/>
              </a:path>
              <a:path w="313690" h="1601470">
                <a:moveTo>
                  <a:pt x="289242" y="1574977"/>
                </a:moveTo>
                <a:lnTo>
                  <a:pt x="25869" y="1574977"/>
                </a:lnTo>
                <a:lnTo>
                  <a:pt x="25869" y="1588681"/>
                </a:lnTo>
                <a:lnTo>
                  <a:pt x="289242" y="1588681"/>
                </a:lnTo>
                <a:lnTo>
                  <a:pt x="289242" y="1574977"/>
                </a:lnTo>
                <a:close/>
              </a:path>
              <a:path w="313690" h="1601470">
                <a:moveTo>
                  <a:pt x="289242" y="12191"/>
                </a:moveTo>
                <a:lnTo>
                  <a:pt x="289242" y="1588681"/>
                </a:lnTo>
                <a:lnTo>
                  <a:pt x="301421" y="1574977"/>
                </a:lnTo>
                <a:lnTo>
                  <a:pt x="313601" y="1574977"/>
                </a:lnTo>
                <a:lnTo>
                  <a:pt x="313601" y="24371"/>
                </a:lnTo>
                <a:lnTo>
                  <a:pt x="301421" y="24371"/>
                </a:lnTo>
                <a:lnTo>
                  <a:pt x="289242" y="12191"/>
                </a:lnTo>
                <a:close/>
              </a:path>
              <a:path w="313690" h="1601470">
                <a:moveTo>
                  <a:pt x="313601" y="1574977"/>
                </a:moveTo>
                <a:lnTo>
                  <a:pt x="301421" y="1574977"/>
                </a:lnTo>
                <a:lnTo>
                  <a:pt x="289242" y="1588681"/>
                </a:lnTo>
                <a:lnTo>
                  <a:pt x="313601" y="1588681"/>
                </a:lnTo>
                <a:lnTo>
                  <a:pt x="313601" y="1574977"/>
                </a:lnTo>
                <a:close/>
              </a:path>
              <a:path w="313690" h="1601470">
                <a:moveTo>
                  <a:pt x="25869" y="12191"/>
                </a:moveTo>
                <a:lnTo>
                  <a:pt x="13690" y="24371"/>
                </a:lnTo>
                <a:lnTo>
                  <a:pt x="25869" y="24371"/>
                </a:lnTo>
                <a:lnTo>
                  <a:pt x="25869" y="12191"/>
                </a:lnTo>
                <a:close/>
              </a:path>
              <a:path w="313690" h="1601470">
                <a:moveTo>
                  <a:pt x="289242" y="12191"/>
                </a:moveTo>
                <a:lnTo>
                  <a:pt x="25869" y="12191"/>
                </a:lnTo>
                <a:lnTo>
                  <a:pt x="25869" y="24371"/>
                </a:lnTo>
                <a:lnTo>
                  <a:pt x="289242" y="24371"/>
                </a:lnTo>
                <a:lnTo>
                  <a:pt x="289242" y="12191"/>
                </a:lnTo>
                <a:close/>
              </a:path>
              <a:path w="313690" h="1601470">
                <a:moveTo>
                  <a:pt x="313601" y="12191"/>
                </a:moveTo>
                <a:lnTo>
                  <a:pt x="289242" y="12191"/>
                </a:lnTo>
                <a:lnTo>
                  <a:pt x="301421" y="24371"/>
                </a:lnTo>
                <a:lnTo>
                  <a:pt x="313601" y="24371"/>
                </a:lnTo>
                <a:lnTo>
                  <a:pt x="313601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381284" y="2101989"/>
            <a:ext cx="2395220" cy="2356485"/>
          </a:xfrm>
          <a:custGeom>
            <a:avLst/>
            <a:gdLst/>
            <a:ahLst/>
            <a:cxnLst/>
            <a:rect l="l" t="t" r="r" b="b"/>
            <a:pathLst>
              <a:path w="2395220" h="2356485">
                <a:moveTo>
                  <a:pt x="1549730" y="2347226"/>
                </a:moveTo>
                <a:lnTo>
                  <a:pt x="0" y="2347226"/>
                </a:lnTo>
                <a:lnTo>
                  <a:pt x="0" y="2356357"/>
                </a:lnTo>
                <a:lnTo>
                  <a:pt x="1557337" y="2356357"/>
                </a:lnTo>
                <a:lnTo>
                  <a:pt x="1558861" y="2354834"/>
                </a:lnTo>
                <a:lnTo>
                  <a:pt x="1558861" y="2351785"/>
                </a:lnTo>
                <a:lnTo>
                  <a:pt x="1549730" y="2351785"/>
                </a:lnTo>
                <a:lnTo>
                  <a:pt x="1549730" y="2347226"/>
                </a:lnTo>
                <a:close/>
              </a:path>
              <a:path w="2395220" h="2356485">
                <a:moveTo>
                  <a:pt x="2318512" y="33515"/>
                </a:moveTo>
                <a:lnTo>
                  <a:pt x="1551254" y="33515"/>
                </a:lnTo>
                <a:lnTo>
                  <a:pt x="1549730" y="35039"/>
                </a:lnTo>
                <a:lnTo>
                  <a:pt x="1549730" y="2351785"/>
                </a:lnTo>
                <a:lnTo>
                  <a:pt x="1554302" y="2347226"/>
                </a:lnTo>
                <a:lnTo>
                  <a:pt x="1558861" y="2347226"/>
                </a:lnTo>
                <a:lnTo>
                  <a:pt x="1558861" y="42646"/>
                </a:lnTo>
                <a:lnTo>
                  <a:pt x="1554302" y="42646"/>
                </a:lnTo>
                <a:lnTo>
                  <a:pt x="1558861" y="38074"/>
                </a:lnTo>
                <a:lnTo>
                  <a:pt x="2318512" y="38074"/>
                </a:lnTo>
                <a:lnTo>
                  <a:pt x="2318512" y="33515"/>
                </a:lnTo>
                <a:close/>
              </a:path>
              <a:path w="2395220" h="2356485">
                <a:moveTo>
                  <a:pt x="1558861" y="2347226"/>
                </a:moveTo>
                <a:lnTo>
                  <a:pt x="1554302" y="2347226"/>
                </a:lnTo>
                <a:lnTo>
                  <a:pt x="1549730" y="2351785"/>
                </a:lnTo>
                <a:lnTo>
                  <a:pt x="1558861" y="2351785"/>
                </a:lnTo>
                <a:lnTo>
                  <a:pt x="1558861" y="2347226"/>
                </a:lnTo>
                <a:close/>
              </a:path>
              <a:path w="2395220" h="2356485">
                <a:moveTo>
                  <a:pt x="2318512" y="0"/>
                </a:moveTo>
                <a:lnTo>
                  <a:pt x="2318512" y="76161"/>
                </a:lnTo>
                <a:lnTo>
                  <a:pt x="2385486" y="42646"/>
                </a:lnTo>
                <a:lnTo>
                  <a:pt x="2330691" y="42646"/>
                </a:lnTo>
                <a:lnTo>
                  <a:pt x="2330691" y="33515"/>
                </a:lnTo>
                <a:lnTo>
                  <a:pt x="2385509" y="33515"/>
                </a:lnTo>
                <a:lnTo>
                  <a:pt x="2318512" y="0"/>
                </a:lnTo>
                <a:close/>
              </a:path>
              <a:path w="2395220" h="2356485">
                <a:moveTo>
                  <a:pt x="1558861" y="38074"/>
                </a:moveTo>
                <a:lnTo>
                  <a:pt x="1554302" y="42646"/>
                </a:lnTo>
                <a:lnTo>
                  <a:pt x="1558861" y="42646"/>
                </a:lnTo>
                <a:lnTo>
                  <a:pt x="1558861" y="38074"/>
                </a:lnTo>
                <a:close/>
              </a:path>
              <a:path w="2395220" h="2356485">
                <a:moveTo>
                  <a:pt x="2318512" y="38074"/>
                </a:moveTo>
                <a:lnTo>
                  <a:pt x="1558861" y="38074"/>
                </a:lnTo>
                <a:lnTo>
                  <a:pt x="1558861" y="42646"/>
                </a:lnTo>
                <a:lnTo>
                  <a:pt x="2318512" y="42646"/>
                </a:lnTo>
                <a:lnTo>
                  <a:pt x="2318512" y="38074"/>
                </a:lnTo>
                <a:close/>
              </a:path>
              <a:path w="2395220" h="2356485">
                <a:moveTo>
                  <a:pt x="2385509" y="33515"/>
                </a:moveTo>
                <a:lnTo>
                  <a:pt x="2330691" y="33515"/>
                </a:lnTo>
                <a:lnTo>
                  <a:pt x="2330691" y="42646"/>
                </a:lnTo>
                <a:lnTo>
                  <a:pt x="2385486" y="42646"/>
                </a:lnTo>
                <a:lnTo>
                  <a:pt x="2394623" y="38074"/>
                </a:lnTo>
                <a:lnTo>
                  <a:pt x="2385509" y="335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166628" y="1227683"/>
            <a:ext cx="3013075" cy="2993390"/>
          </a:xfrm>
          <a:custGeom>
            <a:avLst/>
            <a:gdLst/>
            <a:ahLst/>
            <a:cxnLst/>
            <a:rect l="l" t="t" r="r" b="b"/>
            <a:pathLst>
              <a:path w="3013075" h="2993390">
                <a:moveTo>
                  <a:pt x="2373325" y="2983915"/>
                </a:moveTo>
                <a:lnTo>
                  <a:pt x="0" y="2983915"/>
                </a:lnTo>
                <a:lnTo>
                  <a:pt x="0" y="2993047"/>
                </a:lnTo>
                <a:lnTo>
                  <a:pt x="2380932" y="2993047"/>
                </a:lnTo>
                <a:lnTo>
                  <a:pt x="2382456" y="2991523"/>
                </a:lnTo>
                <a:lnTo>
                  <a:pt x="2382456" y="2988475"/>
                </a:lnTo>
                <a:lnTo>
                  <a:pt x="2373325" y="2988475"/>
                </a:lnTo>
                <a:lnTo>
                  <a:pt x="2373325" y="2983915"/>
                </a:lnTo>
                <a:close/>
              </a:path>
              <a:path w="3013075" h="2993390">
                <a:moveTo>
                  <a:pt x="2936582" y="33515"/>
                </a:moveTo>
                <a:lnTo>
                  <a:pt x="2374849" y="33515"/>
                </a:lnTo>
                <a:lnTo>
                  <a:pt x="2373325" y="36550"/>
                </a:lnTo>
                <a:lnTo>
                  <a:pt x="2373325" y="2988475"/>
                </a:lnTo>
                <a:lnTo>
                  <a:pt x="2377884" y="2983915"/>
                </a:lnTo>
                <a:lnTo>
                  <a:pt x="2382456" y="2983915"/>
                </a:lnTo>
                <a:lnTo>
                  <a:pt x="2382456" y="42646"/>
                </a:lnTo>
                <a:lnTo>
                  <a:pt x="2377884" y="42646"/>
                </a:lnTo>
                <a:lnTo>
                  <a:pt x="2382456" y="38074"/>
                </a:lnTo>
                <a:lnTo>
                  <a:pt x="2936582" y="38074"/>
                </a:lnTo>
                <a:lnTo>
                  <a:pt x="2936582" y="33515"/>
                </a:lnTo>
                <a:close/>
              </a:path>
              <a:path w="3013075" h="2993390">
                <a:moveTo>
                  <a:pt x="2382456" y="2983915"/>
                </a:moveTo>
                <a:lnTo>
                  <a:pt x="2377884" y="2983915"/>
                </a:lnTo>
                <a:lnTo>
                  <a:pt x="2373325" y="2988475"/>
                </a:lnTo>
                <a:lnTo>
                  <a:pt x="2382456" y="2988475"/>
                </a:lnTo>
                <a:lnTo>
                  <a:pt x="2382456" y="2983915"/>
                </a:lnTo>
                <a:close/>
              </a:path>
              <a:path w="3013075" h="2993390">
                <a:moveTo>
                  <a:pt x="2936582" y="0"/>
                </a:moveTo>
                <a:lnTo>
                  <a:pt x="2936582" y="76161"/>
                </a:lnTo>
                <a:lnTo>
                  <a:pt x="3003568" y="42646"/>
                </a:lnTo>
                <a:lnTo>
                  <a:pt x="2948762" y="42646"/>
                </a:lnTo>
                <a:lnTo>
                  <a:pt x="2948762" y="33515"/>
                </a:lnTo>
                <a:lnTo>
                  <a:pt x="3003591" y="33515"/>
                </a:lnTo>
                <a:lnTo>
                  <a:pt x="2936582" y="0"/>
                </a:lnTo>
                <a:close/>
              </a:path>
              <a:path w="3013075" h="2993390">
                <a:moveTo>
                  <a:pt x="2382456" y="38074"/>
                </a:moveTo>
                <a:lnTo>
                  <a:pt x="2377884" y="42646"/>
                </a:lnTo>
                <a:lnTo>
                  <a:pt x="2382456" y="42646"/>
                </a:lnTo>
                <a:lnTo>
                  <a:pt x="2382456" y="38074"/>
                </a:lnTo>
                <a:close/>
              </a:path>
              <a:path w="3013075" h="2993390">
                <a:moveTo>
                  <a:pt x="2936582" y="38074"/>
                </a:moveTo>
                <a:lnTo>
                  <a:pt x="2382456" y="38074"/>
                </a:lnTo>
                <a:lnTo>
                  <a:pt x="2382456" y="42646"/>
                </a:lnTo>
                <a:lnTo>
                  <a:pt x="2936582" y="42646"/>
                </a:lnTo>
                <a:lnTo>
                  <a:pt x="2936582" y="38074"/>
                </a:lnTo>
                <a:close/>
              </a:path>
              <a:path w="3013075" h="2993390">
                <a:moveTo>
                  <a:pt x="3003591" y="33515"/>
                </a:moveTo>
                <a:lnTo>
                  <a:pt x="2948762" y="33515"/>
                </a:lnTo>
                <a:lnTo>
                  <a:pt x="2948762" y="42646"/>
                </a:lnTo>
                <a:lnTo>
                  <a:pt x="3003568" y="42646"/>
                </a:lnTo>
                <a:lnTo>
                  <a:pt x="3012706" y="38074"/>
                </a:lnTo>
                <a:lnTo>
                  <a:pt x="3003591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165632" y="1146949"/>
            <a:ext cx="1021715" cy="239395"/>
          </a:xfrm>
          <a:custGeom>
            <a:avLst/>
            <a:gdLst/>
            <a:ahLst/>
            <a:cxnLst/>
            <a:rect l="l" t="t" r="r" b="b"/>
            <a:pathLst>
              <a:path w="1021715" h="239394">
                <a:moveTo>
                  <a:pt x="1016914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33057"/>
                </a:lnTo>
                <a:lnTo>
                  <a:pt x="6083" y="239141"/>
                </a:lnTo>
                <a:lnTo>
                  <a:pt x="1016914" y="239141"/>
                </a:lnTo>
                <a:lnTo>
                  <a:pt x="1021486" y="233057"/>
                </a:lnTo>
                <a:lnTo>
                  <a:pt x="1021486" y="225437"/>
                </a:lnTo>
                <a:lnTo>
                  <a:pt x="25869" y="225437"/>
                </a:lnTo>
                <a:lnTo>
                  <a:pt x="13703" y="213245"/>
                </a:lnTo>
                <a:lnTo>
                  <a:pt x="25869" y="213245"/>
                </a:lnTo>
                <a:lnTo>
                  <a:pt x="25869" y="25895"/>
                </a:lnTo>
                <a:lnTo>
                  <a:pt x="13703" y="25895"/>
                </a:lnTo>
                <a:lnTo>
                  <a:pt x="25869" y="12192"/>
                </a:lnTo>
                <a:lnTo>
                  <a:pt x="1021486" y="12192"/>
                </a:lnTo>
                <a:lnTo>
                  <a:pt x="1021486" y="6096"/>
                </a:lnTo>
                <a:lnTo>
                  <a:pt x="1016914" y="0"/>
                </a:lnTo>
                <a:close/>
              </a:path>
              <a:path w="1021715" h="239394">
                <a:moveTo>
                  <a:pt x="25869" y="213245"/>
                </a:moveTo>
                <a:lnTo>
                  <a:pt x="13703" y="213245"/>
                </a:lnTo>
                <a:lnTo>
                  <a:pt x="25869" y="225437"/>
                </a:lnTo>
                <a:lnTo>
                  <a:pt x="25869" y="213245"/>
                </a:lnTo>
                <a:close/>
              </a:path>
              <a:path w="1021715" h="239394">
                <a:moveTo>
                  <a:pt x="997127" y="213245"/>
                </a:moveTo>
                <a:lnTo>
                  <a:pt x="25869" y="213245"/>
                </a:lnTo>
                <a:lnTo>
                  <a:pt x="25869" y="225437"/>
                </a:lnTo>
                <a:lnTo>
                  <a:pt x="997127" y="225437"/>
                </a:lnTo>
                <a:lnTo>
                  <a:pt x="997127" y="213245"/>
                </a:lnTo>
                <a:close/>
              </a:path>
              <a:path w="1021715" h="239394">
                <a:moveTo>
                  <a:pt x="997127" y="12192"/>
                </a:moveTo>
                <a:lnTo>
                  <a:pt x="997127" y="225437"/>
                </a:lnTo>
                <a:lnTo>
                  <a:pt x="1009307" y="213245"/>
                </a:lnTo>
                <a:lnTo>
                  <a:pt x="1021486" y="213245"/>
                </a:lnTo>
                <a:lnTo>
                  <a:pt x="1021486" y="25895"/>
                </a:lnTo>
                <a:lnTo>
                  <a:pt x="1009307" y="25895"/>
                </a:lnTo>
                <a:lnTo>
                  <a:pt x="997127" y="12192"/>
                </a:lnTo>
                <a:close/>
              </a:path>
              <a:path w="1021715" h="239394">
                <a:moveTo>
                  <a:pt x="1021486" y="213245"/>
                </a:moveTo>
                <a:lnTo>
                  <a:pt x="1009307" y="213245"/>
                </a:lnTo>
                <a:lnTo>
                  <a:pt x="997127" y="225437"/>
                </a:lnTo>
                <a:lnTo>
                  <a:pt x="1021486" y="225437"/>
                </a:lnTo>
                <a:lnTo>
                  <a:pt x="1021486" y="213245"/>
                </a:lnTo>
                <a:close/>
              </a:path>
              <a:path w="1021715" h="239394">
                <a:moveTo>
                  <a:pt x="25869" y="12192"/>
                </a:moveTo>
                <a:lnTo>
                  <a:pt x="13703" y="25895"/>
                </a:lnTo>
                <a:lnTo>
                  <a:pt x="25869" y="25895"/>
                </a:lnTo>
                <a:lnTo>
                  <a:pt x="25869" y="12192"/>
                </a:lnTo>
                <a:close/>
              </a:path>
              <a:path w="1021715" h="239394">
                <a:moveTo>
                  <a:pt x="997127" y="12192"/>
                </a:moveTo>
                <a:lnTo>
                  <a:pt x="25869" y="12192"/>
                </a:lnTo>
                <a:lnTo>
                  <a:pt x="25869" y="25895"/>
                </a:lnTo>
                <a:lnTo>
                  <a:pt x="997127" y="25895"/>
                </a:lnTo>
                <a:lnTo>
                  <a:pt x="997127" y="12192"/>
                </a:lnTo>
                <a:close/>
              </a:path>
              <a:path w="1021715" h="239394">
                <a:moveTo>
                  <a:pt x="1021486" y="12192"/>
                </a:moveTo>
                <a:lnTo>
                  <a:pt x="997127" y="12192"/>
                </a:lnTo>
                <a:lnTo>
                  <a:pt x="1009307" y="25895"/>
                </a:lnTo>
                <a:lnTo>
                  <a:pt x="1021486" y="25895"/>
                </a:lnTo>
                <a:lnTo>
                  <a:pt x="1021486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689785" y="1003185"/>
            <a:ext cx="3140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디지털시계의</a:t>
            </a:r>
            <a:endParaRPr lang="ko-KR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1.</a:t>
            </a:r>
            <a:r>
              <a:rPr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모드</a:t>
            </a:r>
            <a:r>
              <a:rPr spc="-285" dirty="0"/>
              <a:t> </a:t>
            </a:r>
            <a:r>
              <a:rPr spc="-5" dirty="0">
                <a:latin typeface="Times New Roman"/>
                <a:cs typeface="Times New Roman"/>
              </a:rPr>
              <a:t>0</a:t>
            </a:r>
            <a:r>
              <a:rPr spc="-5" dirty="0">
                <a:solidFill>
                  <a:srgbClr val="002060"/>
                </a:solidFill>
              </a:rPr>
              <a:t>에서의</a:t>
            </a:r>
            <a:r>
              <a:rPr spc="-290" dirty="0">
                <a:solidFill>
                  <a:srgbClr val="002060"/>
                </a:solidFill>
              </a:rPr>
              <a:t> </a:t>
            </a:r>
            <a:r>
              <a:rPr spc="-5" dirty="0"/>
              <a:t>시계</a:t>
            </a:r>
            <a:r>
              <a:rPr spc="-290" dirty="0"/>
              <a:t> </a:t>
            </a:r>
            <a:r>
              <a:rPr spc="-5" dirty="0"/>
              <a:t>동작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09915" y="1279969"/>
            <a:ext cx="5873750" cy="14878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0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시계동작에서</a:t>
            </a:r>
            <a:r>
              <a:rPr sz="1600" b="1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1Hz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에</a:t>
            </a:r>
            <a:r>
              <a:rPr sz="1600" b="1" u="sng" spc="-1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동기되어</a:t>
            </a:r>
            <a:r>
              <a:rPr sz="1600" b="1" u="sng" spc="-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초단위로</a:t>
            </a:r>
            <a:r>
              <a:rPr sz="1600" b="1" u="sng" spc="-1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증가</a:t>
            </a:r>
            <a:endParaRPr sz="160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55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초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레지스터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(6</a:t>
            </a:r>
            <a:r>
              <a:rPr sz="16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bit)</a:t>
            </a:r>
            <a:r>
              <a:rPr sz="1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: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59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초에서</a:t>
            </a:r>
            <a:r>
              <a:rPr sz="1600" b="1" spc="-17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min</a:t>
            </a:r>
            <a:r>
              <a:rPr sz="1600" b="1" spc="-15" dirty="0">
                <a:solidFill>
                  <a:srgbClr val="0000FF"/>
                </a:solidFill>
                <a:latin typeface="맑은 고딕"/>
                <a:cs typeface="맑은 고딕"/>
              </a:rPr>
              <a:t>을</a:t>
            </a:r>
            <a:r>
              <a:rPr sz="1600" b="1" spc="-12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증가시키고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sec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는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초기화</a:t>
            </a:r>
            <a:endParaRPr sz="160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분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레지스터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(6</a:t>
            </a:r>
            <a:r>
              <a:rPr sz="1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bit)</a:t>
            </a:r>
            <a:r>
              <a:rPr sz="1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: 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59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분에서</a:t>
            </a:r>
            <a:r>
              <a:rPr sz="1600" b="1" spc="-16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hour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를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증가</a:t>
            </a:r>
            <a:r>
              <a:rPr sz="1600" b="1" spc="-5" dirty="0">
                <a:latin typeface="맑은 고딕"/>
                <a:cs typeface="맑은 고딕"/>
              </a:rPr>
              <a:t>시키고</a:t>
            </a:r>
            <a:r>
              <a:rPr sz="1600" b="1" spc="-150" dirty="0">
                <a:latin typeface="맑은 고딕"/>
                <a:cs typeface="맑은 고딕"/>
              </a:rPr>
              <a:t> </a:t>
            </a:r>
            <a:r>
              <a:rPr sz="16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min</a:t>
            </a:r>
            <a:r>
              <a:rPr sz="1600" b="1" spc="-15" dirty="0">
                <a:solidFill>
                  <a:srgbClr val="0000FF"/>
                </a:solidFill>
                <a:latin typeface="맑은 고딕"/>
                <a:cs typeface="맑은 고딕"/>
              </a:rPr>
              <a:t>은</a:t>
            </a:r>
            <a:r>
              <a:rPr sz="1600" b="1" spc="-14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초기화</a:t>
            </a:r>
            <a:endParaRPr sz="160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레지스터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(5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bit) </a:t>
            </a:r>
            <a:r>
              <a:rPr sz="1600" b="1" spc="-5" dirty="0">
                <a:latin typeface="Times New Roman"/>
                <a:cs typeface="Times New Roman"/>
              </a:rPr>
              <a:t>: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최대 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24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시까지</a:t>
            </a:r>
            <a:r>
              <a:rPr sz="1600" b="1" spc="-434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저장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7708" y="1034237"/>
            <a:ext cx="271364" cy="2718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77708" y="2837688"/>
            <a:ext cx="271364" cy="2715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43075" y="3130130"/>
            <a:ext cx="6329870" cy="36952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90166" y="3456101"/>
            <a:ext cx="5442585" cy="464820"/>
          </a:xfrm>
          <a:custGeom>
            <a:avLst/>
            <a:gdLst/>
            <a:ahLst/>
            <a:cxnLst/>
            <a:rect l="l" t="t" r="r" b="b"/>
            <a:pathLst>
              <a:path w="5442584" h="464820">
                <a:moveTo>
                  <a:pt x="5436260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458469"/>
                </a:lnTo>
                <a:lnTo>
                  <a:pt x="6083" y="464565"/>
                </a:lnTo>
                <a:lnTo>
                  <a:pt x="5436260" y="464565"/>
                </a:lnTo>
                <a:lnTo>
                  <a:pt x="5442343" y="458469"/>
                </a:lnTo>
                <a:lnTo>
                  <a:pt x="5442343" y="452374"/>
                </a:lnTo>
                <a:lnTo>
                  <a:pt x="25882" y="452374"/>
                </a:lnTo>
                <a:lnTo>
                  <a:pt x="12179" y="438670"/>
                </a:lnTo>
                <a:lnTo>
                  <a:pt x="25882" y="438670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5442343" y="13703"/>
                </a:lnTo>
                <a:lnTo>
                  <a:pt x="5442343" y="6083"/>
                </a:lnTo>
                <a:lnTo>
                  <a:pt x="5436260" y="0"/>
                </a:lnTo>
                <a:close/>
              </a:path>
              <a:path w="5442584" h="464820">
                <a:moveTo>
                  <a:pt x="25882" y="438670"/>
                </a:moveTo>
                <a:lnTo>
                  <a:pt x="12179" y="438670"/>
                </a:lnTo>
                <a:lnTo>
                  <a:pt x="25882" y="452374"/>
                </a:lnTo>
                <a:lnTo>
                  <a:pt x="25882" y="438670"/>
                </a:lnTo>
                <a:close/>
              </a:path>
              <a:path w="5442584" h="464820">
                <a:moveTo>
                  <a:pt x="5416461" y="438670"/>
                </a:moveTo>
                <a:lnTo>
                  <a:pt x="25882" y="438670"/>
                </a:lnTo>
                <a:lnTo>
                  <a:pt x="25882" y="452374"/>
                </a:lnTo>
                <a:lnTo>
                  <a:pt x="5416461" y="452374"/>
                </a:lnTo>
                <a:lnTo>
                  <a:pt x="5416461" y="438670"/>
                </a:lnTo>
                <a:close/>
              </a:path>
              <a:path w="5442584" h="464820">
                <a:moveTo>
                  <a:pt x="5416461" y="13703"/>
                </a:moveTo>
                <a:lnTo>
                  <a:pt x="5416461" y="452374"/>
                </a:lnTo>
                <a:lnTo>
                  <a:pt x="5430164" y="438670"/>
                </a:lnTo>
                <a:lnTo>
                  <a:pt x="5442343" y="438670"/>
                </a:lnTo>
                <a:lnTo>
                  <a:pt x="5442343" y="25895"/>
                </a:lnTo>
                <a:lnTo>
                  <a:pt x="5430164" y="25895"/>
                </a:lnTo>
                <a:lnTo>
                  <a:pt x="5416461" y="13703"/>
                </a:lnTo>
                <a:close/>
              </a:path>
              <a:path w="5442584" h="464820">
                <a:moveTo>
                  <a:pt x="5442343" y="438670"/>
                </a:moveTo>
                <a:lnTo>
                  <a:pt x="5430164" y="438670"/>
                </a:lnTo>
                <a:lnTo>
                  <a:pt x="5416461" y="452374"/>
                </a:lnTo>
                <a:lnTo>
                  <a:pt x="5442343" y="452374"/>
                </a:lnTo>
                <a:lnTo>
                  <a:pt x="5442343" y="438670"/>
                </a:lnTo>
                <a:close/>
              </a:path>
              <a:path w="5442584" h="46482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5442584" h="464820">
                <a:moveTo>
                  <a:pt x="5416461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5416461" y="25895"/>
                </a:lnTo>
                <a:lnTo>
                  <a:pt x="5416461" y="13703"/>
                </a:lnTo>
                <a:close/>
              </a:path>
              <a:path w="5442584" h="464820">
                <a:moveTo>
                  <a:pt x="5442343" y="13703"/>
                </a:moveTo>
                <a:lnTo>
                  <a:pt x="5416461" y="13703"/>
                </a:lnTo>
                <a:lnTo>
                  <a:pt x="5430164" y="25895"/>
                </a:lnTo>
                <a:lnTo>
                  <a:pt x="5442343" y="25895"/>
                </a:lnTo>
                <a:lnTo>
                  <a:pt x="5442343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090166" y="4053179"/>
            <a:ext cx="5442585" cy="2184400"/>
          </a:xfrm>
          <a:custGeom>
            <a:avLst/>
            <a:gdLst/>
            <a:ahLst/>
            <a:cxnLst/>
            <a:rect l="l" t="t" r="r" b="b"/>
            <a:pathLst>
              <a:path w="5442584" h="2184400">
                <a:moveTo>
                  <a:pt x="5436260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179675"/>
                </a:lnTo>
                <a:lnTo>
                  <a:pt x="6083" y="2184247"/>
                </a:lnTo>
                <a:lnTo>
                  <a:pt x="5436260" y="2184247"/>
                </a:lnTo>
                <a:lnTo>
                  <a:pt x="5442343" y="2179675"/>
                </a:lnTo>
                <a:lnTo>
                  <a:pt x="5442343" y="2172055"/>
                </a:lnTo>
                <a:lnTo>
                  <a:pt x="25882" y="2172055"/>
                </a:lnTo>
                <a:lnTo>
                  <a:pt x="12179" y="2159876"/>
                </a:lnTo>
                <a:lnTo>
                  <a:pt x="25882" y="2159876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91"/>
                </a:lnTo>
                <a:lnTo>
                  <a:pt x="5442343" y="12191"/>
                </a:lnTo>
                <a:lnTo>
                  <a:pt x="5442343" y="6095"/>
                </a:lnTo>
                <a:lnTo>
                  <a:pt x="5436260" y="0"/>
                </a:lnTo>
                <a:close/>
              </a:path>
              <a:path w="5442584" h="2184400">
                <a:moveTo>
                  <a:pt x="25882" y="2159876"/>
                </a:moveTo>
                <a:lnTo>
                  <a:pt x="12179" y="2159876"/>
                </a:lnTo>
                <a:lnTo>
                  <a:pt x="25882" y="2172055"/>
                </a:lnTo>
                <a:lnTo>
                  <a:pt x="25882" y="2159876"/>
                </a:lnTo>
                <a:close/>
              </a:path>
              <a:path w="5442584" h="2184400">
                <a:moveTo>
                  <a:pt x="5416461" y="2159876"/>
                </a:moveTo>
                <a:lnTo>
                  <a:pt x="25882" y="2159876"/>
                </a:lnTo>
                <a:lnTo>
                  <a:pt x="25882" y="2172055"/>
                </a:lnTo>
                <a:lnTo>
                  <a:pt x="5416461" y="2172055"/>
                </a:lnTo>
                <a:lnTo>
                  <a:pt x="5416461" y="2159876"/>
                </a:lnTo>
                <a:close/>
              </a:path>
              <a:path w="5442584" h="2184400">
                <a:moveTo>
                  <a:pt x="5416461" y="12191"/>
                </a:moveTo>
                <a:lnTo>
                  <a:pt x="5416461" y="2172055"/>
                </a:lnTo>
                <a:lnTo>
                  <a:pt x="5430164" y="2159876"/>
                </a:lnTo>
                <a:lnTo>
                  <a:pt x="5442343" y="2159876"/>
                </a:lnTo>
                <a:lnTo>
                  <a:pt x="5442343" y="25895"/>
                </a:lnTo>
                <a:lnTo>
                  <a:pt x="5430164" y="25895"/>
                </a:lnTo>
                <a:lnTo>
                  <a:pt x="5416461" y="12191"/>
                </a:lnTo>
                <a:close/>
              </a:path>
              <a:path w="5442584" h="2184400">
                <a:moveTo>
                  <a:pt x="5442343" y="2159876"/>
                </a:moveTo>
                <a:lnTo>
                  <a:pt x="5430164" y="2159876"/>
                </a:lnTo>
                <a:lnTo>
                  <a:pt x="5416461" y="2172055"/>
                </a:lnTo>
                <a:lnTo>
                  <a:pt x="5442343" y="2172055"/>
                </a:lnTo>
                <a:lnTo>
                  <a:pt x="5442343" y="2159876"/>
                </a:lnTo>
                <a:close/>
              </a:path>
              <a:path w="5442584" h="2184400">
                <a:moveTo>
                  <a:pt x="25882" y="12191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91"/>
                </a:lnTo>
                <a:close/>
              </a:path>
              <a:path w="5442584" h="2184400">
                <a:moveTo>
                  <a:pt x="5416461" y="12191"/>
                </a:moveTo>
                <a:lnTo>
                  <a:pt x="25882" y="12191"/>
                </a:lnTo>
                <a:lnTo>
                  <a:pt x="25882" y="25895"/>
                </a:lnTo>
                <a:lnTo>
                  <a:pt x="5416461" y="25895"/>
                </a:lnTo>
                <a:lnTo>
                  <a:pt x="5416461" y="12191"/>
                </a:lnTo>
                <a:close/>
              </a:path>
              <a:path w="5442584" h="2184400">
                <a:moveTo>
                  <a:pt x="5442343" y="12191"/>
                </a:moveTo>
                <a:lnTo>
                  <a:pt x="5416461" y="12191"/>
                </a:lnTo>
                <a:lnTo>
                  <a:pt x="5430164" y="25895"/>
                </a:lnTo>
                <a:lnTo>
                  <a:pt x="5442343" y="25895"/>
                </a:lnTo>
                <a:lnTo>
                  <a:pt x="5442343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90166" y="6369939"/>
            <a:ext cx="5442585" cy="536575"/>
          </a:xfrm>
          <a:custGeom>
            <a:avLst/>
            <a:gdLst/>
            <a:ahLst/>
            <a:cxnLst/>
            <a:rect l="l" t="t" r="r" b="b"/>
            <a:pathLst>
              <a:path w="5442584" h="536575">
                <a:moveTo>
                  <a:pt x="5436260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531596"/>
                </a:lnTo>
                <a:lnTo>
                  <a:pt x="6083" y="536168"/>
                </a:lnTo>
                <a:lnTo>
                  <a:pt x="5436260" y="536168"/>
                </a:lnTo>
                <a:lnTo>
                  <a:pt x="5442343" y="531596"/>
                </a:lnTo>
                <a:lnTo>
                  <a:pt x="5442343" y="523976"/>
                </a:lnTo>
                <a:lnTo>
                  <a:pt x="25882" y="523976"/>
                </a:lnTo>
                <a:lnTo>
                  <a:pt x="12179" y="511797"/>
                </a:lnTo>
                <a:lnTo>
                  <a:pt x="25882" y="511797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16"/>
                </a:lnTo>
                <a:lnTo>
                  <a:pt x="5442343" y="13716"/>
                </a:lnTo>
                <a:lnTo>
                  <a:pt x="5442343" y="6096"/>
                </a:lnTo>
                <a:lnTo>
                  <a:pt x="5436260" y="0"/>
                </a:lnTo>
                <a:close/>
              </a:path>
              <a:path w="5442584" h="536575">
                <a:moveTo>
                  <a:pt x="25882" y="511797"/>
                </a:moveTo>
                <a:lnTo>
                  <a:pt x="12179" y="511797"/>
                </a:lnTo>
                <a:lnTo>
                  <a:pt x="25882" y="523976"/>
                </a:lnTo>
                <a:lnTo>
                  <a:pt x="25882" y="511797"/>
                </a:lnTo>
                <a:close/>
              </a:path>
              <a:path w="5442584" h="536575">
                <a:moveTo>
                  <a:pt x="5416461" y="511797"/>
                </a:moveTo>
                <a:lnTo>
                  <a:pt x="25882" y="511797"/>
                </a:lnTo>
                <a:lnTo>
                  <a:pt x="25882" y="523976"/>
                </a:lnTo>
                <a:lnTo>
                  <a:pt x="5416461" y="523976"/>
                </a:lnTo>
                <a:lnTo>
                  <a:pt x="5416461" y="511797"/>
                </a:lnTo>
                <a:close/>
              </a:path>
              <a:path w="5442584" h="536575">
                <a:moveTo>
                  <a:pt x="5416461" y="13716"/>
                </a:moveTo>
                <a:lnTo>
                  <a:pt x="5416461" y="523976"/>
                </a:lnTo>
                <a:lnTo>
                  <a:pt x="5430164" y="511797"/>
                </a:lnTo>
                <a:lnTo>
                  <a:pt x="5442343" y="511797"/>
                </a:lnTo>
                <a:lnTo>
                  <a:pt x="5442343" y="25895"/>
                </a:lnTo>
                <a:lnTo>
                  <a:pt x="5430164" y="25895"/>
                </a:lnTo>
                <a:lnTo>
                  <a:pt x="5416461" y="13716"/>
                </a:lnTo>
                <a:close/>
              </a:path>
              <a:path w="5442584" h="536575">
                <a:moveTo>
                  <a:pt x="5442343" y="511797"/>
                </a:moveTo>
                <a:lnTo>
                  <a:pt x="5430164" y="511797"/>
                </a:lnTo>
                <a:lnTo>
                  <a:pt x="5416461" y="523976"/>
                </a:lnTo>
                <a:lnTo>
                  <a:pt x="5442343" y="523976"/>
                </a:lnTo>
                <a:lnTo>
                  <a:pt x="5442343" y="511797"/>
                </a:lnTo>
                <a:close/>
              </a:path>
              <a:path w="5442584" h="536575">
                <a:moveTo>
                  <a:pt x="25882" y="13716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16"/>
                </a:lnTo>
                <a:close/>
              </a:path>
              <a:path w="5442584" h="536575">
                <a:moveTo>
                  <a:pt x="5416461" y="13716"/>
                </a:moveTo>
                <a:lnTo>
                  <a:pt x="25882" y="13716"/>
                </a:lnTo>
                <a:lnTo>
                  <a:pt x="25882" y="25895"/>
                </a:lnTo>
                <a:lnTo>
                  <a:pt x="5416461" y="25895"/>
                </a:lnTo>
                <a:lnTo>
                  <a:pt x="5416461" y="13716"/>
                </a:lnTo>
                <a:close/>
              </a:path>
              <a:path w="5442584" h="536575">
                <a:moveTo>
                  <a:pt x="5442343" y="13716"/>
                </a:moveTo>
                <a:lnTo>
                  <a:pt x="5416461" y="13716"/>
                </a:lnTo>
                <a:lnTo>
                  <a:pt x="5430164" y="25895"/>
                </a:lnTo>
                <a:lnTo>
                  <a:pt x="5442343" y="25895"/>
                </a:lnTo>
                <a:lnTo>
                  <a:pt x="5442343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20109" y="4280141"/>
            <a:ext cx="630555" cy="274320"/>
          </a:xfrm>
          <a:custGeom>
            <a:avLst/>
            <a:gdLst/>
            <a:ahLst/>
            <a:cxnLst/>
            <a:rect l="l" t="t" r="r" b="b"/>
            <a:pathLst>
              <a:path w="630554" h="274320">
                <a:moveTo>
                  <a:pt x="624154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68071"/>
                </a:lnTo>
                <a:lnTo>
                  <a:pt x="6096" y="274167"/>
                </a:lnTo>
                <a:lnTo>
                  <a:pt x="624154" y="274167"/>
                </a:lnTo>
                <a:lnTo>
                  <a:pt x="630250" y="268071"/>
                </a:lnTo>
                <a:lnTo>
                  <a:pt x="630250" y="260464"/>
                </a:lnTo>
                <a:lnTo>
                  <a:pt x="25882" y="260464"/>
                </a:lnTo>
                <a:lnTo>
                  <a:pt x="12179" y="248272"/>
                </a:lnTo>
                <a:lnTo>
                  <a:pt x="25882" y="248272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630250" y="13703"/>
                </a:lnTo>
                <a:lnTo>
                  <a:pt x="630250" y="6096"/>
                </a:lnTo>
                <a:lnTo>
                  <a:pt x="624154" y="0"/>
                </a:lnTo>
                <a:close/>
              </a:path>
              <a:path w="630554" h="274320">
                <a:moveTo>
                  <a:pt x="25882" y="248272"/>
                </a:moveTo>
                <a:lnTo>
                  <a:pt x="12179" y="248272"/>
                </a:lnTo>
                <a:lnTo>
                  <a:pt x="25882" y="260464"/>
                </a:lnTo>
                <a:lnTo>
                  <a:pt x="25882" y="248272"/>
                </a:lnTo>
                <a:close/>
              </a:path>
              <a:path w="630554" h="274320">
                <a:moveTo>
                  <a:pt x="604367" y="248272"/>
                </a:moveTo>
                <a:lnTo>
                  <a:pt x="25882" y="248272"/>
                </a:lnTo>
                <a:lnTo>
                  <a:pt x="25882" y="260464"/>
                </a:lnTo>
                <a:lnTo>
                  <a:pt x="604367" y="260464"/>
                </a:lnTo>
                <a:lnTo>
                  <a:pt x="604367" y="248272"/>
                </a:lnTo>
                <a:close/>
              </a:path>
              <a:path w="630554" h="274320">
                <a:moveTo>
                  <a:pt x="604367" y="13703"/>
                </a:moveTo>
                <a:lnTo>
                  <a:pt x="604367" y="260464"/>
                </a:lnTo>
                <a:lnTo>
                  <a:pt x="618070" y="248272"/>
                </a:lnTo>
                <a:lnTo>
                  <a:pt x="630250" y="248272"/>
                </a:lnTo>
                <a:lnTo>
                  <a:pt x="630250" y="25895"/>
                </a:lnTo>
                <a:lnTo>
                  <a:pt x="618070" y="25895"/>
                </a:lnTo>
                <a:lnTo>
                  <a:pt x="604367" y="13703"/>
                </a:lnTo>
                <a:close/>
              </a:path>
              <a:path w="630554" h="274320">
                <a:moveTo>
                  <a:pt x="630250" y="248272"/>
                </a:moveTo>
                <a:lnTo>
                  <a:pt x="618070" y="248272"/>
                </a:lnTo>
                <a:lnTo>
                  <a:pt x="604367" y="260464"/>
                </a:lnTo>
                <a:lnTo>
                  <a:pt x="630250" y="260464"/>
                </a:lnTo>
                <a:lnTo>
                  <a:pt x="630250" y="248272"/>
                </a:lnTo>
                <a:close/>
              </a:path>
              <a:path w="630554" h="27432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630554" h="274320">
                <a:moveTo>
                  <a:pt x="60436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604367" y="25895"/>
                </a:lnTo>
                <a:lnTo>
                  <a:pt x="604367" y="13703"/>
                </a:lnTo>
                <a:close/>
              </a:path>
              <a:path w="630554" h="274320">
                <a:moveTo>
                  <a:pt x="630250" y="13703"/>
                </a:moveTo>
                <a:lnTo>
                  <a:pt x="604367" y="13703"/>
                </a:lnTo>
                <a:lnTo>
                  <a:pt x="618070" y="25895"/>
                </a:lnTo>
                <a:lnTo>
                  <a:pt x="630250" y="25895"/>
                </a:lnTo>
                <a:lnTo>
                  <a:pt x="630250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620109" y="6564909"/>
            <a:ext cx="630555" cy="273050"/>
          </a:xfrm>
          <a:custGeom>
            <a:avLst/>
            <a:gdLst/>
            <a:ahLst/>
            <a:cxnLst/>
            <a:rect l="l" t="t" r="r" b="b"/>
            <a:pathLst>
              <a:path w="630554" h="273050">
                <a:moveTo>
                  <a:pt x="624154" y="0"/>
                </a:moveTo>
                <a:lnTo>
                  <a:pt x="6096" y="0"/>
                </a:lnTo>
                <a:lnTo>
                  <a:pt x="0" y="6095"/>
                </a:lnTo>
                <a:lnTo>
                  <a:pt x="0" y="268084"/>
                </a:lnTo>
                <a:lnTo>
                  <a:pt x="6096" y="272643"/>
                </a:lnTo>
                <a:lnTo>
                  <a:pt x="624154" y="272643"/>
                </a:lnTo>
                <a:lnTo>
                  <a:pt x="630250" y="268084"/>
                </a:lnTo>
                <a:lnTo>
                  <a:pt x="630250" y="260464"/>
                </a:lnTo>
                <a:lnTo>
                  <a:pt x="25882" y="260464"/>
                </a:lnTo>
                <a:lnTo>
                  <a:pt x="12179" y="248272"/>
                </a:lnTo>
                <a:lnTo>
                  <a:pt x="25882" y="248272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630250" y="12179"/>
                </a:lnTo>
                <a:lnTo>
                  <a:pt x="630250" y="6095"/>
                </a:lnTo>
                <a:lnTo>
                  <a:pt x="624154" y="0"/>
                </a:lnTo>
                <a:close/>
              </a:path>
              <a:path w="630554" h="273050">
                <a:moveTo>
                  <a:pt x="25882" y="248272"/>
                </a:moveTo>
                <a:lnTo>
                  <a:pt x="12179" y="248272"/>
                </a:lnTo>
                <a:lnTo>
                  <a:pt x="25882" y="260464"/>
                </a:lnTo>
                <a:lnTo>
                  <a:pt x="25882" y="248272"/>
                </a:lnTo>
                <a:close/>
              </a:path>
              <a:path w="630554" h="273050">
                <a:moveTo>
                  <a:pt x="604367" y="248272"/>
                </a:moveTo>
                <a:lnTo>
                  <a:pt x="25882" y="248272"/>
                </a:lnTo>
                <a:lnTo>
                  <a:pt x="25882" y="260464"/>
                </a:lnTo>
                <a:lnTo>
                  <a:pt x="604367" y="260464"/>
                </a:lnTo>
                <a:lnTo>
                  <a:pt x="604367" y="248272"/>
                </a:lnTo>
                <a:close/>
              </a:path>
              <a:path w="630554" h="273050">
                <a:moveTo>
                  <a:pt x="604367" y="12179"/>
                </a:moveTo>
                <a:lnTo>
                  <a:pt x="604367" y="260464"/>
                </a:lnTo>
                <a:lnTo>
                  <a:pt x="618070" y="248272"/>
                </a:lnTo>
                <a:lnTo>
                  <a:pt x="630250" y="248272"/>
                </a:lnTo>
                <a:lnTo>
                  <a:pt x="630250" y="25895"/>
                </a:lnTo>
                <a:lnTo>
                  <a:pt x="618070" y="25895"/>
                </a:lnTo>
                <a:lnTo>
                  <a:pt x="604367" y="12179"/>
                </a:lnTo>
                <a:close/>
              </a:path>
              <a:path w="630554" h="273050">
                <a:moveTo>
                  <a:pt x="630250" y="248272"/>
                </a:moveTo>
                <a:lnTo>
                  <a:pt x="618070" y="248272"/>
                </a:lnTo>
                <a:lnTo>
                  <a:pt x="604367" y="260464"/>
                </a:lnTo>
                <a:lnTo>
                  <a:pt x="630250" y="260464"/>
                </a:lnTo>
                <a:lnTo>
                  <a:pt x="630250" y="248272"/>
                </a:lnTo>
                <a:close/>
              </a:path>
              <a:path w="630554" h="273050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630554" h="273050">
                <a:moveTo>
                  <a:pt x="604367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604367" y="25895"/>
                </a:lnTo>
                <a:lnTo>
                  <a:pt x="604367" y="12179"/>
                </a:lnTo>
                <a:close/>
              </a:path>
              <a:path w="630554" h="273050">
                <a:moveTo>
                  <a:pt x="630250" y="12179"/>
                </a:moveTo>
                <a:lnTo>
                  <a:pt x="604367" y="12179"/>
                </a:lnTo>
                <a:lnTo>
                  <a:pt x="618070" y="25895"/>
                </a:lnTo>
                <a:lnTo>
                  <a:pt x="630250" y="25895"/>
                </a:lnTo>
                <a:lnTo>
                  <a:pt x="630250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37154" y="5567222"/>
            <a:ext cx="4629785" cy="421005"/>
          </a:xfrm>
          <a:custGeom>
            <a:avLst/>
            <a:gdLst/>
            <a:ahLst/>
            <a:cxnLst/>
            <a:rect l="l" t="t" r="r" b="b"/>
            <a:pathLst>
              <a:path w="4629784" h="421004">
                <a:moveTo>
                  <a:pt x="4623333" y="0"/>
                </a:moveTo>
                <a:lnTo>
                  <a:pt x="6095" y="0"/>
                </a:lnTo>
                <a:lnTo>
                  <a:pt x="0" y="4571"/>
                </a:lnTo>
                <a:lnTo>
                  <a:pt x="0" y="414312"/>
                </a:lnTo>
                <a:lnTo>
                  <a:pt x="6095" y="420395"/>
                </a:lnTo>
                <a:lnTo>
                  <a:pt x="4623333" y="420395"/>
                </a:lnTo>
                <a:lnTo>
                  <a:pt x="4629416" y="414312"/>
                </a:lnTo>
                <a:lnTo>
                  <a:pt x="4629416" y="408216"/>
                </a:lnTo>
                <a:lnTo>
                  <a:pt x="25882" y="408216"/>
                </a:lnTo>
                <a:lnTo>
                  <a:pt x="12179" y="394512"/>
                </a:lnTo>
                <a:lnTo>
                  <a:pt x="25882" y="394512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4629416" y="12191"/>
                </a:lnTo>
                <a:lnTo>
                  <a:pt x="4629416" y="4571"/>
                </a:lnTo>
                <a:lnTo>
                  <a:pt x="4623333" y="0"/>
                </a:lnTo>
                <a:close/>
              </a:path>
              <a:path w="4629784" h="421004">
                <a:moveTo>
                  <a:pt x="25882" y="394512"/>
                </a:moveTo>
                <a:lnTo>
                  <a:pt x="12179" y="394512"/>
                </a:lnTo>
                <a:lnTo>
                  <a:pt x="25882" y="408216"/>
                </a:lnTo>
                <a:lnTo>
                  <a:pt x="25882" y="394512"/>
                </a:lnTo>
                <a:close/>
              </a:path>
              <a:path w="4629784" h="421004">
                <a:moveTo>
                  <a:pt x="4603546" y="394512"/>
                </a:moveTo>
                <a:lnTo>
                  <a:pt x="25882" y="394512"/>
                </a:lnTo>
                <a:lnTo>
                  <a:pt x="25882" y="408216"/>
                </a:lnTo>
                <a:lnTo>
                  <a:pt x="4603546" y="408216"/>
                </a:lnTo>
                <a:lnTo>
                  <a:pt x="4603546" y="394512"/>
                </a:lnTo>
                <a:close/>
              </a:path>
              <a:path w="4629784" h="421004">
                <a:moveTo>
                  <a:pt x="4603546" y="12191"/>
                </a:moveTo>
                <a:lnTo>
                  <a:pt x="4603546" y="408216"/>
                </a:lnTo>
                <a:lnTo>
                  <a:pt x="4615726" y="394512"/>
                </a:lnTo>
                <a:lnTo>
                  <a:pt x="4629416" y="394512"/>
                </a:lnTo>
                <a:lnTo>
                  <a:pt x="4629416" y="24371"/>
                </a:lnTo>
                <a:lnTo>
                  <a:pt x="4615726" y="24371"/>
                </a:lnTo>
                <a:lnTo>
                  <a:pt x="4603546" y="12191"/>
                </a:lnTo>
                <a:close/>
              </a:path>
              <a:path w="4629784" h="421004">
                <a:moveTo>
                  <a:pt x="4629416" y="394512"/>
                </a:moveTo>
                <a:lnTo>
                  <a:pt x="4615726" y="394512"/>
                </a:lnTo>
                <a:lnTo>
                  <a:pt x="4603546" y="408216"/>
                </a:lnTo>
                <a:lnTo>
                  <a:pt x="4629416" y="408216"/>
                </a:lnTo>
                <a:lnTo>
                  <a:pt x="4629416" y="394512"/>
                </a:lnTo>
                <a:close/>
              </a:path>
              <a:path w="4629784" h="421004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4629784" h="421004">
                <a:moveTo>
                  <a:pt x="4603546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4603546" y="24371"/>
                </a:lnTo>
                <a:lnTo>
                  <a:pt x="4603546" y="12191"/>
                </a:lnTo>
                <a:close/>
              </a:path>
              <a:path w="4629784" h="421004">
                <a:moveTo>
                  <a:pt x="4629416" y="12191"/>
                </a:moveTo>
                <a:lnTo>
                  <a:pt x="4603546" y="12191"/>
                </a:lnTo>
                <a:lnTo>
                  <a:pt x="4615726" y="24371"/>
                </a:lnTo>
                <a:lnTo>
                  <a:pt x="4629416" y="24371"/>
                </a:lnTo>
                <a:lnTo>
                  <a:pt x="4629416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06332" y="4909210"/>
            <a:ext cx="5060315" cy="640080"/>
          </a:xfrm>
          <a:custGeom>
            <a:avLst/>
            <a:gdLst/>
            <a:ahLst/>
            <a:cxnLst/>
            <a:rect l="l" t="t" r="r" b="b"/>
            <a:pathLst>
              <a:path w="5060315" h="640079">
                <a:moveTo>
                  <a:pt x="5054155" y="0"/>
                </a:moveTo>
                <a:lnTo>
                  <a:pt x="4572" y="0"/>
                </a:lnTo>
                <a:lnTo>
                  <a:pt x="0" y="4571"/>
                </a:lnTo>
                <a:lnTo>
                  <a:pt x="0" y="633641"/>
                </a:lnTo>
                <a:lnTo>
                  <a:pt x="4572" y="639737"/>
                </a:lnTo>
                <a:lnTo>
                  <a:pt x="5054155" y="639737"/>
                </a:lnTo>
                <a:lnTo>
                  <a:pt x="5060238" y="633641"/>
                </a:lnTo>
                <a:lnTo>
                  <a:pt x="5060238" y="627557"/>
                </a:lnTo>
                <a:lnTo>
                  <a:pt x="24358" y="627557"/>
                </a:lnTo>
                <a:lnTo>
                  <a:pt x="12179" y="613841"/>
                </a:lnTo>
                <a:lnTo>
                  <a:pt x="24358" y="613841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5060238" y="12191"/>
                </a:lnTo>
                <a:lnTo>
                  <a:pt x="5060238" y="4571"/>
                </a:lnTo>
                <a:lnTo>
                  <a:pt x="5054155" y="0"/>
                </a:lnTo>
                <a:close/>
              </a:path>
              <a:path w="5060315" h="640079">
                <a:moveTo>
                  <a:pt x="24358" y="613841"/>
                </a:moveTo>
                <a:lnTo>
                  <a:pt x="12179" y="613841"/>
                </a:lnTo>
                <a:lnTo>
                  <a:pt x="24358" y="627557"/>
                </a:lnTo>
                <a:lnTo>
                  <a:pt x="24358" y="613841"/>
                </a:lnTo>
                <a:close/>
              </a:path>
              <a:path w="5060315" h="640079">
                <a:moveTo>
                  <a:pt x="5034368" y="613841"/>
                </a:moveTo>
                <a:lnTo>
                  <a:pt x="24358" y="613841"/>
                </a:lnTo>
                <a:lnTo>
                  <a:pt x="24358" y="627557"/>
                </a:lnTo>
                <a:lnTo>
                  <a:pt x="5034368" y="627557"/>
                </a:lnTo>
                <a:lnTo>
                  <a:pt x="5034368" y="613841"/>
                </a:lnTo>
                <a:close/>
              </a:path>
              <a:path w="5060315" h="640079">
                <a:moveTo>
                  <a:pt x="5034368" y="12191"/>
                </a:moveTo>
                <a:lnTo>
                  <a:pt x="5034368" y="627557"/>
                </a:lnTo>
                <a:lnTo>
                  <a:pt x="5046548" y="613841"/>
                </a:lnTo>
                <a:lnTo>
                  <a:pt x="5060238" y="613841"/>
                </a:lnTo>
                <a:lnTo>
                  <a:pt x="5060238" y="24371"/>
                </a:lnTo>
                <a:lnTo>
                  <a:pt x="5046548" y="24371"/>
                </a:lnTo>
                <a:lnTo>
                  <a:pt x="5034368" y="12191"/>
                </a:lnTo>
                <a:close/>
              </a:path>
              <a:path w="5060315" h="640079">
                <a:moveTo>
                  <a:pt x="5060238" y="613841"/>
                </a:moveTo>
                <a:lnTo>
                  <a:pt x="5046548" y="613841"/>
                </a:lnTo>
                <a:lnTo>
                  <a:pt x="5034368" y="627557"/>
                </a:lnTo>
                <a:lnTo>
                  <a:pt x="5060238" y="627557"/>
                </a:lnTo>
                <a:lnTo>
                  <a:pt x="5060238" y="613841"/>
                </a:lnTo>
                <a:close/>
              </a:path>
              <a:path w="5060315" h="640079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5060315" h="640079">
                <a:moveTo>
                  <a:pt x="5034368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5034368" y="24371"/>
                </a:lnTo>
                <a:lnTo>
                  <a:pt x="5034368" y="12191"/>
                </a:lnTo>
                <a:close/>
              </a:path>
              <a:path w="5060315" h="640079">
                <a:moveTo>
                  <a:pt x="5060238" y="12191"/>
                </a:moveTo>
                <a:lnTo>
                  <a:pt x="5034368" y="12191"/>
                </a:lnTo>
                <a:lnTo>
                  <a:pt x="5046548" y="24371"/>
                </a:lnTo>
                <a:lnTo>
                  <a:pt x="5060238" y="24371"/>
                </a:lnTo>
                <a:lnTo>
                  <a:pt x="5060238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56471" y="5119408"/>
            <a:ext cx="1452880" cy="230504"/>
          </a:xfrm>
          <a:custGeom>
            <a:avLst/>
            <a:gdLst/>
            <a:ahLst/>
            <a:cxnLst/>
            <a:rect l="l" t="t" r="r" b="b"/>
            <a:pathLst>
              <a:path w="1452879" h="230504">
                <a:moveTo>
                  <a:pt x="1446225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223913"/>
                </a:lnTo>
                <a:lnTo>
                  <a:pt x="6096" y="229996"/>
                </a:lnTo>
                <a:lnTo>
                  <a:pt x="1446225" y="229996"/>
                </a:lnTo>
                <a:lnTo>
                  <a:pt x="1452308" y="223913"/>
                </a:lnTo>
                <a:lnTo>
                  <a:pt x="1452308" y="216293"/>
                </a:lnTo>
                <a:lnTo>
                  <a:pt x="25882" y="216293"/>
                </a:lnTo>
                <a:lnTo>
                  <a:pt x="13703" y="204114"/>
                </a:lnTo>
                <a:lnTo>
                  <a:pt x="25882" y="204114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1452308" y="12191"/>
                </a:lnTo>
                <a:lnTo>
                  <a:pt x="1452308" y="4571"/>
                </a:lnTo>
                <a:lnTo>
                  <a:pt x="1446225" y="0"/>
                </a:lnTo>
                <a:close/>
              </a:path>
              <a:path w="1452879" h="230504">
                <a:moveTo>
                  <a:pt x="25882" y="204114"/>
                </a:moveTo>
                <a:lnTo>
                  <a:pt x="13703" y="204114"/>
                </a:lnTo>
                <a:lnTo>
                  <a:pt x="25882" y="216293"/>
                </a:lnTo>
                <a:lnTo>
                  <a:pt x="25882" y="204114"/>
                </a:lnTo>
                <a:close/>
              </a:path>
              <a:path w="1452879" h="230504">
                <a:moveTo>
                  <a:pt x="1426425" y="204114"/>
                </a:moveTo>
                <a:lnTo>
                  <a:pt x="25882" y="204114"/>
                </a:lnTo>
                <a:lnTo>
                  <a:pt x="25882" y="216293"/>
                </a:lnTo>
                <a:lnTo>
                  <a:pt x="1426425" y="216293"/>
                </a:lnTo>
                <a:lnTo>
                  <a:pt x="1426425" y="204114"/>
                </a:lnTo>
                <a:close/>
              </a:path>
              <a:path w="1452879" h="230504">
                <a:moveTo>
                  <a:pt x="1426425" y="12191"/>
                </a:moveTo>
                <a:lnTo>
                  <a:pt x="1426425" y="216293"/>
                </a:lnTo>
                <a:lnTo>
                  <a:pt x="1440129" y="204114"/>
                </a:lnTo>
                <a:lnTo>
                  <a:pt x="1452308" y="204114"/>
                </a:lnTo>
                <a:lnTo>
                  <a:pt x="1452308" y="24371"/>
                </a:lnTo>
                <a:lnTo>
                  <a:pt x="1440129" y="24371"/>
                </a:lnTo>
                <a:lnTo>
                  <a:pt x="1426425" y="12191"/>
                </a:lnTo>
                <a:close/>
              </a:path>
              <a:path w="1452879" h="230504">
                <a:moveTo>
                  <a:pt x="1452308" y="204114"/>
                </a:moveTo>
                <a:lnTo>
                  <a:pt x="1440129" y="204114"/>
                </a:lnTo>
                <a:lnTo>
                  <a:pt x="1426425" y="216293"/>
                </a:lnTo>
                <a:lnTo>
                  <a:pt x="1452308" y="216293"/>
                </a:lnTo>
                <a:lnTo>
                  <a:pt x="1452308" y="204114"/>
                </a:lnTo>
                <a:close/>
              </a:path>
              <a:path w="1452879" h="230504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1452879" h="230504">
                <a:moveTo>
                  <a:pt x="142642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1426425" y="24371"/>
                </a:lnTo>
                <a:lnTo>
                  <a:pt x="1426425" y="12191"/>
                </a:lnTo>
                <a:close/>
              </a:path>
              <a:path w="1452879" h="230504">
                <a:moveTo>
                  <a:pt x="1452308" y="12191"/>
                </a:moveTo>
                <a:lnTo>
                  <a:pt x="1426425" y="12191"/>
                </a:lnTo>
                <a:lnTo>
                  <a:pt x="1440129" y="24371"/>
                </a:lnTo>
                <a:lnTo>
                  <a:pt x="1452308" y="24371"/>
                </a:lnTo>
                <a:lnTo>
                  <a:pt x="1452308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43075" y="1034237"/>
            <a:ext cx="489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시계동작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43075" y="2837688"/>
            <a:ext cx="260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시계동작설계</a:t>
            </a:r>
            <a:endParaRPr lang="ko-KR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1.</a:t>
            </a:r>
            <a:r>
              <a:rPr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모드</a:t>
            </a:r>
            <a:r>
              <a:rPr spc="-285" dirty="0"/>
              <a:t> </a:t>
            </a:r>
            <a:r>
              <a:rPr spc="-5" dirty="0">
                <a:latin typeface="Times New Roman"/>
                <a:cs typeface="Times New Roman"/>
              </a:rPr>
              <a:t>0</a:t>
            </a:r>
            <a:r>
              <a:rPr spc="-5" dirty="0">
                <a:solidFill>
                  <a:srgbClr val="002060"/>
                </a:solidFill>
              </a:rPr>
              <a:t>에서의</a:t>
            </a:r>
            <a:r>
              <a:rPr spc="-290" dirty="0">
                <a:solidFill>
                  <a:srgbClr val="002060"/>
                </a:solidFill>
              </a:rPr>
              <a:t> </a:t>
            </a:r>
            <a:r>
              <a:rPr spc="-5" dirty="0"/>
              <a:t>시계</a:t>
            </a:r>
            <a:r>
              <a:rPr spc="-290" dirty="0"/>
              <a:t> </a:t>
            </a:r>
            <a:r>
              <a:rPr spc="-5" dirty="0"/>
              <a:t>동작</a:t>
            </a:r>
          </a:p>
        </p:txBody>
      </p:sp>
      <p:sp>
        <p:nvSpPr>
          <p:cNvPr id="12" name="object 12"/>
          <p:cNvSpPr/>
          <p:nvPr/>
        </p:nvSpPr>
        <p:spPr>
          <a:xfrm>
            <a:off x="1814626" y="1114971"/>
            <a:ext cx="5470849" cy="44903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55152" y="958075"/>
            <a:ext cx="5240020" cy="2041525"/>
          </a:xfrm>
          <a:custGeom>
            <a:avLst/>
            <a:gdLst/>
            <a:ahLst/>
            <a:cxnLst/>
            <a:rect l="l" t="t" r="r" b="b"/>
            <a:pathLst>
              <a:path w="5240020" h="2041525">
                <a:moveTo>
                  <a:pt x="5233784" y="0"/>
                </a:moveTo>
                <a:lnTo>
                  <a:pt x="4571" y="0"/>
                </a:lnTo>
                <a:lnTo>
                  <a:pt x="0" y="6096"/>
                </a:lnTo>
                <a:lnTo>
                  <a:pt x="0" y="2034971"/>
                </a:lnTo>
                <a:lnTo>
                  <a:pt x="4571" y="2041067"/>
                </a:lnTo>
                <a:lnTo>
                  <a:pt x="5233784" y="2041067"/>
                </a:lnTo>
                <a:lnTo>
                  <a:pt x="5239880" y="2034971"/>
                </a:lnTo>
                <a:lnTo>
                  <a:pt x="5239880" y="2028888"/>
                </a:lnTo>
                <a:lnTo>
                  <a:pt x="24358" y="2028888"/>
                </a:lnTo>
                <a:lnTo>
                  <a:pt x="12179" y="2015172"/>
                </a:lnTo>
                <a:lnTo>
                  <a:pt x="24358" y="2015172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16"/>
                </a:lnTo>
                <a:lnTo>
                  <a:pt x="5239880" y="13716"/>
                </a:lnTo>
                <a:lnTo>
                  <a:pt x="5239880" y="6096"/>
                </a:lnTo>
                <a:lnTo>
                  <a:pt x="5233784" y="0"/>
                </a:lnTo>
                <a:close/>
              </a:path>
              <a:path w="5240020" h="2041525">
                <a:moveTo>
                  <a:pt x="24358" y="2015172"/>
                </a:moveTo>
                <a:lnTo>
                  <a:pt x="12179" y="2015172"/>
                </a:lnTo>
                <a:lnTo>
                  <a:pt x="24358" y="2028888"/>
                </a:lnTo>
                <a:lnTo>
                  <a:pt x="24358" y="2015172"/>
                </a:lnTo>
                <a:close/>
              </a:path>
              <a:path w="5240020" h="2041525">
                <a:moveTo>
                  <a:pt x="5213997" y="2015172"/>
                </a:moveTo>
                <a:lnTo>
                  <a:pt x="24358" y="2015172"/>
                </a:lnTo>
                <a:lnTo>
                  <a:pt x="24358" y="2028888"/>
                </a:lnTo>
                <a:lnTo>
                  <a:pt x="5213997" y="2028888"/>
                </a:lnTo>
                <a:lnTo>
                  <a:pt x="5213997" y="2015172"/>
                </a:lnTo>
                <a:close/>
              </a:path>
              <a:path w="5240020" h="2041525">
                <a:moveTo>
                  <a:pt x="5213997" y="13716"/>
                </a:moveTo>
                <a:lnTo>
                  <a:pt x="5213997" y="2028888"/>
                </a:lnTo>
                <a:lnTo>
                  <a:pt x="5226177" y="2015172"/>
                </a:lnTo>
                <a:lnTo>
                  <a:pt x="5239880" y="2015172"/>
                </a:lnTo>
                <a:lnTo>
                  <a:pt x="5239880" y="25895"/>
                </a:lnTo>
                <a:lnTo>
                  <a:pt x="5226177" y="25895"/>
                </a:lnTo>
                <a:lnTo>
                  <a:pt x="5213997" y="13716"/>
                </a:lnTo>
                <a:close/>
              </a:path>
              <a:path w="5240020" h="2041525">
                <a:moveTo>
                  <a:pt x="5239880" y="2015172"/>
                </a:moveTo>
                <a:lnTo>
                  <a:pt x="5226177" y="2015172"/>
                </a:lnTo>
                <a:lnTo>
                  <a:pt x="5213997" y="2028888"/>
                </a:lnTo>
                <a:lnTo>
                  <a:pt x="5239880" y="2028888"/>
                </a:lnTo>
                <a:lnTo>
                  <a:pt x="5239880" y="2015172"/>
                </a:lnTo>
                <a:close/>
              </a:path>
              <a:path w="5240020" h="2041525">
                <a:moveTo>
                  <a:pt x="24358" y="13716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16"/>
                </a:lnTo>
                <a:close/>
              </a:path>
              <a:path w="5240020" h="2041525">
                <a:moveTo>
                  <a:pt x="5213997" y="13716"/>
                </a:moveTo>
                <a:lnTo>
                  <a:pt x="24358" y="13716"/>
                </a:lnTo>
                <a:lnTo>
                  <a:pt x="24358" y="25895"/>
                </a:lnTo>
                <a:lnTo>
                  <a:pt x="5213997" y="25895"/>
                </a:lnTo>
                <a:lnTo>
                  <a:pt x="5213997" y="13716"/>
                </a:lnTo>
                <a:close/>
              </a:path>
              <a:path w="5240020" h="2041525">
                <a:moveTo>
                  <a:pt x="5239880" y="13716"/>
                </a:moveTo>
                <a:lnTo>
                  <a:pt x="5213997" y="13716"/>
                </a:lnTo>
                <a:lnTo>
                  <a:pt x="5226177" y="25895"/>
                </a:lnTo>
                <a:lnTo>
                  <a:pt x="5239880" y="25895"/>
                </a:lnTo>
                <a:lnTo>
                  <a:pt x="5239880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55152" y="3111855"/>
            <a:ext cx="5240020" cy="2550160"/>
          </a:xfrm>
          <a:custGeom>
            <a:avLst/>
            <a:gdLst/>
            <a:ahLst/>
            <a:cxnLst/>
            <a:rect l="l" t="t" r="r" b="b"/>
            <a:pathLst>
              <a:path w="5240020" h="2550160">
                <a:moveTo>
                  <a:pt x="5233784" y="0"/>
                </a:moveTo>
                <a:lnTo>
                  <a:pt x="4571" y="0"/>
                </a:lnTo>
                <a:lnTo>
                  <a:pt x="0" y="6095"/>
                </a:lnTo>
                <a:lnTo>
                  <a:pt x="0" y="2545232"/>
                </a:lnTo>
                <a:lnTo>
                  <a:pt x="4571" y="2549804"/>
                </a:lnTo>
                <a:lnTo>
                  <a:pt x="5233784" y="2549804"/>
                </a:lnTo>
                <a:lnTo>
                  <a:pt x="5239880" y="2545232"/>
                </a:lnTo>
                <a:lnTo>
                  <a:pt x="5239880" y="2537625"/>
                </a:lnTo>
                <a:lnTo>
                  <a:pt x="24358" y="2537625"/>
                </a:lnTo>
                <a:lnTo>
                  <a:pt x="12179" y="2525433"/>
                </a:lnTo>
                <a:lnTo>
                  <a:pt x="24358" y="2525433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15"/>
                </a:lnTo>
                <a:lnTo>
                  <a:pt x="5239880" y="13715"/>
                </a:lnTo>
                <a:lnTo>
                  <a:pt x="5239880" y="6095"/>
                </a:lnTo>
                <a:lnTo>
                  <a:pt x="5233784" y="0"/>
                </a:lnTo>
                <a:close/>
              </a:path>
              <a:path w="5240020" h="2550160">
                <a:moveTo>
                  <a:pt x="24358" y="2525433"/>
                </a:moveTo>
                <a:lnTo>
                  <a:pt x="12179" y="2525433"/>
                </a:lnTo>
                <a:lnTo>
                  <a:pt x="24358" y="2537625"/>
                </a:lnTo>
                <a:lnTo>
                  <a:pt x="24358" y="2525433"/>
                </a:lnTo>
                <a:close/>
              </a:path>
              <a:path w="5240020" h="2550160">
                <a:moveTo>
                  <a:pt x="5213997" y="2525433"/>
                </a:moveTo>
                <a:lnTo>
                  <a:pt x="24358" y="2525433"/>
                </a:lnTo>
                <a:lnTo>
                  <a:pt x="24358" y="2537625"/>
                </a:lnTo>
                <a:lnTo>
                  <a:pt x="5213997" y="2537625"/>
                </a:lnTo>
                <a:lnTo>
                  <a:pt x="5213997" y="2525433"/>
                </a:lnTo>
                <a:close/>
              </a:path>
              <a:path w="5240020" h="2550160">
                <a:moveTo>
                  <a:pt x="5213997" y="13715"/>
                </a:moveTo>
                <a:lnTo>
                  <a:pt x="5213997" y="2537625"/>
                </a:lnTo>
                <a:lnTo>
                  <a:pt x="5226177" y="2525433"/>
                </a:lnTo>
                <a:lnTo>
                  <a:pt x="5239880" y="2525433"/>
                </a:lnTo>
                <a:lnTo>
                  <a:pt x="5239880" y="25895"/>
                </a:lnTo>
                <a:lnTo>
                  <a:pt x="5226177" y="25895"/>
                </a:lnTo>
                <a:lnTo>
                  <a:pt x="5213997" y="13715"/>
                </a:lnTo>
                <a:close/>
              </a:path>
              <a:path w="5240020" h="2550160">
                <a:moveTo>
                  <a:pt x="5239880" y="2525433"/>
                </a:moveTo>
                <a:lnTo>
                  <a:pt x="5226177" y="2525433"/>
                </a:lnTo>
                <a:lnTo>
                  <a:pt x="5213997" y="2537625"/>
                </a:lnTo>
                <a:lnTo>
                  <a:pt x="5239880" y="2537625"/>
                </a:lnTo>
                <a:lnTo>
                  <a:pt x="5239880" y="2525433"/>
                </a:lnTo>
                <a:close/>
              </a:path>
              <a:path w="5240020" h="2550160">
                <a:moveTo>
                  <a:pt x="24358" y="13715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15"/>
                </a:lnTo>
                <a:close/>
              </a:path>
              <a:path w="5240020" h="2550160">
                <a:moveTo>
                  <a:pt x="5213997" y="13715"/>
                </a:moveTo>
                <a:lnTo>
                  <a:pt x="24358" y="13715"/>
                </a:lnTo>
                <a:lnTo>
                  <a:pt x="24358" y="25895"/>
                </a:lnTo>
                <a:lnTo>
                  <a:pt x="5213997" y="25895"/>
                </a:lnTo>
                <a:lnTo>
                  <a:pt x="5213997" y="13715"/>
                </a:lnTo>
                <a:close/>
              </a:path>
              <a:path w="5240020" h="2550160">
                <a:moveTo>
                  <a:pt x="5239880" y="13715"/>
                </a:moveTo>
                <a:lnTo>
                  <a:pt x="5213997" y="13715"/>
                </a:lnTo>
                <a:lnTo>
                  <a:pt x="5226177" y="25895"/>
                </a:lnTo>
                <a:lnTo>
                  <a:pt x="5239880" y="25895"/>
                </a:lnTo>
                <a:lnTo>
                  <a:pt x="5239880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79012" y="3312921"/>
            <a:ext cx="630555" cy="273050"/>
          </a:xfrm>
          <a:custGeom>
            <a:avLst/>
            <a:gdLst/>
            <a:ahLst/>
            <a:cxnLst/>
            <a:rect l="l" t="t" r="r" b="b"/>
            <a:pathLst>
              <a:path w="630554" h="273050">
                <a:moveTo>
                  <a:pt x="624154" y="0"/>
                </a:moveTo>
                <a:lnTo>
                  <a:pt x="4559" y="0"/>
                </a:lnTo>
                <a:lnTo>
                  <a:pt x="0" y="6083"/>
                </a:lnTo>
                <a:lnTo>
                  <a:pt x="0" y="268071"/>
                </a:lnTo>
                <a:lnTo>
                  <a:pt x="4559" y="272643"/>
                </a:lnTo>
                <a:lnTo>
                  <a:pt x="624154" y="272643"/>
                </a:lnTo>
                <a:lnTo>
                  <a:pt x="630237" y="268071"/>
                </a:lnTo>
                <a:lnTo>
                  <a:pt x="630237" y="260464"/>
                </a:lnTo>
                <a:lnTo>
                  <a:pt x="24358" y="260464"/>
                </a:lnTo>
                <a:lnTo>
                  <a:pt x="12179" y="248272"/>
                </a:lnTo>
                <a:lnTo>
                  <a:pt x="24358" y="248272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79"/>
                </a:lnTo>
                <a:lnTo>
                  <a:pt x="630237" y="12179"/>
                </a:lnTo>
                <a:lnTo>
                  <a:pt x="630237" y="6083"/>
                </a:lnTo>
                <a:lnTo>
                  <a:pt x="624154" y="0"/>
                </a:lnTo>
                <a:close/>
              </a:path>
              <a:path w="630554" h="273050">
                <a:moveTo>
                  <a:pt x="24358" y="248272"/>
                </a:moveTo>
                <a:lnTo>
                  <a:pt x="12179" y="248272"/>
                </a:lnTo>
                <a:lnTo>
                  <a:pt x="24358" y="260464"/>
                </a:lnTo>
                <a:lnTo>
                  <a:pt x="24358" y="248272"/>
                </a:lnTo>
                <a:close/>
              </a:path>
              <a:path w="630554" h="273050">
                <a:moveTo>
                  <a:pt x="604367" y="248272"/>
                </a:moveTo>
                <a:lnTo>
                  <a:pt x="24358" y="248272"/>
                </a:lnTo>
                <a:lnTo>
                  <a:pt x="24358" y="260464"/>
                </a:lnTo>
                <a:lnTo>
                  <a:pt x="604367" y="260464"/>
                </a:lnTo>
                <a:lnTo>
                  <a:pt x="604367" y="248272"/>
                </a:lnTo>
                <a:close/>
              </a:path>
              <a:path w="630554" h="273050">
                <a:moveTo>
                  <a:pt x="604367" y="12179"/>
                </a:moveTo>
                <a:lnTo>
                  <a:pt x="604367" y="260464"/>
                </a:lnTo>
                <a:lnTo>
                  <a:pt x="616546" y="248272"/>
                </a:lnTo>
                <a:lnTo>
                  <a:pt x="630237" y="248272"/>
                </a:lnTo>
                <a:lnTo>
                  <a:pt x="630237" y="25895"/>
                </a:lnTo>
                <a:lnTo>
                  <a:pt x="616546" y="25895"/>
                </a:lnTo>
                <a:lnTo>
                  <a:pt x="604367" y="12179"/>
                </a:lnTo>
                <a:close/>
              </a:path>
              <a:path w="630554" h="273050">
                <a:moveTo>
                  <a:pt x="630237" y="248272"/>
                </a:moveTo>
                <a:lnTo>
                  <a:pt x="616546" y="248272"/>
                </a:lnTo>
                <a:lnTo>
                  <a:pt x="604367" y="260464"/>
                </a:lnTo>
                <a:lnTo>
                  <a:pt x="630237" y="260464"/>
                </a:lnTo>
                <a:lnTo>
                  <a:pt x="630237" y="248272"/>
                </a:lnTo>
                <a:close/>
              </a:path>
              <a:path w="630554" h="273050">
                <a:moveTo>
                  <a:pt x="24358" y="12179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79"/>
                </a:lnTo>
                <a:close/>
              </a:path>
              <a:path w="630554" h="273050">
                <a:moveTo>
                  <a:pt x="604367" y="12179"/>
                </a:moveTo>
                <a:lnTo>
                  <a:pt x="24358" y="12179"/>
                </a:lnTo>
                <a:lnTo>
                  <a:pt x="24358" y="25895"/>
                </a:lnTo>
                <a:lnTo>
                  <a:pt x="604367" y="25895"/>
                </a:lnTo>
                <a:lnTo>
                  <a:pt x="604367" y="12179"/>
                </a:lnTo>
                <a:close/>
              </a:path>
              <a:path w="630554" h="273050">
                <a:moveTo>
                  <a:pt x="630237" y="12179"/>
                </a:moveTo>
                <a:lnTo>
                  <a:pt x="604367" y="12179"/>
                </a:lnTo>
                <a:lnTo>
                  <a:pt x="616546" y="25895"/>
                </a:lnTo>
                <a:lnTo>
                  <a:pt x="630237" y="25895"/>
                </a:lnTo>
                <a:lnTo>
                  <a:pt x="630237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37154" y="2336558"/>
            <a:ext cx="4629785" cy="421005"/>
          </a:xfrm>
          <a:custGeom>
            <a:avLst/>
            <a:gdLst/>
            <a:ahLst/>
            <a:cxnLst/>
            <a:rect l="l" t="t" r="r" b="b"/>
            <a:pathLst>
              <a:path w="4629784" h="421005">
                <a:moveTo>
                  <a:pt x="4623333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414312"/>
                </a:lnTo>
                <a:lnTo>
                  <a:pt x="6095" y="420395"/>
                </a:lnTo>
                <a:lnTo>
                  <a:pt x="4623333" y="420395"/>
                </a:lnTo>
                <a:lnTo>
                  <a:pt x="4629416" y="414312"/>
                </a:lnTo>
                <a:lnTo>
                  <a:pt x="4629416" y="408216"/>
                </a:lnTo>
                <a:lnTo>
                  <a:pt x="25882" y="408216"/>
                </a:lnTo>
                <a:lnTo>
                  <a:pt x="12179" y="396024"/>
                </a:lnTo>
                <a:lnTo>
                  <a:pt x="25882" y="396024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91"/>
                </a:lnTo>
                <a:lnTo>
                  <a:pt x="4629416" y="12191"/>
                </a:lnTo>
                <a:lnTo>
                  <a:pt x="4629416" y="6096"/>
                </a:lnTo>
                <a:lnTo>
                  <a:pt x="4623333" y="0"/>
                </a:lnTo>
                <a:close/>
              </a:path>
              <a:path w="4629784" h="421005">
                <a:moveTo>
                  <a:pt x="25882" y="396024"/>
                </a:moveTo>
                <a:lnTo>
                  <a:pt x="12179" y="396024"/>
                </a:lnTo>
                <a:lnTo>
                  <a:pt x="25882" y="408216"/>
                </a:lnTo>
                <a:lnTo>
                  <a:pt x="25882" y="396024"/>
                </a:lnTo>
                <a:close/>
              </a:path>
              <a:path w="4629784" h="421005">
                <a:moveTo>
                  <a:pt x="4603546" y="396024"/>
                </a:moveTo>
                <a:lnTo>
                  <a:pt x="25882" y="396024"/>
                </a:lnTo>
                <a:lnTo>
                  <a:pt x="25882" y="408216"/>
                </a:lnTo>
                <a:lnTo>
                  <a:pt x="4603546" y="408216"/>
                </a:lnTo>
                <a:lnTo>
                  <a:pt x="4603546" y="396024"/>
                </a:lnTo>
                <a:close/>
              </a:path>
              <a:path w="4629784" h="421005">
                <a:moveTo>
                  <a:pt x="4603546" y="12191"/>
                </a:moveTo>
                <a:lnTo>
                  <a:pt x="4603546" y="408216"/>
                </a:lnTo>
                <a:lnTo>
                  <a:pt x="4615726" y="396024"/>
                </a:lnTo>
                <a:lnTo>
                  <a:pt x="4629416" y="396024"/>
                </a:lnTo>
                <a:lnTo>
                  <a:pt x="4629416" y="25895"/>
                </a:lnTo>
                <a:lnTo>
                  <a:pt x="4615726" y="25895"/>
                </a:lnTo>
                <a:lnTo>
                  <a:pt x="4603546" y="12191"/>
                </a:lnTo>
                <a:close/>
              </a:path>
              <a:path w="4629784" h="421005">
                <a:moveTo>
                  <a:pt x="4629416" y="396024"/>
                </a:moveTo>
                <a:lnTo>
                  <a:pt x="4615726" y="396024"/>
                </a:lnTo>
                <a:lnTo>
                  <a:pt x="4603546" y="408216"/>
                </a:lnTo>
                <a:lnTo>
                  <a:pt x="4629416" y="408216"/>
                </a:lnTo>
                <a:lnTo>
                  <a:pt x="4629416" y="396024"/>
                </a:lnTo>
                <a:close/>
              </a:path>
              <a:path w="4629784" h="421005">
                <a:moveTo>
                  <a:pt x="25882" y="12191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91"/>
                </a:lnTo>
                <a:close/>
              </a:path>
              <a:path w="4629784" h="421005">
                <a:moveTo>
                  <a:pt x="4603546" y="12191"/>
                </a:moveTo>
                <a:lnTo>
                  <a:pt x="25882" y="12191"/>
                </a:lnTo>
                <a:lnTo>
                  <a:pt x="25882" y="25895"/>
                </a:lnTo>
                <a:lnTo>
                  <a:pt x="4603546" y="25895"/>
                </a:lnTo>
                <a:lnTo>
                  <a:pt x="4603546" y="12191"/>
                </a:lnTo>
                <a:close/>
              </a:path>
              <a:path w="4629784" h="421005">
                <a:moveTo>
                  <a:pt x="4629416" y="12191"/>
                </a:moveTo>
                <a:lnTo>
                  <a:pt x="4603546" y="12191"/>
                </a:lnTo>
                <a:lnTo>
                  <a:pt x="4615726" y="25895"/>
                </a:lnTo>
                <a:lnTo>
                  <a:pt x="4629416" y="25895"/>
                </a:lnTo>
                <a:lnTo>
                  <a:pt x="4629416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06332" y="1533842"/>
            <a:ext cx="5060315" cy="784860"/>
          </a:xfrm>
          <a:custGeom>
            <a:avLst/>
            <a:gdLst/>
            <a:ahLst/>
            <a:cxnLst/>
            <a:rect l="l" t="t" r="r" b="b"/>
            <a:pathLst>
              <a:path w="5060315" h="784860">
                <a:moveTo>
                  <a:pt x="5054155" y="0"/>
                </a:moveTo>
                <a:lnTo>
                  <a:pt x="4572" y="0"/>
                </a:lnTo>
                <a:lnTo>
                  <a:pt x="0" y="6096"/>
                </a:lnTo>
                <a:lnTo>
                  <a:pt x="0" y="778344"/>
                </a:lnTo>
                <a:lnTo>
                  <a:pt x="4572" y="784440"/>
                </a:lnTo>
                <a:lnTo>
                  <a:pt x="5054155" y="784440"/>
                </a:lnTo>
                <a:lnTo>
                  <a:pt x="5060238" y="778344"/>
                </a:lnTo>
                <a:lnTo>
                  <a:pt x="5060238" y="772248"/>
                </a:lnTo>
                <a:lnTo>
                  <a:pt x="24358" y="772248"/>
                </a:lnTo>
                <a:lnTo>
                  <a:pt x="12179" y="760069"/>
                </a:lnTo>
                <a:lnTo>
                  <a:pt x="24358" y="760069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03"/>
                </a:lnTo>
                <a:lnTo>
                  <a:pt x="5060238" y="13703"/>
                </a:lnTo>
                <a:lnTo>
                  <a:pt x="5060238" y="6096"/>
                </a:lnTo>
                <a:lnTo>
                  <a:pt x="5054155" y="0"/>
                </a:lnTo>
                <a:close/>
              </a:path>
              <a:path w="5060315" h="784860">
                <a:moveTo>
                  <a:pt x="24358" y="760069"/>
                </a:moveTo>
                <a:lnTo>
                  <a:pt x="12179" y="760069"/>
                </a:lnTo>
                <a:lnTo>
                  <a:pt x="24358" y="772248"/>
                </a:lnTo>
                <a:lnTo>
                  <a:pt x="24358" y="760069"/>
                </a:lnTo>
                <a:close/>
              </a:path>
              <a:path w="5060315" h="784860">
                <a:moveTo>
                  <a:pt x="5034368" y="760069"/>
                </a:moveTo>
                <a:lnTo>
                  <a:pt x="24358" y="760069"/>
                </a:lnTo>
                <a:lnTo>
                  <a:pt x="24358" y="772248"/>
                </a:lnTo>
                <a:lnTo>
                  <a:pt x="5034368" y="772248"/>
                </a:lnTo>
                <a:lnTo>
                  <a:pt x="5034368" y="760069"/>
                </a:lnTo>
                <a:close/>
              </a:path>
              <a:path w="5060315" h="784860">
                <a:moveTo>
                  <a:pt x="5034368" y="13703"/>
                </a:moveTo>
                <a:lnTo>
                  <a:pt x="5034368" y="772248"/>
                </a:lnTo>
                <a:lnTo>
                  <a:pt x="5046548" y="760069"/>
                </a:lnTo>
                <a:lnTo>
                  <a:pt x="5060238" y="760069"/>
                </a:lnTo>
                <a:lnTo>
                  <a:pt x="5060238" y="25895"/>
                </a:lnTo>
                <a:lnTo>
                  <a:pt x="5046548" y="25895"/>
                </a:lnTo>
                <a:lnTo>
                  <a:pt x="5034368" y="13703"/>
                </a:lnTo>
                <a:close/>
              </a:path>
              <a:path w="5060315" h="784860">
                <a:moveTo>
                  <a:pt x="5060238" y="760069"/>
                </a:moveTo>
                <a:lnTo>
                  <a:pt x="5046548" y="760069"/>
                </a:lnTo>
                <a:lnTo>
                  <a:pt x="5034368" y="772248"/>
                </a:lnTo>
                <a:lnTo>
                  <a:pt x="5060238" y="772248"/>
                </a:lnTo>
                <a:lnTo>
                  <a:pt x="5060238" y="760069"/>
                </a:lnTo>
                <a:close/>
              </a:path>
              <a:path w="5060315" h="784860">
                <a:moveTo>
                  <a:pt x="24358" y="13703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03"/>
                </a:lnTo>
                <a:close/>
              </a:path>
              <a:path w="5060315" h="784860">
                <a:moveTo>
                  <a:pt x="5034368" y="13703"/>
                </a:moveTo>
                <a:lnTo>
                  <a:pt x="24358" y="13703"/>
                </a:lnTo>
                <a:lnTo>
                  <a:pt x="24358" y="25895"/>
                </a:lnTo>
                <a:lnTo>
                  <a:pt x="5034368" y="25895"/>
                </a:lnTo>
                <a:lnTo>
                  <a:pt x="5034368" y="13703"/>
                </a:lnTo>
                <a:close/>
              </a:path>
              <a:path w="5060315" h="784860">
                <a:moveTo>
                  <a:pt x="5060238" y="13703"/>
                </a:moveTo>
                <a:lnTo>
                  <a:pt x="5034368" y="13703"/>
                </a:lnTo>
                <a:lnTo>
                  <a:pt x="5046548" y="25895"/>
                </a:lnTo>
                <a:lnTo>
                  <a:pt x="5060238" y="25895"/>
                </a:lnTo>
                <a:lnTo>
                  <a:pt x="5060238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7154" y="5008219"/>
            <a:ext cx="4629785" cy="421005"/>
          </a:xfrm>
          <a:custGeom>
            <a:avLst/>
            <a:gdLst/>
            <a:ahLst/>
            <a:cxnLst/>
            <a:rect l="l" t="t" r="r" b="b"/>
            <a:pathLst>
              <a:path w="4629784" h="421004">
                <a:moveTo>
                  <a:pt x="4623333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414299"/>
                </a:lnTo>
                <a:lnTo>
                  <a:pt x="6095" y="420395"/>
                </a:lnTo>
                <a:lnTo>
                  <a:pt x="4623333" y="420395"/>
                </a:lnTo>
                <a:lnTo>
                  <a:pt x="4629416" y="414299"/>
                </a:lnTo>
                <a:lnTo>
                  <a:pt x="4629416" y="408216"/>
                </a:lnTo>
                <a:lnTo>
                  <a:pt x="25882" y="408216"/>
                </a:lnTo>
                <a:lnTo>
                  <a:pt x="12179" y="396024"/>
                </a:lnTo>
                <a:lnTo>
                  <a:pt x="25882" y="396024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4629416" y="12179"/>
                </a:lnTo>
                <a:lnTo>
                  <a:pt x="4629416" y="6095"/>
                </a:lnTo>
                <a:lnTo>
                  <a:pt x="4623333" y="0"/>
                </a:lnTo>
                <a:close/>
              </a:path>
              <a:path w="4629784" h="421004">
                <a:moveTo>
                  <a:pt x="25882" y="396024"/>
                </a:moveTo>
                <a:lnTo>
                  <a:pt x="12179" y="396024"/>
                </a:lnTo>
                <a:lnTo>
                  <a:pt x="25882" y="408216"/>
                </a:lnTo>
                <a:lnTo>
                  <a:pt x="25882" y="396024"/>
                </a:lnTo>
                <a:close/>
              </a:path>
              <a:path w="4629784" h="421004">
                <a:moveTo>
                  <a:pt x="4603546" y="396024"/>
                </a:moveTo>
                <a:lnTo>
                  <a:pt x="25882" y="396024"/>
                </a:lnTo>
                <a:lnTo>
                  <a:pt x="25882" y="408216"/>
                </a:lnTo>
                <a:lnTo>
                  <a:pt x="4603546" y="408216"/>
                </a:lnTo>
                <a:lnTo>
                  <a:pt x="4603546" y="396024"/>
                </a:lnTo>
                <a:close/>
              </a:path>
              <a:path w="4629784" h="421004">
                <a:moveTo>
                  <a:pt x="4603546" y="12179"/>
                </a:moveTo>
                <a:lnTo>
                  <a:pt x="4603546" y="408216"/>
                </a:lnTo>
                <a:lnTo>
                  <a:pt x="4615726" y="396024"/>
                </a:lnTo>
                <a:lnTo>
                  <a:pt x="4629416" y="396024"/>
                </a:lnTo>
                <a:lnTo>
                  <a:pt x="4629416" y="25895"/>
                </a:lnTo>
                <a:lnTo>
                  <a:pt x="4615726" y="25895"/>
                </a:lnTo>
                <a:lnTo>
                  <a:pt x="4603546" y="12179"/>
                </a:lnTo>
                <a:close/>
              </a:path>
              <a:path w="4629784" h="421004">
                <a:moveTo>
                  <a:pt x="4629416" y="396024"/>
                </a:moveTo>
                <a:lnTo>
                  <a:pt x="4615726" y="396024"/>
                </a:lnTo>
                <a:lnTo>
                  <a:pt x="4603546" y="408216"/>
                </a:lnTo>
                <a:lnTo>
                  <a:pt x="4629416" y="408216"/>
                </a:lnTo>
                <a:lnTo>
                  <a:pt x="4629416" y="396024"/>
                </a:lnTo>
                <a:close/>
              </a:path>
              <a:path w="4629784" h="421004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4629784" h="421004">
                <a:moveTo>
                  <a:pt x="4603546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4603546" y="25895"/>
                </a:lnTo>
                <a:lnTo>
                  <a:pt x="4603546" y="12179"/>
                </a:lnTo>
                <a:close/>
              </a:path>
              <a:path w="4629784" h="421004">
                <a:moveTo>
                  <a:pt x="4629416" y="12179"/>
                </a:moveTo>
                <a:lnTo>
                  <a:pt x="4603546" y="12179"/>
                </a:lnTo>
                <a:lnTo>
                  <a:pt x="4615726" y="25895"/>
                </a:lnTo>
                <a:lnTo>
                  <a:pt x="4629416" y="25895"/>
                </a:lnTo>
                <a:lnTo>
                  <a:pt x="4629416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06332" y="3970934"/>
            <a:ext cx="5060315" cy="1019175"/>
          </a:xfrm>
          <a:custGeom>
            <a:avLst/>
            <a:gdLst/>
            <a:ahLst/>
            <a:cxnLst/>
            <a:rect l="l" t="t" r="r" b="b"/>
            <a:pathLst>
              <a:path w="5060315" h="1019175">
                <a:moveTo>
                  <a:pt x="5054155" y="0"/>
                </a:moveTo>
                <a:lnTo>
                  <a:pt x="4572" y="0"/>
                </a:lnTo>
                <a:lnTo>
                  <a:pt x="0" y="4571"/>
                </a:lnTo>
                <a:lnTo>
                  <a:pt x="0" y="1012913"/>
                </a:lnTo>
                <a:lnTo>
                  <a:pt x="4572" y="1019009"/>
                </a:lnTo>
                <a:lnTo>
                  <a:pt x="5054155" y="1019009"/>
                </a:lnTo>
                <a:lnTo>
                  <a:pt x="5060238" y="1012913"/>
                </a:lnTo>
                <a:lnTo>
                  <a:pt x="5060238" y="1006817"/>
                </a:lnTo>
                <a:lnTo>
                  <a:pt x="24358" y="1006817"/>
                </a:lnTo>
                <a:lnTo>
                  <a:pt x="12179" y="994638"/>
                </a:lnTo>
                <a:lnTo>
                  <a:pt x="24358" y="994638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79"/>
                </a:lnTo>
                <a:lnTo>
                  <a:pt x="5060238" y="12179"/>
                </a:lnTo>
                <a:lnTo>
                  <a:pt x="5060238" y="4571"/>
                </a:lnTo>
                <a:lnTo>
                  <a:pt x="5054155" y="0"/>
                </a:lnTo>
                <a:close/>
              </a:path>
              <a:path w="5060315" h="1019175">
                <a:moveTo>
                  <a:pt x="24358" y="994638"/>
                </a:moveTo>
                <a:lnTo>
                  <a:pt x="12179" y="994638"/>
                </a:lnTo>
                <a:lnTo>
                  <a:pt x="24358" y="1006817"/>
                </a:lnTo>
                <a:lnTo>
                  <a:pt x="24358" y="994638"/>
                </a:lnTo>
                <a:close/>
              </a:path>
              <a:path w="5060315" h="1019175">
                <a:moveTo>
                  <a:pt x="5034368" y="994638"/>
                </a:moveTo>
                <a:lnTo>
                  <a:pt x="24358" y="994638"/>
                </a:lnTo>
                <a:lnTo>
                  <a:pt x="24358" y="1006817"/>
                </a:lnTo>
                <a:lnTo>
                  <a:pt x="5034368" y="1006817"/>
                </a:lnTo>
                <a:lnTo>
                  <a:pt x="5034368" y="994638"/>
                </a:lnTo>
                <a:close/>
              </a:path>
              <a:path w="5060315" h="1019175">
                <a:moveTo>
                  <a:pt x="5034368" y="12179"/>
                </a:moveTo>
                <a:lnTo>
                  <a:pt x="5034368" y="1006817"/>
                </a:lnTo>
                <a:lnTo>
                  <a:pt x="5046548" y="994638"/>
                </a:lnTo>
                <a:lnTo>
                  <a:pt x="5060238" y="994638"/>
                </a:lnTo>
                <a:lnTo>
                  <a:pt x="5060238" y="24371"/>
                </a:lnTo>
                <a:lnTo>
                  <a:pt x="5046548" y="24371"/>
                </a:lnTo>
                <a:lnTo>
                  <a:pt x="5034368" y="12179"/>
                </a:lnTo>
                <a:close/>
              </a:path>
              <a:path w="5060315" h="1019175">
                <a:moveTo>
                  <a:pt x="5060238" y="994638"/>
                </a:moveTo>
                <a:lnTo>
                  <a:pt x="5046548" y="994638"/>
                </a:lnTo>
                <a:lnTo>
                  <a:pt x="5034368" y="1006817"/>
                </a:lnTo>
                <a:lnTo>
                  <a:pt x="5060238" y="1006817"/>
                </a:lnTo>
                <a:lnTo>
                  <a:pt x="5060238" y="994638"/>
                </a:lnTo>
                <a:close/>
              </a:path>
              <a:path w="5060315" h="1019175">
                <a:moveTo>
                  <a:pt x="24358" y="12179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79"/>
                </a:lnTo>
                <a:close/>
              </a:path>
              <a:path w="5060315" h="1019175">
                <a:moveTo>
                  <a:pt x="5034368" y="12179"/>
                </a:moveTo>
                <a:lnTo>
                  <a:pt x="24358" y="12179"/>
                </a:lnTo>
                <a:lnTo>
                  <a:pt x="24358" y="24371"/>
                </a:lnTo>
                <a:lnTo>
                  <a:pt x="5034368" y="24371"/>
                </a:lnTo>
                <a:lnTo>
                  <a:pt x="5034368" y="12179"/>
                </a:lnTo>
                <a:close/>
              </a:path>
              <a:path w="5060315" h="1019175">
                <a:moveTo>
                  <a:pt x="5060238" y="12179"/>
                </a:moveTo>
                <a:lnTo>
                  <a:pt x="5034368" y="12179"/>
                </a:lnTo>
                <a:lnTo>
                  <a:pt x="5046548" y="24371"/>
                </a:lnTo>
                <a:lnTo>
                  <a:pt x="5060238" y="24371"/>
                </a:lnTo>
                <a:lnTo>
                  <a:pt x="506023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56471" y="1681594"/>
            <a:ext cx="1452880" cy="230504"/>
          </a:xfrm>
          <a:custGeom>
            <a:avLst/>
            <a:gdLst/>
            <a:ahLst/>
            <a:cxnLst/>
            <a:rect l="l" t="t" r="r" b="b"/>
            <a:pathLst>
              <a:path w="1452879" h="230505">
                <a:moveTo>
                  <a:pt x="1446225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23900"/>
                </a:lnTo>
                <a:lnTo>
                  <a:pt x="6096" y="229997"/>
                </a:lnTo>
                <a:lnTo>
                  <a:pt x="1446225" y="229997"/>
                </a:lnTo>
                <a:lnTo>
                  <a:pt x="1452308" y="223900"/>
                </a:lnTo>
                <a:lnTo>
                  <a:pt x="1452308" y="217817"/>
                </a:lnTo>
                <a:lnTo>
                  <a:pt x="25882" y="217817"/>
                </a:lnTo>
                <a:lnTo>
                  <a:pt x="13703" y="204101"/>
                </a:lnTo>
                <a:lnTo>
                  <a:pt x="25882" y="204101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1452308" y="12179"/>
                </a:lnTo>
                <a:lnTo>
                  <a:pt x="1452308" y="6096"/>
                </a:lnTo>
                <a:lnTo>
                  <a:pt x="1446225" y="0"/>
                </a:lnTo>
                <a:close/>
              </a:path>
              <a:path w="1452879" h="230505">
                <a:moveTo>
                  <a:pt x="25882" y="204101"/>
                </a:moveTo>
                <a:lnTo>
                  <a:pt x="13703" y="204101"/>
                </a:lnTo>
                <a:lnTo>
                  <a:pt x="25882" y="217817"/>
                </a:lnTo>
                <a:lnTo>
                  <a:pt x="25882" y="204101"/>
                </a:lnTo>
                <a:close/>
              </a:path>
              <a:path w="1452879" h="230505">
                <a:moveTo>
                  <a:pt x="1426425" y="204101"/>
                </a:moveTo>
                <a:lnTo>
                  <a:pt x="25882" y="204101"/>
                </a:lnTo>
                <a:lnTo>
                  <a:pt x="25882" y="217817"/>
                </a:lnTo>
                <a:lnTo>
                  <a:pt x="1426425" y="217817"/>
                </a:lnTo>
                <a:lnTo>
                  <a:pt x="1426425" y="204101"/>
                </a:lnTo>
                <a:close/>
              </a:path>
              <a:path w="1452879" h="230505">
                <a:moveTo>
                  <a:pt x="1426425" y="12179"/>
                </a:moveTo>
                <a:lnTo>
                  <a:pt x="1426425" y="217817"/>
                </a:lnTo>
                <a:lnTo>
                  <a:pt x="1440129" y="204101"/>
                </a:lnTo>
                <a:lnTo>
                  <a:pt x="1452308" y="204101"/>
                </a:lnTo>
                <a:lnTo>
                  <a:pt x="1452308" y="25895"/>
                </a:lnTo>
                <a:lnTo>
                  <a:pt x="1440129" y="25895"/>
                </a:lnTo>
                <a:lnTo>
                  <a:pt x="1426425" y="12179"/>
                </a:lnTo>
                <a:close/>
              </a:path>
              <a:path w="1452879" h="230505">
                <a:moveTo>
                  <a:pt x="1452308" y="204101"/>
                </a:moveTo>
                <a:lnTo>
                  <a:pt x="1440129" y="204101"/>
                </a:lnTo>
                <a:lnTo>
                  <a:pt x="1426425" y="217817"/>
                </a:lnTo>
                <a:lnTo>
                  <a:pt x="1452308" y="217817"/>
                </a:lnTo>
                <a:lnTo>
                  <a:pt x="1452308" y="204101"/>
                </a:lnTo>
                <a:close/>
              </a:path>
              <a:path w="1452879" h="230505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452879" h="230505">
                <a:moveTo>
                  <a:pt x="1426425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426425" y="25895"/>
                </a:lnTo>
                <a:lnTo>
                  <a:pt x="1426425" y="12179"/>
                </a:lnTo>
                <a:close/>
              </a:path>
              <a:path w="1452879" h="230505">
                <a:moveTo>
                  <a:pt x="1452308" y="12179"/>
                </a:moveTo>
                <a:lnTo>
                  <a:pt x="1426425" y="12179"/>
                </a:lnTo>
                <a:lnTo>
                  <a:pt x="1440129" y="25895"/>
                </a:lnTo>
                <a:lnTo>
                  <a:pt x="1452308" y="25895"/>
                </a:lnTo>
                <a:lnTo>
                  <a:pt x="145230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56471" y="4141533"/>
            <a:ext cx="1452880" cy="230504"/>
          </a:xfrm>
          <a:custGeom>
            <a:avLst/>
            <a:gdLst/>
            <a:ahLst/>
            <a:cxnLst/>
            <a:rect l="l" t="t" r="r" b="b"/>
            <a:pathLst>
              <a:path w="1452879" h="230504">
                <a:moveTo>
                  <a:pt x="1446225" y="0"/>
                </a:moveTo>
                <a:lnTo>
                  <a:pt x="6096" y="0"/>
                </a:lnTo>
                <a:lnTo>
                  <a:pt x="0" y="4559"/>
                </a:lnTo>
                <a:lnTo>
                  <a:pt x="0" y="223900"/>
                </a:lnTo>
                <a:lnTo>
                  <a:pt x="6096" y="229996"/>
                </a:lnTo>
                <a:lnTo>
                  <a:pt x="1446225" y="229996"/>
                </a:lnTo>
                <a:lnTo>
                  <a:pt x="1452308" y="223900"/>
                </a:lnTo>
                <a:lnTo>
                  <a:pt x="1452308" y="217804"/>
                </a:lnTo>
                <a:lnTo>
                  <a:pt x="25882" y="217804"/>
                </a:lnTo>
                <a:lnTo>
                  <a:pt x="13703" y="204101"/>
                </a:lnTo>
                <a:lnTo>
                  <a:pt x="25882" y="204101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1452308" y="12179"/>
                </a:lnTo>
                <a:lnTo>
                  <a:pt x="1452308" y="4559"/>
                </a:lnTo>
                <a:lnTo>
                  <a:pt x="1446225" y="0"/>
                </a:lnTo>
                <a:close/>
              </a:path>
              <a:path w="1452879" h="230504">
                <a:moveTo>
                  <a:pt x="25882" y="204101"/>
                </a:moveTo>
                <a:lnTo>
                  <a:pt x="13703" y="204101"/>
                </a:lnTo>
                <a:lnTo>
                  <a:pt x="25882" y="217804"/>
                </a:lnTo>
                <a:lnTo>
                  <a:pt x="25882" y="204101"/>
                </a:lnTo>
                <a:close/>
              </a:path>
              <a:path w="1452879" h="230504">
                <a:moveTo>
                  <a:pt x="1426425" y="204101"/>
                </a:moveTo>
                <a:lnTo>
                  <a:pt x="25882" y="204101"/>
                </a:lnTo>
                <a:lnTo>
                  <a:pt x="25882" y="217804"/>
                </a:lnTo>
                <a:lnTo>
                  <a:pt x="1426425" y="217804"/>
                </a:lnTo>
                <a:lnTo>
                  <a:pt x="1426425" y="204101"/>
                </a:lnTo>
                <a:close/>
              </a:path>
              <a:path w="1452879" h="230504">
                <a:moveTo>
                  <a:pt x="1426425" y="12179"/>
                </a:moveTo>
                <a:lnTo>
                  <a:pt x="1426425" y="217804"/>
                </a:lnTo>
                <a:lnTo>
                  <a:pt x="1440129" y="204101"/>
                </a:lnTo>
                <a:lnTo>
                  <a:pt x="1452308" y="204101"/>
                </a:lnTo>
                <a:lnTo>
                  <a:pt x="1452308" y="24371"/>
                </a:lnTo>
                <a:lnTo>
                  <a:pt x="1440129" y="24371"/>
                </a:lnTo>
                <a:lnTo>
                  <a:pt x="1426425" y="12179"/>
                </a:lnTo>
                <a:close/>
              </a:path>
              <a:path w="1452879" h="230504">
                <a:moveTo>
                  <a:pt x="1452308" y="204101"/>
                </a:moveTo>
                <a:lnTo>
                  <a:pt x="1440129" y="204101"/>
                </a:lnTo>
                <a:lnTo>
                  <a:pt x="1426425" y="217804"/>
                </a:lnTo>
                <a:lnTo>
                  <a:pt x="1452308" y="217804"/>
                </a:lnTo>
                <a:lnTo>
                  <a:pt x="1452308" y="204101"/>
                </a:lnTo>
                <a:close/>
              </a:path>
              <a:path w="1452879" h="230504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452879" h="230504">
                <a:moveTo>
                  <a:pt x="1426425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426425" y="24371"/>
                </a:lnTo>
                <a:lnTo>
                  <a:pt x="1426425" y="12179"/>
                </a:lnTo>
                <a:close/>
              </a:path>
              <a:path w="1452879" h="230504">
                <a:moveTo>
                  <a:pt x="1452308" y="12179"/>
                </a:moveTo>
                <a:lnTo>
                  <a:pt x="1426425" y="12179"/>
                </a:lnTo>
                <a:lnTo>
                  <a:pt x="1440129" y="24371"/>
                </a:lnTo>
                <a:lnTo>
                  <a:pt x="1452308" y="24371"/>
                </a:lnTo>
                <a:lnTo>
                  <a:pt x="145230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65513" y="4379150"/>
            <a:ext cx="1452880" cy="204470"/>
          </a:xfrm>
          <a:custGeom>
            <a:avLst/>
            <a:gdLst/>
            <a:ahLst/>
            <a:cxnLst/>
            <a:rect l="l" t="t" r="r" b="b"/>
            <a:pathLst>
              <a:path w="1452879" h="204470">
                <a:moveTo>
                  <a:pt x="1446212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198005"/>
                </a:lnTo>
                <a:lnTo>
                  <a:pt x="6083" y="204101"/>
                </a:lnTo>
                <a:lnTo>
                  <a:pt x="1446212" y="204101"/>
                </a:lnTo>
                <a:lnTo>
                  <a:pt x="1452295" y="198005"/>
                </a:lnTo>
                <a:lnTo>
                  <a:pt x="1452295" y="190385"/>
                </a:lnTo>
                <a:lnTo>
                  <a:pt x="25869" y="190385"/>
                </a:lnTo>
                <a:lnTo>
                  <a:pt x="12179" y="178206"/>
                </a:lnTo>
                <a:lnTo>
                  <a:pt x="25869" y="178206"/>
                </a:lnTo>
                <a:lnTo>
                  <a:pt x="25869" y="25882"/>
                </a:lnTo>
                <a:lnTo>
                  <a:pt x="12179" y="25882"/>
                </a:lnTo>
                <a:lnTo>
                  <a:pt x="25869" y="12179"/>
                </a:lnTo>
                <a:lnTo>
                  <a:pt x="1452295" y="12179"/>
                </a:lnTo>
                <a:lnTo>
                  <a:pt x="1452295" y="6083"/>
                </a:lnTo>
                <a:lnTo>
                  <a:pt x="1446212" y="0"/>
                </a:lnTo>
                <a:close/>
              </a:path>
              <a:path w="1452879" h="204470">
                <a:moveTo>
                  <a:pt x="25869" y="178206"/>
                </a:moveTo>
                <a:lnTo>
                  <a:pt x="12179" y="178206"/>
                </a:lnTo>
                <a:lnTo>
                  <a:pt x="25869" y="190385"/>
                </a:lnTo>
                <a:lnTo>
                  <a:pt x="25869" y="178206"/>
                </a:lnTo>
                <a:close/>
              </a:path>
              <a:path w="1452879" h="204470">
                <a:moveTo>
                  <a:pt x="1426425" y="178206"/>
                </a:moveTo>
                <a:lnTo>
                  <a:pt x="25869" y="178206"/>
                </a:lnTo>
                <a:lnTo>
                  <a:pt x="25869" y="190385"/>
                </a:lnTo>
                <a:lnTo>
                  <a:pt x="1426425" y="190385"/>
                </a:lnTo>
                <a:lnTo>
                  <a:pt x="1426425" y="178206"/>
                </a:lnTo>
                <a:close/>
              </a:path>
              <a:path w="1452879" h="204470">
                <a:moveTo>
                  <a:pt x="1426425" y="12179"/>
                </a:moveTo>
                <a:lnTo>
                  <a:pt x="1426425" y="190385"/>
                </a:lnTo>
                <a:lnTo>
                  <a:pt x="1438605" y="178206"/>
                </a:lnTo>
                <a:lnTo>
                  <a:pt x="1452295" y="178206"/>
                </a:lnTo>
                <a:lnTo>
                  <a:pt x="1452295" y="25882"/>
                </a:lnTo>
                <a:lnTo>
                  <a:pt x="1438605" y="25882"/>
                </a:lnTo>
                <a:lnTo>
                  <a:pt x="1426425" y="12179"/>
                </a:lnTo>
                <a:close/>
              </a:path>
              <a:path w="1452879" h="204470">
                <a:moveTo>
                  <a:pt x="1452295" y="178206"/>
                </a:moveTo>
                <a:lnTo>
                  <a:pt x="1438605" y="178206"/>
                </a:lnTo>
                <a:lnTo>
                  <a:pt x="1426425" y="190385"/>
                </a:lnTo>
                <a:lnTo>
                  <a:pt x="1452295" y="190385"/>
                </a:lnTo>
                <a:lnTo>
                  <a:pt x="1452295" y="178206"/>
                </a:lnTo>
                <a:close/>
              </a:path>
              <a:path w="1452879" h="204470">
                <a:moveTo>
                  <a:pt x="25869" y="12179"/>
                </a:moveTo>
                <a:lnTo>
                  <a:pt x="12179" y="25882"/>
                </a:lnTo>
                <a:lnTo>
                  <a:pt x="25869" y="25882"/>
                </a:lnTo>
                <a:lnTo>
                  <a:pt x="25869" y="12179"/>
                </a:lnTo>
                <a:close/>
              </a:path>
              <a:path w="1452879" h="204470">
                <a:moveTo>
                  <a:pt x="1426425" y="12179"/>
                </a:moveTo>
                <a:lnTo>
                  <a:pt x="25869" y="12179"/>
                </a:lnTo>
                <a:lnTo>
                  <a:pt x="25869" y="25882"/>
                </a:lnTo>
                <a:lnTo>
                  <a:pt x="1426425" y="25882"/>
                </a:lnTo>
                <a:lnTo>
                  <a:pt x="1426425" y="12179"/>
                </a:lnTo>
                <a:close/>
              </a:path>
              <a:path w="1452879" h="204470">
                <a:moveTo>
                  <a:pt x="1452295" y="12179"/>
                </a:moveTo>
                <a:lnTo>
                  <a:pt x="1426425" y="12179"/>
                </a:lnTo>
                <a:lnTo>
                  <a:pt x="1438605" y="25882"/>
                </a:lnTo>
                <a:lnTo>
                  <a:pt x="1452295" y="25882"/>
                </a:lnTo>
                <a:lnTo>
                  <a:pt x="145229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93961" y="1934438"/>
            <a:ext cx="1450975" cy="195580"/>
          </a:xfrm>
          <a:custGeom>
            <a:avLst/>
            <a:gdLst/>
            <a:ahLst/>
            <a:cxnLst/>
            <a:rect l="l" t="t" r="r" b="b"/>
            <a:pathLst>
              <a:path w="1450975" h="195580">
                <a:moveTo>
                  <a:pt x="1446212" y="0"/>
                </a:moveTo>
                <a:lnTo>
                  <a:pt x="4559" y="0"/>
                </a:lnTo>
                <a:lnTo>
                  <a:pt x="0" y="6096"/>
                </a:lnTo>
                <a:lnTo>
                  <a:pt x="0" y="188874"/>
                </a:lnTo>
                <a:lnTo>
                  <a:pt x="4559" y="194970"/>
                </a:lnTo>
                <a:lnTo>
                  <a:pt x="1446212" y="194970"/>
                </a:lnTo>
                <a:lnTo>
                  <a:pt x="1450784" y="188874"/>
                </a:lnTo>
                <a:lnTo>
                  <a:pt x="1450784" y="182778"/>
                </a:lnTo>
                <a:lnTo>
                  <a:pt x="24358" y="182778"/>
                </a:lnTo>
                <a:lnTo>
                  <a:pt x="12179" y="169075"/>
                </a:lnTo>
                <a:lnTo>
                  <a:pt x="24358" y="169075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2"/>
                </a:lnTo>
                <a:lnTo>
                  <a:pt x="1450784" y="12192"/>
                </a:lnTo>
                <a:lnTo>
                  <a:pt x="1450784" y="6096"/>
                </a:lnTo>
                <a:lnTo>
                  <a:pt x="1446212" y="0"/>
                </a:lnTo>
                <a:close/>
              </a:path>
              <a:path w="1450975" h="195580">
                <a:moveTo>
                  <a:pt x="24358" y="169075"/>
                </a:moveTo>
                <a:lnTo>
                  <a:pt x="12179" y="169075"/>
                </a:lnTo>
                <a:lnTo>
                  <a:pt x="24358" y="182778"/>
                </a:lnTo>
                <a:lnTo>
                  <a:pt x="24358" y="169075"/>
                </a:lnTo>
                <a:close/>
              </a:path>
              <a:path w="1450975" h="195580">
                <a:moveTo>
                  <a:pt x="1426425" y="169075"/>
                </a:moveTo>
                <a:lnTo>
                  <a:pt x="24358" y="169075"/>
                </a:lnTo>
                <a:lnTo>
                  <a:pt x="24358" y="182778"/>
                </a:lnTo>
                <a:lnTo>
                  <a:pt x="1426425" y="182778"/>
                </a:lnTo>
                <a:lnTo>
                  <a:pt x="1426425" y="169075"/>
                </a:lnTo>
                <a:close/>
              </a:path>
              <a:path w="1450975" h="195580">
                <a:moveTo>
                  <a:pt x="1426425" y="12192"/>
                </a:moveTo>
                <a:lnTo>
                  <a:pt x="1426425" y="182778"/>
                </a:lnTo>
                <a:lnTo>
                  <a:pt x="1438605" y="169075"/>
                </a:lnTo>
                <a:lnTo>
                  <a:pt x="1450784" y="169075"/>
                </a:lnTo>
                <a:lnTo>
                  <a:pt x="1450784" y="25895"/>
                </a:lnTo>
                <a:lnTo>
                  <a:pt x="1438605" y="25895"/>
                </a:lnTo>
                <a:lnTo>
                  <a:pt x="1426425" y="12192"/>
                </a:lnTo>
                <a:close/>
              </a:path>
              <a:path w="1450975" h="195580">
                <a:moveTo>
                  <a:pt x="1450784" y="169075"/>
                </a:moveTo>
                <a:lnTo>
                  <a:pt x="1438605" y="169075"/>
                </a:lnTo>
                <a:lnTo>
                  <a:pt x="1426425" y="182778"/>
                </a:lnTo>
                <a:lnTo>
                  <a:pt x="1450784" y="182778"/>
                </a:lnTo>
                <a:lnTo>
                  <a:pt x="1450784" y="169075"/>
                </a:lnTo>
                <a:close/>
              </a:path>
              <a:path w="1450975" h="195580">
                <a:moveTo>
                  <a:pt x="24358" y="12192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2"/>
                </a:lnTo>
                <a:close/>
              </a:path>
              <a:path w="1450975" h="195580">
                <a:moveTo>
                  <a:pt x="1426425" y="12192"/>
                </a:moveTo>
                <a:lnTo>
                  <a:pt x="24358" y="12192"/>
                </a:lnTo>
                <a:lnTo>
                  <a:pt x="24358" y="25895"/>
                </a:lnTo>
                <a:lnTo>
                  <a:pt x="1426425" y="25895"/>
                </a:lnTo>
                <a:lnTo>
                  <a:pt x="1426425" y="12192"/>
                </a:lnTo>
                <a:close/>
              </a:path>
              <a:path w="1450975" h="195580">
                <a:moveTo>
                  <a:pt x="1450784" y="12192"/>
                </a:moveTo>
                <a:lnTo>
                  <a:pt x="1426425" y="12192"/>
                </a:lnTo>
                <a:lnTo>
                  <a:pt x="1438605" y="25895"/>
                </a:lnTo>
                <a:lnTo>
                  <a:pt x="1450784" y="25895"/>
                </a:lnTo>
                <a:lnTo>
                  <a:pt x="1450784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53232" y="4590872"/>
            <a:ext cx="1452880" cy="172720"/>
          </a:xfrm>
          <a:custGeom>
            <a:avLst/>
            <a:gdLst/>
            <a:ahLst/>
            <a:cxnLst/>
            <a:rect l="l" t="t" r="r" b="b"/>
            <a:pathLst>
              <a:path w="1452879" h="172720">
                <a:moveTo>
                  <a:pt x="1446212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167538"/>
                </a:lnTo>
                <a:lnTo>
                  <a:pt x="6083" y="172110"/>
                </a:lnTo>
                <a:lnTo>
                  <a:pt x="1446212" y="172110"/>
                </a:lnTo>
                <a:lnTo>
                  <a:pt x="1452308" y="167538"/>
                </a:lnTo>
                <a:lnTo>
                  <a:pt x="1452308" y="159931"/>
                </a:lnTo>
                <a:lnTo>
                  <a:pt x="25882" y="159931"/>
                </a:lnTo>
                <a:lnTo>
                  <a:pt x="12179" y="147739"/>
                </a:lnTo>
                <a:lnTo>
                  <a:pt x="25882" y="147739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1452308" y="12179"/>
                </a:lnTo>
                <a:lnTo>
                  <a:pt x="1452308" y="6083"/>
                </a:lnTo>
                <a:lnTo>
                  <a:pt x="1446212" y="0"/>
                </a:lnTo>
                <a:close/>
              </a:path>
              <a:path w="1452879" h="172720">
                <a:moveTo>
                  <a:pt x="25882" y="147739"/>
                </a:moveTo>
                <a:lnTo>
                  <a:pt x="12179" y="147739"/>
                </a:lnTo>
                <a:lnTo>
                  <a:pt x="25882" y="159931"/>
                </a:lnTo>
                <a:lnTo>
                  <a:pt x="25882" y="147739"/>
                </a:lnTo>
                <a:close/>
              </a:path>
              <a:path w="1452879" h="172720">
                <a:moveTo>
                  <a:pt x="1426425" y="147739"/>
                </a:moveTo>
                <a:lnTo>
                  <a:pt x="25882" y="147739"/>
                </a:lnTo>
                <a:lnTo>
                  <a:pt x="25882" y="159931"/>
                </a:lnTo>
                <a:lnTo>
                  <a:pt x="1426425" y="159931"/>
                </a:lnTo>
                <a:lnTo>
                  <a:pt x="1426425" y="147739"/>
                </a:lnTo>
                <a:close/>
              </a:path>
              <a:path w="1452879" h="172720">
                <a:moveTo>
                  <a:pt x="1426425" y="12179"/>
                </a:moveTo>
                <a:lnTo>
                  <a:pt x="1426425" y="159931"/>
                </a:lnTo>
                <a:lnTo>
                  <a:pt x="1438605" y="147739"/>
                </a:lnTo>
                <a:lnTo>
                  <a:pt x="1452308" y="147739"/>
                </a:lnTo>
                <a:lnTo>
                  <a:pt x="1452308" y="25895"/>
                </a:lnTo>
                <a:lnTo>
                  <a:pt x="1438605" y="25895"/>
                </a:lnTo>
                <a:lnTo>
                  <a:pt x="1426425" y="12179"/>
                </a:lnTo>
                <a:close/>
              </a:path>
              <a:path w="1452879" h="172720">
                <a:moveTo>
                  <a:pt x="1452308" y="147739"/>
                </a:moveTo>
                <a:lnTo>
                  <a:pt x="1438605" y="147739"/>
                </a:lnTo>
                <a:lnTo>
                  <a:pt x="1426425" y="159931"/>
                </a:lnTo>
                <a:lnTo>
                  <a:pt x="1452308" y="159931"/>
                </a:lnTo>
                <a:lnTo>
                  <a:pt x="1452308" y="147739"/>
                </a:lnTo>
                <a:close/>
              </a:path>
              <a:path w="1452879" h="172720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452879" h="172720">
                <a:moveTo>
                  <a:pt x="1426425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426425" y="25895"/>
                </a:lnTo>
                <a:lnTo>
                  <a:pt x="1426425" y="12179"/>
                </a:lnTo>
                <a:close/>
              </a:path>
              <a:path w="1452879" h="172720">
                <a:moveTo>
                  <a:pt x="1452308" y="12179"/>
                </a:moveTo>
                <a:lnTo>
                  <a:pt x="1426425" y="12179"/>
                </a:lnTo>
                <a:lnTo>
                  <a:pt x="1438605" y="25895"/>
                </a:lnTo>
                <a:lnTo>
                  <a:pt x="1452308" y="25895"/>
                </a:lnTo>
                <a:lnTo>
                  <a:pt x="1452308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2. </a:t>
            </a:r>
            <a:r>
              <a:rPr spc="-5" dirty="0"/>
              <a:t>시간</a:t>
            </a:r>
            <a:r>
              <a:rPr spc="-300" dirty="0"/>
              <a:t> </a:t>
            </a:r>
            <a:r>
              <a:rPr spc="-5" dirty="0"/>
              <a:t>출력</a:t>
            </a:r>
          </a:p>
        </p:txBody>
      </p:sp>
      <p:sp>
        <p:nvSpPr>
          <p:cNvPr id="28" name="object 28"/>
          <p:cNvSpPr/>
          <p:nvPr/>
        </p:nvSpPr>
        <p:spPr>
          <a:xfrm>
            <a:off x="1377708" y="1034237"/>
            <a:ext cx="270666" cy="2718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46870" y="2292388"/>
            <a:ext cx="176580" cy="10358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72740" y="2207094"/>
            <a:ext cx="127876" cy="746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09915" y="1246428"/>
            <a:ext cx="6502400" cy="11861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60"/>
              </a:spcBef>
              <a:tabLst>
                <a:tab pos="307975" algn="l"/>
              </a:tabLst>
            </a:pPr>
            <a:r>
              <a:rPr sz="1600" spc="-5" dirty="0">
                <a:latin typeface="Times New Roman"/>
                <a:cs typeface="Times New Roman"/>
              </a:rPr>
              <a:t>-	</a:t>
            </a:r>
            <a:r>
              <a:rPr sz="1600" b="1" spc="-15" dirty="0">
                <a:latin typeface="Times New Roman"/>
                <a:cs typeface="Times New Roman"/>
              </a:rPr>
              <a:t>register(Verilog)</a:t>
            </a:r>
            <a:r>
              <a:rPr sz="1600" b="1" spc="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에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저장된</a:t>
            </a:r>
            <a:r>
              <a:rPr sz="1600" b="1" spc="-15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시</a:t>
            </a:r>
            <a:r>
              <a:rPr sz="1600" b="1" spc="-5" dirty="0">
                <a:latin typeface="Times New Roman"/>
                <a:cs typeface="Times New Roman"/>
              </a:rPr>
              <a:t>, </a:t>
            </a:r>
            <a:r>
              <a:rPr sz="1600" b="1" spc="-5" dirty="0">
                <a:latin typeface="맑은 고딕"/>
                <a:cs typeface="맑은 고딕"/>
              </a:rPr>
              <a:t>분</a:t>
            </a:r>
            <a:r>
              <a:rPr sz="1600" b="1" spc="-5" dirty="0">
                <a:latin typeface="Times New Roman"/>
                <a:cs typeface="Times New Roman"/>
              </a:rPr>
              <a:t>,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초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값을</a:t>
            </a:r>
            <a:r>
              <a:rPr sz="1600" b="1" spc="-16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10</a:t>
            </a:r>
            <a:r>
              <a:rPr sz="1600" b="1" spc="-5" dirty="0">
                <a:latin typeface="맑은 고딕"/>
                <a:cs typeface="맑은 고딕"/>
              </a:rPr>
              <a:t>진수로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변환</a:t>
            </a:r>
            <a:endParaRPr sz="1600" dirty="0">
              <a:latin typeface="맑은 고딕"/>
              <a:cs typeface="맑은 고딕"/>
            </a:endParaRPr>
          </a:p>
          <a:p>
            <a:pPr marL="21590">
              <a:lnSpc>
                <a:spcPct val="100000"/>
              </a:lnSpc>
              <a:spcBef>
                <a:spcPts val="955"/>
              </a:spcBef>
              <a:tabLst>
                <a:tab pos="307975" algn="l"/>
              </a:tabLst>
            </a:pPr>
            <a:r>
              <a:rPr sz="1600" spc="-5" dirty="0">
                <a:latin typeface="Times New Roman"/>
                <a:cs typeface="Times New Roman"/>
              </a:rPr>
              <a:t>-	</a:t>
            </a:r>
            <a:r>
              <a:rPr sz="1600" b="1" spc="-10" dirty="0">
                <a:latin typeface="맑은 고딕"/>
                <a:cs typeface="맑은 고딕"/>
              </a:rPr>
              <a:t>예</a:t>
            </a:r>
            <a:r>
              <a:rPr sz="1600" b="1" spc="-10" dirty="0">
                <a:latin typeface="Times New Roman"/>
                <a:cs typeface="Times New Roman"/>
              </a:rPr>
              <a:t>)</a:t>
            </a:r>
            <a:r>
              <a:rPr sz="1600" b="1" spc="-5" dirty="0">
                <a:latin typeface="Times New Roman"/>
                <a:cs typeface="Times New Roman"/>
              </a:rPr>
              <a:t> 48</a:t>
            </a:r>
            <a:r>
              <a:rPr sz="1600" b="1" spc="-5" dirty="0">
                <a:latin typeface="맑은 고딕"/>
                <a:cs typeface="맑은 고딕"/>
              </a:rPr>
              <a:t>초</a:t>
            </a:r>
            <a:r>
              <a:rPr sz="1600" b="1" spc="-17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Wingdings"/>
                <a:cs typeface="Wingdings"/>
              </a:rPr>
              <a:t>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2</a:t>
            </a:r>
            <a:r>
              <a:rPr sz="1600" b="1" spc="-5" dirty="0">
                <a:latin typeface="맑은 고딕"/>
                <a:cs typeface="맑은 고딕"/>
              </a:rPr>
              <a:t>진수</a:t>
            </a:r>
            <a:r>
              <a:rPr sz="1600" b="1" spc="-160" dirty="0">
                <a:latin typeface="맑은 고딕"/>
                <a:cs typeface="맑은 고딕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“110000”</a:t>
            </a:r>
            <a:r>
              <a:rPr sz="1600" b="1" spc="-10" dirty="0">
                <a:latin typeface="맑은 고딕"/>
                <a:cs typeface="맑은 고딕"/>
              </a:rPr>
              <a:t>을</a:t>
            </a:r>
            <a:r>
              <a:rPr sz="1600" b="1" spc="-20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두</a:t>
            </a:r>
            <a:r>
              <a:rPr sz="1600" b="1" spc="-17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개의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BCD </a:t>
            </a:r>
            <a:r>
              <a:rPr sz="1600" b="1" dirty="0">
                <a:latin typeface="Times New Roman"/>
                <a:cs typeface="Times New Roman"/>
              </a:rPr>
              <a:t>“0100”</a:t>
            </a:r>
            <a:r>
              <a:rPr sz="1600" b="1" dirty="0">
                <a:latin typeface="맑은 고딕"/>
                <a:cs typeface="맑은 고딕"/>
              </a:rPr>
              <a:t>과</a:t>
            </a:r>
            <a:r>
              <a:rPr sz="1600" b="1" spc="-190" dirty="0">
                <a:latin typeface="맑은 고딕"/>
                <a:cs typeface="맑은 고딕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“1000”</a:t>
            </a:r>
            <a:r>
              <a:rPr sz="1600" b="1" dirty="0">
                <a:latin typeface="맑은 고딕"/>
                <a:cs typeface="맑은 고딕"/>
              </a:rPr>
              <a:t>으로</a:t>
            </a:r>
            <a:r>
              <a:rPr sz="1600" b="1" spc="-19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변환</a:t>
            </a:r>
            <a:endParaRPr sz="16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  <a:tabLst>
                <a:tab pos="1078230" algn="l"/>
              </a:tabLst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분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초</a:t>
            </a:r>
            <a:r>
              <a:rPr lang="en-US"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   </a:t>
            </a:r>
            <a:r>
              <a:rPr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두 </a:t>
            </a:r>
            <a:r>
              <a:rPr sz="1600" b="1" spc="-5" dirty="0" err="1">
                <a:solidFill>
                  <a:srgbClr val="FF0000"/>
                </a:solidFill>
                <a:latin typeface="맑은 고딕"/>
                <a:cs typeface="맑은 고딕"/>
              </a:rPr>
              <a:t>자리</a:t>
            </a:r>
            <a:r>
              <a:rPr sz="1600" b="1" spc="-32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 err="1" smtClean="0">
                <a:solidFill>
                  <a:srgbClr val="FF0000"/>
                </a:solidFill>
                <a:latin typeface="맑은 고딕"/>
                <a:cs typeface="맑은 고딕"/>
              </a:rPr>
              <a:t>정수형</a:t>
            </a:r>
            <a:r>
              <a:rPr lang="en-US"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lang="ko-KR" altLang="en-US"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으로 변환 출력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798402" y="5948019"/>
            <a:ext cx="176580" cy="1035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824272" y="5862726"/>
            <a:ext cx="127876" cy="746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709915" y="5696737"/>
            <a:ext cx="6718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49900"/>
              </a:lnSpc>
              <a:spcBef>
                <a:spcPts val="100"/>
              </a:spcBef>
              <a:tabLst>
                <a:tab pos="298450" algn="l"/>
                <a:tab pos="3331210" algn="l"/>
              </a:tabLst>
            </a:pPr>
            <a:r>
              <a:rPr sz="1600" spc="-5" dirty="0">
                <a:solidFill>
                  <a:srgbClr val="0000FF"/>
                </a:solidFill>
                <a:latin typeface="Times New Roman"/>
                <a:cs typeface="Times New Roman"/>
              </a:rPr>
              <a:t>-	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register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로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선언된 </a:t>
            </a:r>
            <a:r>
              <a:rPr sz="16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hour,</a:t>
            </a:r>
            <a:r>
              <a:rPr sz="1600" b="1" u="sng" spc="-2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min,</a:t>
            </a:r>
            <a:r>
              <a:rPr sz="1600" b="1" u="sng" spc="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sec</a:t>
            </a:r>
            <a:r>
              <a:rPr sz="16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10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진수</a:t>
            </a:r>
            <a:r>
              <a:rPr sz="1600" b="1" u="sng" spc="-1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자리로</a:t>
            </a:r>
            <a:r>
              <a:rPr sz="1600" b="1" u="sng" spc="-1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나누기</a:t>
            </a:r>
            <a:r>
              <a:rPr sz="1600" b="1" spc="-17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위해</a:t>
            </a:r>
            <a:r>
              <a:rPr sz="1600" b="1" u="sng" spc="-17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‘/’</a:t>
            </a:r>
            <a:r>
              <a:rPr sz="1600" b="1" u="sng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나누기  연산자와</a:t>
            </a:r>
            <a:r>
              <a:rPr sz="1600" b="1" u="sng" spc="-1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‘%’</a:t>
            </a:r>
            <a:r>
              <a:rPr sz="1600" b="1" u="sng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modulus</a:t>
            </a:r>
            <a:r>
              <a:rPr sz="1600" b="1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연산자를</a:t>
            </a:r>
            <a:r>
              <a:rPr sz="1600" b="1" u="sng" spc="-1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사용</a:t>
            </a:r>
            <a:r>
              <a:rPr sz="1600" b="1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하여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두</a:t>
            </a:r>
            <a:r>
              <a:rPr sz="1600" b="1" u="sng" spc="-1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자리로</a:t>
            </a:r>
            <a:r>
              <a:rPr sz="1600" b="1" u="sng" spc="-1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맑은 고딕"/>
                <a:cs typeface="맑은 고딕"/>
              </a:rPr>
              <a:t>분리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7708" y="2190343"/>
            <a:ext cx="271364" cy="2715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743075" y="2554376"/>
            <a:ext cx="6661734" cy="32260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055152" y="2874238"/>
            <a:ext cx="5240020" cy="772795"/>
          </a:xfrm>
          <a:custGeom>
            <a:avLst/>
            <a:gdLst/>
            <a:ahLst/>
            <a:cxnLst/>
            <a:rect l="l" t="t" r="r" b="b"/>
            <a:pathLst>
              <a:path w="5240020" h="772795">
                <a:moveTo>
                  <a:pt x="5233784" y="0"/>
                </a:moveTo>
                <a:lnTo>
                  <a:pt x="4571" y="0"/>
                </a:lnTo>
                <a:lnTo>
                  <a:pt x="0" y="6096"/>
                </a:lnTo>
                <a:lnTo>
                  <a:pt x="0" y="767689"/>
                </a:lnTo>
                <a:lnTo>
                  <a:pt x="4571" y="772261"/>
                </a:lnTo>
                <a:lnTo>
                  <a:pt x="5233784" y="772261"/>
                </a:lnTo>
                <a:lnTo>
                  <a:pt x="5239880" y="767689"/>
                </a:lnTo>
                <a:lnTo>
                  <a:pt x="5239880" y="760069"/>
                </a:lnTo>
                <a:lnTo>
                  <a:pt x="24358" y="760069"/>
                </a:lnTo>
                <a:lnTo>
                  <a:pt x="12179" y="747890"/>
                </a:lnTo>
                <a:lnTo>
                  <a:pt x="24358" y="747890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16"/>
                </a:lnTo>
                <a:lnTo>
                  <a:pt x="5239880" y="13716"/>
                </a:lnTo>
                <a:lnTo>
                  <a:pt x="5239880" y="6096"/>
                </a:lnTo>
                <a:lnTo>
                  <a:pt x="5233784" y="0"/>
                </a:lnTo>
                <a:close/>
              </a:path>
              <a:path w="5240020" h="772795">
                <a:moveTo>
                  <a:pt x="24358" y="747890"/>
                </a:moveTo>
                <a:lnTo>
                  <a:pt x="12179" y="747890"/>
                </a:lnTo>
                <a:lnTo>
                  <a:pt x="24358" y="760069"/>
                </a:lnTo>
                <a:lnTo>
                  <a:pt x="24358" y="747890"/>
                </a:lnTo>
                <a:close/>
              </a:path>
              <a:path w="5240020" h="772795">
                <a:moveTo>
                  <a:pt x="5213997" y="747890"/>
                </a:moveTo>
                <a:lnTo>
                  <a:pt x="24358" y="747890"/>
                </a:lnTo>
                <a:lnTo>
                  <a:pt x="24358" y="760069"/>
                </a:lnTo>
                <a:lnTo>
                  <a:pt x="5213997" y="760069"/>
                </a:lnTo>
                <a:lnTo>
                  <a:pt x="5213997" y="747890"/>
                </a:lnTo>
                <a:close/>
              </a:path>
              <a:path w="5240020" h="772795">
                <a:moveTo>
                  <a:pt x="5213997" y="13716"/>
                </a:moveTo>
                <a:lnTo>
                  <a:pt x="5213997" y="760069"/>
                </a:lnTo>
                <a:lnTo>
                  <a:pt x="5226177" y="747890"/>
                </a:lnTo>
                <a:lnTo>
                  <a:pt x="5239880" y="747890"/>
                </a:lnTo>
                <a:lnTo>
                  <a:pt x="5239880" y="25895"/>
                </a:lnTo>
                <a:lnTo>
                  <a:pt x="5226177" y="25895"/>
                </a:lnTo>
                <a:lnTo>
                  <a:pt x="5213997" y="13716"/>
                </a:lnTo>
                <a:close/>
              </a:path>
              <a:path w="5240020" h="772795">
                <a:moveTo>
                  <a:pt x="5239880" y="747890"/>
                </a:moveTo>
                <a:lnTo>
                  <a:pt x="5226177" y="747890"/>
                </a:lnTo>
                <a:lnTo>
                  <a:pt x="5213997" y="760069"/>
                </a:lnTo>
                <a:lnTo>
                  <a:pt x="5239880" y="760069"/>
                </a:lnTo>
                <a:lnTo>
                  <a:pt x="5239880" y="747890"/>
                </a:lnTo>
                <a:close/>
              </a:path>
              <a:path w="5240020" h="772795">
                <a:moveTo>
                  <a:pt x="24358" y="13716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16"/>
                </a:lnTo>
                <a:close/>
              </a:path>
              <a:path w="5240020" h="772795">
                <a:moveTo>
                  <a:pt x="5213997" y="13716"/>
                </a:moveTo>
                <a:lnTo>
                  <a:pt x="24358" y="13716"/>
                </a:lnTo>
                <a:lnTo>
                  <a:pt x="24358" y="25895"/>
                </a:lnTo>
                <a:lnTo>
                  <a:pt x="5213997" y="25895"/>
                </a:lnTo>
                <a:lnTo>
                  <a:pt x="5213997" y="13716"/>
                </a:lnTo>
                <a:close/>
              </a:path>
              <a:path w="5240020" h="772795">
                <a:moveTo>
                  <a:pt x="5239880" y="13716"/>
                </a:moveTo>
                <a:lnTo>
                  <a:pt x="5213997" y="13716"/>
                </a:lnTo>
                <a:lnTo>
                  <a:pt x="5226177" y="25895"/>
                </a:lnTo>
                <a:lnTo>
                  <a:pt x="5239880" y="25895"/>
                </a:lnTo>
                <a:lnTo>
                  <a:pt x="5239880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055152" y="3765308"/>
            <a:ext cx="5240020" cy="2027555"/>
          </a:xfrm>
          <a:custGeom>
            <a:avLst/>
            <a:gdLst/>
            <a:ahLst/>
            <a:cxnLst/>
            <a:rect l="l" t="t" r="r" b="b"/>
            <a:pathLst>
              <a:path w="5240020" h="2027554">
                <a:moveTo>
                  <a:pt x="5233784" y="0"/>
                </a:moveTo>
                <a:lnTo>
                  <a:pt x="4571" y="0"/>
                </a:lnTo>
                <a:lnTo>
                  <a:pt x="0" y="6083"/>
                </a:lnTo>
                <a:lnTo>
                  <a:pt x="0" y="2021255"/>
                </a:lnTo>
                <a:lnTo>
                  <a:pt x="4571" y="2027351"/>
                </a:lnTo>
                <a:lnTo>
                  <a:pt x="5233784" y="2027351"/>
                </a:lnTo>
                <a:lnTo>
                  <a:pt x="5239880" y="2021255"/>
                </a:lnTo>
                <a:lnTo>
                  <a:pt x="5239880" y="2015159"/>
                </a:lnTo>
                <a:lnTo>
                  <a:pt x="24358" y="2015159"/>
                </a:lnTo>
                <a:lnTo>
                  <a:pt x="12179" y="2001456"/>
                </a:lnTo>
                <a:lnTo>
                  <a:pt x="24358" y="2001456"/>
                </a:lnTo>
                <a:lnTo>
                  <a:pt x="24358" y="25882"/>
                </a:lnTo>
                <a:lnTo>
                  <a:pt x="12179" y="25882"/>
                </a:lnTo>
                <a:lnTo>
                  <a:pt x="24358" y="12179"/>
                </a:lnTo>
                <a:lnTo>
                  <a:pt x="5239880" y="12179"/>
                </a:lnTo>
                <a:lnTo>
                  <a:pt x="5239880" y="6083"/>
                </a:lnTo>
                <a:lnTo>
                  <a:pt x="5233784" y="0"/>
                </a:lnTo>
                <a:close/>
              </a:path>
              <a:path w="5240020" h="2027554">
                <a:moveTo>
                  <a:pt x="24358" y="2001456"/>
                </a:moveTo>
                <a:lnTo>
                  <a:pt x="12179" y="2001456"/>
                </a:lnTo>
                <a:lnTo>
                  <a:pt x="24358" y="2015159"/>
                </a:lnTo>
                <a:lnTo>
                  <a:pt x="24358" y="2001456"/>
                </a:lnTo>
                <a:close/>
              </a:path>
              <a:path w="5240020" h="2027554">
                <a:moveTo>
                  <a:pt x="5213997" y="2001456"/>
                </a:moveTo>
                <a:lnTo>
                  <a:pt x="24358" y="2001456"/>
                </a:lnTo>
                <a:lnTo>
                  <a:pt x="24358" y="2015159"/>
                </a:lnTo>
                <a:lnTo>
                  <a:pt x="5213997" y="2015159"/>
                </a:lnTo>
                <a:lnTo>
                  <a:pt x="5213997" y="2001456"/>
                </a:lnTo>
                <a:close/>
              </a:path>
              <a:path w="5240020" h="2027554">
                <a:moveTo>
                  <a:pt x="5213997" y="12179"/>
                </a:moveTo>
                <a:lnTo>
                  <a:pt x="5213997" y="2015159"/>
                </a:lnTo>
                <a:lnTo>
                  <a:pt x="5226177" y="2001456"/>
                </a:lnTo>
                <a:lnTo>
                  <a:pt x="5239880" y="2001456"/>
                </a:lnTo>
                <a:lnTo>
                  <a:pt x="5239880" y="25882"/>
                </a:lnTo>
                <a:lnTo>
                  <a:pt x="5226177" y="25882"/>
                </a:lnTo>
                <a:lnTo>
                  <a:pt x="5213997" y="12179"/>
                </a:lnTo>
                <a:close/>
              </a:path>
              <a:path w="5240020" h="2027554">
                <a:moveTo>
                  <a:pt x="5239880" y="2001456"/>
                </a:moveTo>
                <a:lnTo>
                  <a:pt x="5226177" y="2001456"/>
                </a:lnTo>
                <a:lnTo>
                  <a:pt x="5213997" y="2015159"/>
                </a:lnTo>
                <a:lnTo>
                  <a:pt x="5239880" y="2015159"/>
                </a:lnTo>
                <a:lnTo>
                  <a:pt x="5239880" y="2001456"/>
                </a:lnTo>
                <a:close/>
              </a:path>
              <a:path w="5240020" h="2027554">
                <a:moveTo>
                  <a:pt x="24358" y="12179"/>
                </a:moveTo>
                <a:lnTo>
                  <a:pt x="12179" y="25882"/>
                </a:lnTo>
                <a:lnTo>
                  <a:pt x="24358" y="25882"/>
                </a:lnTo>
                <a:lnTo>
                  <a:pt x="24358" y="12179"/>
                </a:lnTo>
                <a:close/>
              </a:path>
              <a:path w="5240020" h="2027554">
                <a:moveTo>
                  <a:pt x="5213997" y="12179"/>
                </a:moveTo>
                <a:lnTo>
                  <a:pt x="24358" y="12179"/>
                </a:lnTo>
                <a:lnTo>
                  <a:pt x="24358" y="25882"/>
                </a:lnTo>
                <a:lnTo>
                  <a:pt x="5213997" y="25882"/>
                </a:lnTo>
                <a:lnTo>
                  <a:pt x="5213997" y="12179"/>
                </a:lnTo>
                <a:close/>
              </a:path>
              <a:path w="5240020" h="2027554">
                <a:moveTo>
                  <a:pt x="5239880" y="12179"/>
                </a:moveTo>
                <a:lnTo>
                  <a:pt x="5213997" y="12179"/>
                </a:lnTo>
                <a:lnTo>
                  <a:pt x="5226177" y="25882"/>
                </a:lnTo>
                <a:lnTo>
                  <a:pt x="5239880" y="25882"/>
                </a:lnTo>
                <a:lnTo>
                  <a:pt x="5239880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347442" y="1958809"/>
            <a:ext cx="152400" cy="33655"/>
          </a:xfrm>
          <a:custGeom>
            <a:avLst/>
            <a:gdLst/>
            <a:ahLst/>
            <a:cxnLst/>
            <a:rect l="l" t="t" r="r" b="b"/>
            <a:pathLst>
              <a:path w="152400" h="33655">
                <a:moveTo>
                  <a:pt x="146138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7419"/>
                </a:lnTo>
                <a:lnTo>
                  <a:pt x="6083" y="33515"/>
                </a:lnTo>
                <a:lnTo>
                  <a:pt x="146138" y="33515"/>
                </a:lnTo>
                <a:lnTo>
                  <a:pt x="152234" y="27419"/>
                </a:lnTo>
                <a:lnTo>
                  <a:pt x="152234" y="25895"/>
                </a:lnTo>
                <a:lnTo>
                  <a:pt x="13703" y="25895"/>
                </a:lnTo>
                <a:lnTo>
                  <a:pt x="22836" y="16752"/>
                </a:lnTo>
                <a:lnTo>
                  <a:pt x="13703" y="7619"/>
                </a:lnTo>
                <a:lnTo>
                  <a:pt x="152234" y="7619"/>
                </a:lnTo>
                <a:lnTo>
                  <a:pt x="152234" y="6095"/>
                </a:lnTo>
                <a:lnTo>
                  <a:pt x="146138" y="0"/>
                </a:lnTo>
                <a:close/>
              </a:path>
              <a:path w="152400" h="33655">
                <a:moveTo>
                  <a:pt x="22836" y="16752"/>
                </a:moveTo>
                <a:lnTo>
                  <a:pt x="13703" y="25895"/>
                </a:lnTo>
                <a:lnTo>
                  <a:pt x="140055" y="25895"/>
                </a:lnTo>
                <a:lnTo>
                  <a:pt x="133203" y="19799"/>
                </a:lnTo>
                <a:lnTo>
                  <a:pt x="25882" y="19799"/>
                </a:lnTo>
                <a:lnTo>
                  <a:pt x="22836" y="16752"/>
                </a:lnTo>
                <a:close/>
              </a:path>
              <a:path w="152400" h="33655">
                <a:moveTo>
                  <a:pt x="152234" y="7619"/>
                </a:moveTo>
                <a:lnTo>
                  <a:pt x="140055" y="7619"/>
                </a:lnTo>
                <a:lnTo>
                  <a:pt x="129779" y="16752"/>
                </a:lnTo>
                <a:lnTo>
                  <a:pt x="140055" y="25895"/>
                </a:lnTo>
                <a:lnTo>
                  <a:pt x="152234" y="25895"/>
                </a:lnTo>
                <a:lnTo>
                  <a:pt x="152234" y="7619"/>
                </a:lnTo>
                <a:close/>
              </a:path>
              <a:path w="152400" h="33655">
                <a:moveTo>
                  <a:pt x="25882" y="13703"/>
                </a:moveTo>
                <a:lnTo>
                  <a:pt x="22836" y="16752"/>
                </a:lnTo>
                <a:lnTo>
                  <a:pt x="25882" y="19799"/>
                </a:lnTo>
                <a:lnTo>
                  <a:pt x="25882" y="13703"/>
                </a:lnTo>
                <a:close/>
              </a:path>
              <a:path w="152400" h="33655">
                <a:moveTo>
                  <a:pt x="126352" y="13703"/>
                </a:moveTo>
                <a:lnTo>
                  <a:pt x="25882" y="13703"/>
                </a:lnTo>
                <a:lnTo>
                  <a:pt x="25882" y="19799"/>
                </a:lnTo>
                <a:lnTo>
                  <a:pt x="126352" y="19799"/>
                </a:lnTo>
                <a:lnTo>
                  <a:pt x="126352" y="13703"/>
                </a:lnTo>
                <a:close/>
              </a:path>
              <a:path w="152400" h="33655">
                <a:moveTo>
                  <a:pt x="126352" y="13703"/>
                </a:moveTo>
                <a:lnTo>
                  <a:pt x="126352" y="19799"/>
                </a:lnTo>
                <a:lnTo>
                  <a:pt x="129779" y="16752"/>
                </a:lnTo>
                <a:lnTo>
                  <a:pt x="126352" y="13703"/>
                </a:lnTo>
                <a:close/>
              </a:path>
              <a:path w="152400" h="33655">
                <a:moveTo>
                  <a:pt x="129779" y="16752"/>
                </a:moveTo>
                <a:lnTo>
                  <a:pt x="126352" y="19799"/>
                </a:lnTo>
                <a:lnTo>
                  <a:pt x="133203" y="19799"/>
                </a:lnTo>
                <a:lnTo>
                  <a:pt x="129779" y="16752"/>
                </a:lnTo>
                <a:close/>
              </a:path>
              <a:path w="152400" h="33655">
                <a:moveTo>
                  <a:pt x="140055" y="7619"/>
                </a:moveTo>
                <a:lnTo>
                  <a:pt x="13703" y="7619"/>
                </a:lnTo>
                <a:lnTo>
                  <a:pt x="22836" y="16752"/>
                </a:lnTo>
                <a:lnTo>
                  <a:pt x="25882" y="13703"/>
                </a:lnTo>
                <a:lnTo>
                  <a:pt x="133211" y="13703"/>
                </a:lnTo>
                <a:lnTo>
                  <a:pt x="140055" y="7619"/>
                </a:lnTo>
                <a:close/>
              </a:path>
              <a:path w="152400" h="33655">
                <a:moveTo>
                  <a:pt x="133211" y="13703"/>
                </a:moveTo>
                <a:lnTo>
                  <a:pt x="126352" y="13703"/>
                </a:lnTo>
                <a:lnTo>
                  <a:pt x="129779" y="16752"/>
                </a:lnTo>
                <a:lnTo>
                  <a:pt x="133211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432685" y="1756232"/>
            <a:ext cx="152400" cy="33655"/>
          </a:xfrm>
          <a:custGeom>
            <a:avLst/>
            <a:gdLst/>
            <a:ahLst/>
            <a:cxnLst/>
            <a:rect l="l" t="t" r="r" b="b"/>
            <a:pathLst>
              <a:path w="152400" h="33655">
                <a:moveTo>
                  <a:pt x="146151" y="0"/>
                </a:moveTo>
                <a:lnTo>
                  <a:pt x="6095" y="0"/>
                </a:lnTo>
                <a:lnTo>
                  <a:pt x="0" y="6083"/>
                </a:lnTo>
                <a:lnTo>
                  <a:pt x="0" y="27406"/>
                </a:lnTo>
                <a:lnTo>
                  <a:pt x="6095" y="33502"/>
                </a:lnTo>
                <a:lnTo>
                  <a:pt x="146151" y="33502"/>
                </a:lnTo>
                <a:lnTo>
                  <a:pt x="152234" y="27406"/>
                </a:lnTo>
                <a:lnTo>
                  <a:pt x="152234" y="25895"/>
                </a:lnTo>
                <a:lnTo>
                  <a:pt x="12179" y="25895"/>
                </a:lnTo>
                <a:lnTo>
                  <a:pt x="22456" y="16751"/>
                </a:lnTo>
                <a:lnTo>
                  <a:pt x="12179" y="7607"/>
                </a:lnTo>
                <a:lnTo>
                  <a:pt x="152234" y="7607"/>
                </a:lnTo>
                <a:lnTo>
                  <a:pt x="152234" y="6083"/>
                </a:lnTo>
                <a:lnTo>
                  <a:pt x="146151" y="0"/>
                </a:lnTo>
                <a:close/>
              </a:path>
              <a:path w="152400" h="33655">
                <a:moveTo>
                  <a:pt x="22456" y="16751"/>
                </a:moveTo>
                <a:lnTo>
                  <a:pt x="12179" y="25895"/>
                </a:lnTo>
                <a:lnTo>
                  <a:pt x="140055" y="25895"/>
                </a:lnTo>
                <a:lnTo>
                  <a:pt x="133210" y="19799"/>
                </a:lnTo>
                <a:lnTo>
                  <a:pt x="25882" y="19799"/>
                </a:lnTo>
                <a:lnTo>
                  <a:pt x="22456" y="16751"/>
                </a:lnTo>
                <a:close/>
              </a:path>
              <a:path w="152400" h="33655">
                <a:moveTo>
                  <a:pt x="152234" y="7607"/>
                </a:moveTo>
                <a:lnTo>
                  <a:pt x="140055" y="7607"/>
                </a:lnTo>
                <a:lnTo>
                  <a:pt x="129787" y="16751"/>
                </a:lnTo>
                <a:lnTo>
                  <a:pt x="140055" y="25895"/>
                </a:lnTo>
                <a:lnTo>
                  <a:pt x="152234" y="25895"/>
                </a:lnTo>
                <a:lnTo>
                  <a:pt x="152234" y="7607"/>
                </a:lnTo>
                <a:close/>
              </a:path>
              <a:path w="152400" h="33655">
                <a:moveTo>
                  <a:pt x="25882" y="13703"/>
                </a:moveTo>
                <a:lnTo>
                  <a:pt x="22456" y="16751"/>
                </a:lnTo>
                <a:lnTo>
                  <a:pt x="25882" y="19799"/>
                </a:lnTo>
                <a:lnTo>
                  <a:pt x="25882" y="13703"/>
                </a:lnTo>
                <a:close/>
              </a:path>
              <a:path w="152400" h="33655">
                <a:moveTo>
                  <a:pt x="126364" y="13703"/>
                </a:moveTo>
                <a:lnTo>
                  <a:pt x="25882" y="13703"/>
                </a:lnTo>
                <a:lnTo>
                  <a:pt x="25882" y="19799"/>
                </a:lnTo>
                <a:lnTo>
                  <a:pt x="126364" y="19799"/>
                </a:lnTo>
                <a:lnTo>
                  <a:pt x="126364" y="13703"/>
                </a:lnTo>
                <a:close/>
              </a:path>
              <a:path w="152400" h="33655">
                <a:moveTo>
                  <a:pt x="126364" y="13703"/>
                </a:moveTo>
                <a:lnTo>
                  <a:pt x="126364" y="19799"/>
                </a:lnTo>
                <a:lnTo>
                  <a:pt x="129787" y="16751"/>
                </a:lnTo>
                <a:lnTo>
                  <a:pt x="126364" y="13703"/>
                </a:lnTo>
                <a:close/>
              </a:path>
              <a:path w="152400" h="33655">
                <a:moveTo>
                  <a:pt x="129787" y="16751"/>
                </a:moveTo>
                <a:lnTo>
                  <a:pt x="126364" y="19799"/>
                </a:lnTo>
                <a:lnTo>
                  <a:pt x="133210" y="19799"/>
                </a:lnTo>
                <a:lnTo>
                  <a:pt x="129787" y="16751"/>
                </a:lnTo>
                <a:close/>
              </a:path>
              <a:path w="152400" h="33655">
                <a:moveTo>
                  <a:pt x="140055" y="7607"/>
                </a:moveTo>
                <a:lnTo>
                  <a:pt x="12179" y="7607"/>
                </a:lnTo>
                <a:lnTo>
                  <a:pt x="22456" y="16751"/>
                </a:lnTo>
                <a:lnTo>
                  <a:pt x="25882" y="13703"/>
                </a:lnTo>
                <a:lnTo>
                  <a:pt x="133210" y="13703"/>
                </a:lnTo>
                <a:lnTo>
                  <a:pt x="140055" y="7607"/>
                </a:lnTo>
                <a:close/>
              </a:path>
              <a:path w="152400" h="33655">
                <a:moveTo>
                  <a:pt x="133210" y="13703"/>
                </a:moveTo>
                <a:lnTo>
                  <a:pt x="126364" y="13703"/>
                </a:lnTo>
                <a:lnTo>
                  <a:pt x="129787" y="16751"/>
                </a:lnTo>
                <a:lnTo>
                  <a:pt x="133210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36803" y="1756232"/>
            <a:ext cx="462915" cy="33655"/>
          </a:xfrm>
          <a:custGeom>
            <a:avLst/>
            <a:gdLst/>
            <a:ahLst/>
            <a:cxnLst/>
            <a:rect l="l" t="t" r="r" b="b"/>
            <a:pathLst>
              <a:path w="462915" h="33655">
                <a:moveTo>
                  <a:pt x="458228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27406"/>
                </a:lnTo>
                <a:lnTo>
                  <a:pt x="6096" y="33502"/>
                </a:lnTo>
                <a:lnTo>
                  <a:pt x="458228" y="33502"/>
                </a:lnTo>
                <a:lnTo>
                  <a:pt x="462787" y="27406"/>
                </a:lnTo>
                <a:lnTo>
                  <a:pt x="462787" y="25895"/>
                </a:lnTo>
                <a:lnTo>
                  <a:pt x="13703" y="25895"/>
                </a:lnTo>
                <a:lnTo>
                  <a:pt x="22837" y="16751"/>
                </a:lnTo>
                <a:lnTo>
                  <a:pt x="13703" y="7607"/>
                </a:lnTo>
                <a:lnTo>
                  <a:pt x="462787" y="7607"/>
                </a:lnTo>
                <a:lnTo>
                  <a:pt x="462787" y="6083"/>
                </a:lnTo>
                <a:lnTo>
                  <a:pt x="458228" y="0"/>
                </a:lnTo>
                <a:close/>
              </a:path>
              <a:path w="462915" h="33655">
                <a:moveTo>
                  <a:pt x="22837" y="16751"/>
                </a:moveTo>
                <a:lnTo>
                  <a:pt x="13703" y="25895"/>
                </a:lnTo>
                <a:lnTo>
                  <a:pt x="450608" y="25895"/>
                </a:lnTo>
                <a:lnTo>
                  <a:pt x="444519" y="19799"/>
                </a:lnTo>
                <a:lnTo>
                  <a:pt x="25882" y="19799"/>
                </a:lnTo>
                <a:lnTo>
                  <a:pt x="22837" y="16751"/>
                </a:lnTo>
                <a:close/>
              </a:path>
              <a:path w="462915" h="33655">
                <a:moveTo>
                  <a:pt x="462787" y="7607"/>
                </a:moveTo>
                <a:lnTo>
                  <a:pt x="450608" y="7607"/>
                </a:lnTo>
                <a:lnTo>
                  <a:pt x="441474" y="16751"/>
                </a:lnTo>
                <a:lnTo>
                  <a:pt x="450608" y="25895"/>
                </a:lnTo>
                <a:lnTo>
                  <a:pt x="462787" y="25895"/>
                </a:lnTo>
                <a:lnTo>
                  <a:pt x="462787" y="7607"/>
                </a:lnTo>
                <a:close/>
              </a:path>
              <a:path w="462915" h="33655">
                <a:moveTo>
                  <a:pt x="25882" y="13703"/>
                </a:moveTo>
                <a:lnTo>
                  <a:pt x="22837" y="16751"/>
                </a:lnTo>
                <a:lnTo>
                  <a:pt x="25882" y="19799"/>
                </a:lnTo>
                <a:lnTo>
                  <a:pt x="25882" y="13703"/>
                </a:lnTo>
                <a:close/>
              </a:path>
              <a:path w="462915" h="33655">
                <a:moveTo>
                  <a:pt x="438429" y="13703"/>
                </a:moveTo>
                <a:lnTo>
                  <a:pt x="25882" y="13703"/>
                </a:lnTo>
                <a:lnTo>
                  <a:pt x="25882" y="19799"/>
                </a:lnTo>
                <a:lnTo>
                  <a:pt x="438429" y="19799"/>
                </a:lnTo>
                <a:lnTo>
                  <a:pt x="438429" y="13703"/>
                </a:lnTo>
                <a:close/>
              </a:path>
              <a:path w="462915" h="33655">
                <a:moveTo>
                  <a:pt x="438429" y="13703"/>
                </a:moveTo>
                <a:lnTo>
                  <a:pt x="438429" y="19799"/>
                </a:lnTo>
                <a:lnTo>
                  <a:pt x="441474" y="16751"/>
                </a:lnTo>
                <a:lnTo>
                  <a:pt x="438429" y="13703"/>
                </a:lnTo>
                <a:close/>
              </a:path>
              <a:path w="462915" h="33655">
                <a:moveTo>
                  <a:pt x="441474" y="16751"/>
                </a:moveTo>
                <a:lnTo>
                  <a:pt x="438429" y="19799"/>
                </a:lnTo>
                <a:lnTo>
                  <a:pt x="444519" y="19799"/>
                </a:lnTo>
                <a:lnTo>
                  <a:pt x="441474" y="16751"/>
                </a:lnTo>
                <a:close/>
              </a:path>
              <a:path w="462915" h="33655">
                <a:moveTo>
                  <a:pt x="450608" y="7607"/>
                </a:moveTo>
                <a:lnTo>
                  <a:pt x="13703" y="7607"/>
                </a:lnTo>
                <a:lnTo>
                  <a:pt x="22837" y="16751"/>
                </a:lnTo>
                <a:lnTo>
                  <a:pt x="25882" y="13703"/>
                </a:lnTo>
                <a:lnTo>
                  <a:pt x="444519" y="13703"/>
                </a:lnTo>
                <a:lnTo>
                  <a:pt x="450608" y="7607"/>
                </a:lnTo>
                <a:close/>
              </a:path>
              <a:path w="462915" h="33655">
                <a:moveTo>
                  <a:pt x="444519" y="13703"/>
                </a:moveTo>
                <a:lnTo>
                  <a:pt x="438429" y="13703"/>
                </a:lnTo>
                <a:lnTo>
                  <a:pt x="441474" y="16751"/>
                </a:lnTo>
                <a:lnTo>
                  <a:pt x="444519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902096" y="1957285"/>
            <a:ext cx="462915" cy="33655"/>
          </a:xfrm>
          <a:custGeom>
            <a:avLst/>
            <a:gdLst/>
            <a:ahLst/>
            <a:cxnLst/>
            <a:rect l="l" t="t" r="r" b="b"/>
            <a:pathLst>
              <a:path w="462914" h="33655">
                <a:moveTo>
                  <a:pt x="456691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7419"/>
                </a:lnTo>
                <a:lnTo>
                  <a:pt x="6083" y="33515"/>
                </a:lnTo>
                <a:lnTo>
                  <a:pt x="456691" y="33515"/>
                </a:lnTo>
                <a:lnTo>
                  <a:pt x="462788" y="27419"/>
                </a:lnTo>
                <a:lnTo>
                  <a:pt x="462788" y="25895"/>
                </a:lnTo>
                <a:lnTo>
                  <a:pt x="12179" y="25895"/>
                </a:lnTo>
                <a:lnTo>
                  <a:pt x="22450" y="16757"/>
                </a:lnTo>
                <a:lnTo>
                  <a:pt x="12179" y="7619"/>
                </a:lnTo>
                <a:lnTo>
                  <a:pt x="462788" y="7619"/>
                </a:lnTo>
                <a:lnTo>
                  <a:pt x="462788" y="6095"/>
                </a:lnTo>
                <a:lnTo>
                  <a:pt x="456691" y="0"/>
                </a:lnTo>
                <a:close/>
              </a:path>
              <a:path w="462914" h="33655">
                <a:moveTo>
                  <a:pt x="22450" y="16757"/>
                </a:moveTo>
                <a:lnTo>
                  <a:pt x="12179" y="25895"/>
                </a:lnTo>
                <a:lnTo>
                  <a:pt x="450608" y="25895"/>
                </a:lnTo>
                <a:lnTo>
                  <a:pt x="444512" y="19799"/>
                </a:lnTo>
                <a:lnTo>
                  <a:pt x="25869" y="19799"/>
                </a:lnTo>
                <a:lnTo>
                  <a:pt x="22450" y="16757"/>
                </a:lnTo>
                <a:close/>
              </a:path>
              <a:path w="462914" h="33655">
                <a:moveTo>
                  <a:pt x="462788" y="7619"/>
                </a:moveTo>
                <a:lnTo>
                  <a:pt x="450608" y="7619"/>
                </a:lnTo>
                <a:lnTo>
                  <a:pt x="441471" y="16757"/>
                </a:lnTo>
                <a:lnTo>
                  <a:pt x="450608" y="25895"/>
                </a:lnTo>
                <a:lnTo>
                  <a:pt x="462788" y="25895"/>
                </a:lnTo>
                <a:lnTo>
                  <a:pt x="462788" y="7619"/>
                </a:lnTo>
                <a:close/>
              </a:path>
              <a:path w="462914" h="33655">
                <a:moveTo>
                  <a:pt x="25869" y="13715"/>
                </a:moveTo>
                <a:lnTo>
                  <a:pt x="22450" y="16757"/>
                </a:lnTo>
                <a:lnTo>
                  <a:pt x="25869" y="19799"/>
                </a:lnTo>
                <a:lnTo>
                  <a:pt x="25869" y="13715"/>
                </a:lnTo>
                <a:close/>
              </a:path>
              <a:path w="462914" h="33655">
                <a:moveTo>
                  <a:pt x="438429" y="13715"/>
                </a:moveTo>
                <a:lnTo>
                  <a:pt x="25869" y="13715"/>
                </a:lnTo>
                <a:lnTo>
                  <a:pt x="25869" y="19799"/>
                </a:lnTo>
                <a:lnTo>
                  <a:pt x="438429" y="19799"/>
                </a:lnTo>
                <a:lnTo>
                  <a:pt x="438429" y="13715"/>
                </a:lnTo>
                <a:close/>
              </a:path>
              <a:path w="462914" h="33655">
                <a:moveTo>
                  <a:pt x="438429" y="13715"/>
                </a:moveTo>
                <a:lnTo>
                  <a:pt x="438429" y="19799"/>
                </a:lnTo>
                <a:lnTo>
                  <a:pt x="441471" y="16757"/>
                </a:lnTo>
                <a:lnTo>
                  <a:pt x="438429" y="13715"/>
                </a:lnTo>
                <a:close/>
              </a:path>
              <a:path w="462914" h="33655">
                <a:moveTo>
                  <a:pt x="441471" y="16757"/>
                </a:moveTo>
                <a:lnTo>
                  <a:pt x="438429" y="19799"/>
                </a:lnTo>
                <a:lnTo>
                  <a:pt x="444512" y="19799"/>
                </a:lnTo>
                <a:lnTo>
                  <a:pt x="441471" y="16757"/>
                </a:lnTo>
                <a:close/>
              </a:path>
              <a:path w="462914" h="33655">
                <a:moveTo>
                  <a:pt x="450608" y="7619"/>
                </a:moveTo>
                <a:lnTo>
                  <a:pt x="12179" y="7619"/>
                </a:lnTo>
                <a:lnTo>
                  <a:pt x="22450" y="16757"/>
                </a:lnTo>
                <a:lnTo>
                  <a:pt x="25869" y="13715"/>
                </a:lnTo>
                <a:lnTo>
                  <a:pt x="444512" y="13715"/>
                </a:lnTo>
                <a:lnTo>
                  <a:pt x="450608" y="7619"/>
                </a:lnTo>
                <a:close/>
              </a:path>
              <a:path w="462914" h="33655">
                <a:moveTo>
                  <a:pt x="444512" y="13715"/>
                </a:moveTo>
                <a:lnTo>
                  <a:pt x="438429" y="13715"/>
                </a:lnTo>
                <a:lnTo>
                  <a:pt x="441471" y="16757"/>
                </a:lnTo>
                <a:lnTo>
                  <a:pt x="444512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414422" y="1977085"/>
            <a:ext cx="3757295" cy="139065"/>
          </a:xfrm>
          <a:custGeom>
            <a:avLst/>
            <a:gdLst/>
            <a:ahLst/>
            <a:cxnLst/>
            <a:rect l="l" t="t" r="r" b="b"/>
            <a:pathLst>
              <a:path w="3757295" h="139064">
                <a:moveTo>
                  <a:pt x="18262" y="1524"/>
                </a:moveTo>
                <a:lnTo>
                  <a:pt x="0" y="1524"/>
                </a:lnTo>
                <a:lnTo>
                  <a:pt x="0" y="135572"/>
                </a:lnTo>
                <a:lnTo>
                  <a:pt x="4572" y="138607"/>
                </a:lnTo>
                <a:lnTo>
                  <a:pt x="3725151" y="138607"/>
                </a:lnTo>
                <a:lnTo>
                  <a:pt x="3728199" y="135572"/>
                </a:lnTo>
                <a:lnTo>
                  <a:pt x="3728199" y="129476"/>
                </a:lnTo>
                <a:lnTo>
                  <a:pt x="18262" y="129476"/>
                </a:lnTo>
                <a:lnTo>
                  <a:pt x="9131" y="120332"/>
                </a:lnTo>
                <a:lnTo>
                  <a:pt x="18262" y="120332"/>
                </a:lnTo>
                <a:lnTo>
                  <a:pt x="18262" y="1524"/>
                </a:lnTo>
                <a:close/>
              </a:path>
              <a:path w="3757295" h="139064">
                <a:moveTo>
                  <a:pt x="18262" y="120332"/>
                </a:moveTo>
                <a:lnTo>
                  <a:pt x="9131" y="120332"/>
                </a:lnTo>
                <a:lnTo>
                  <a:pt x="18262" y="129476"/>
                </a:lnTo>
                <a:lnTo>
                  <a:pt x="18262" y="120332"/>
                </a:lnTo>
                <a:close/>
              </a:path>
              <a:path w="3757295" h="139064">
                <a:moveTo>
                  <a:pt x="3709924" y="120332"/>
                </a:moveTo>
                <a:lnTo>
                  <a:pt x="18262" y="120332"/>
                </a:lnTo>
                <a:lnTo>
                  <a:pt x="18262" y="129476"/>
                </a:lnTo>
                <a:lnTo>
                  <a:pt x="3709924" y="129476"/>
                </a:lnTo>
                <a:lnTo>
                  <a:pt x="3709924" y="120332"/>
                </a:lnTo>
                <a:close/>
              </a:path>
              <a:path w="3757295" h="139064">
                <a:moveTo>
                  <a:pt x="3728199" y="63982"/>
                </a:moveTo>
                <a:lnTo>
                  <a:pt x="3709924" y="63982"/>
                </a:lnTo>
                <a:lnTo>
                  <a:pt x="3709924" y="129476"/>
                </a:lnTo>
                <a:lnTo>
                  <a:pt x="3719068" y="120332"/>
                </a:lnTo>
                <a:lnTo>
                  <a:pt x="3728199" y="120332"/>
                </a:lnTo>
                <a:lnTo>
                  <a:pt x="3728199" y="63982"/>
                </a:lnTo>
                <a:close/>
              </a:path>
              <a:path w="3757295" h="139064">
                <a:moveTo>
                  <a:pt x="3728199" y="120332"/>
                </a:moveTo>
                <a:lnTo>
                  <a:pt x="3719068" y="120332"/>
                </a:lnTo>
                <a:lnTo>
                  <a:pt x="3709924" y="129476"/>
                </a:lnTo>
                <a:lnTo>
                  <a:pt x="3728199" y="129476"/>
                </a:lnTo>
                <a:lnTo>
                  <a:pt x="3728199" y="120332"/>
                </a:lnTo>
                <a:close/>
              </a:path>
              <a:path w="3757295" h="139064">
                <a:moveTo>
                  <a:pt x="3719068" y="0"/>
                </a:moveTo>
                <a:lnTo>
                  <a:pt x="3681006" y="76161"/>
                </a:lnTo>
                <a:lnTo>
                  <a:pt x="3709924" y="76161"/>
                </a:lnTo>
                <a:lnTo>
                  <a:pt x="3709924" y="63982"/>
                </a:lnTo>
                <a:lnTo>
                  <a:pt x="3751032" y="63982"/>
                </a:lnTo>
                <a:lnTo>
                  <a:pt x="3719068" y="0"/>
                </a:lnTo>
                <a:close/>
              </a:path>
              <a:path w="3757295" h="139064">
                <a:moveTo>
                  <a:pt x="3751032" y="63982"/>
                </a:moveTo>
                <a:lnTo>
                  <a:pt x="3728199" y="63982"/>
                </a:lnTo>
                <a:lnTo>
                  <a:pt x="3728199" y="76161"/>
                </a:lnTo>
                <a:lnTo>
                  <a:pt x="3757117" y="76161"/>
                </a:lnTo>
                <a:lnTo>
                  <a:pt x="3751032" y="639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505760" y="1622183"/>
            <a:ext cx="4608195" cy="154305"/>
          </a:xfrm>
          <a:custGeom>
            <a:avLst/>
            <a:gdLst/>
            <a:ahLst/>
            <a:cxnLst/>
            <a:rect l="l" t="t" r="r" b="b"/>
            <a:pathLst>
              <a:path w="4608195" h="154305">
                <a:moveTo>
                  <a:pt x="4574616" y="0"/>
                </a:moveTo>
                <a:lnTo>
                  <a:pt x="4571" y="0"/>
                </a:lnTo>
                <a:lnTo>
                  <a:pt x="0" y="3048"/>
                </a:lnTo>
                <a:lnTo>
                  <a:pt x="0" y="153847"/>
                </a:lnTo>
                <a:lnTo>
                  <a:pt x="19786" y="153847"/>
                </a:lnTo>
                <a:lnTo>
                  <a:pt x="19786" y="18287"/>
                </a:lnTo>
                <a:lnTo>
                  <a:pt x="9131" y="18287"/>
                </a:lnTo>
                <a:lnTo>
                  <a:pt x="19786" y="9144"/>
                </a:lnTo>
                <a:lnTo>
                  <a:pt x="4579188" y="9144"/>
                </a:lnTo>
                <a:lnTo>
                  <a:pt x="4579188" y="3048"/>
                </a:lnTo>
                <a:lnTo>
                  <a:pt x="4574616" y="0"/>
                </a:lnTo>
                <a:close/>
              </a:path>
              <a:path w="4608195" h="154305">
                <a:moveTo>
                  <a:pt x="4559388" y="65506"/>
                </a:moveTo>
                <a:lnTo>
                  <a:pt x="4531995" y="65506"/>
                </a:lnTo>
                <a:lnTo>
                  <a:pt x="4570056" y="141655"/>
                </a:lnTo>
                <a:lnTo>
                  <a:pt x="4602020" y="77685"/>
                </a:lnTo>
                <a:lnTo>
                  <a:pt x="4559388" y="77685"/>
                </a:lnTo>
                <a:lnTo>
                  <a:pt x="4559388" y="65506"/>
                </a:lnTo>
                <a:close/>
              </a:path>
              <a:path w="4608195" h="154305">
                <a:moveTo>
                  <a:pt x="4559388" y="9144"/>
                </a:moveTo>
                <a:lnTo>
                  <a:pt x="4559388" y="77685"/>
                </a:lnTo>
                <a:lnTo>
                  <a:pt x="4579188" y="77685"/>
                </a:lnTo>
                <a:lnTo>
                  <a:pt x="4579188" y="18287"/>
                </a:lnTo>
                <a:lnTo>
                  <a:pt x="4570056" y="18287"/>
                </a:lnTo>
                <a:lnTo>
                  <a:pt x="4559388" y="9144"/>
                </a:lnTo>
                <a:close/>
              </a:path>
              <a:path w="4608195" h="154305">
                <a:moveTo>
                  <a:pt x="4608106" y="65506"/>
                </a:moveTo>
                <a:lnTo>
                  <a:pt x="4579188" y="65506"/>
                </a:lnTo>
                <a:lnTo>
                  <a:pt x="4579188" y="77685"/>
                </a:lnTo>
                <a:lnTo>
                  <a:pt x="4602020" y="77685"/>
                </a:lnTo>
                <a:lnTo>
                  <a:pt x="4608106" y="65506"/>
                </a:lnTo>
                <a:close/>
              </a:path>
              <a:path w="4608195" h="154305">
                <a:moveTo>
                  <a:pt x="19786" y="9144"/>
                </a:moveTo>
                <a:lnTo>
                  <a:pt x="9131" y="18287"/>
                </a:lnTo>
                <a:lnTo>
                  <a:pt x="19786" y="18287"/>
                </a:lnTo>
                <a:lnTo>
                  <a:pt x="19786" y="9144"/>
                </a:lnTo>
                <a:close/>
              </a:path>
              <a:path w="4608195" h="154305">
                <a:moveTo>
                  <a:pt x="4559388" y="9144"/>
                </a:moveTo>
                <a:lnTo>
                  <a:pt x="19786" y="9144"/>
                </a:lnTo>
                <a:lnTo>
                  <a:pt x="19786" y="18287"/>
                </a:lnTo>
                <a:lnTo>
                  <a:pt x="4559388" y="18287"/>
                </a:lnTo>
                <a:lnTo>
                  <a:pt x="4559388" y="9144"/>
                </a:lnTo>
                <a:close/>
              </a:path>
              <a:path w="4608195" h="154305">
                <a:moveTo>
                  <a:pt x="4579188" y="9144"/>
                </a:moveTo>
                <a:lnTo>
                  <a:pt x="4559388" y="9144"/>
                </a:lnTo>
                <a:lnTo>
                  <a:pt x="4570056" y="18287"/>
                </a:lnTo>
                <a:lnTo>
                  <a:pt x="4579188" y="18287"/>
                </a:lnTo>
                <a:lnTo>
                  <a:pt x="4579188" y="914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09915" y="1034237"/>
            <a:ext cx="3461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7-</a:t>
            </a:r>
            <a:r>
              <a:rPr lang="ko-KR" altLang="en-US" sz="1400" b="1" dirty="0" smtClean="0"/>
              <a:t>세그먼트</a:t>
            </a:r>
            <a:r>
              <a:rPr lang="en-US" altLang="ko-KR" sz="1400" b="1" dirty="0" smtClean="0"/>
              <a:t>FND</a:t>
            </a:r>
            <a:r>
              <a:rPr lang="ko-KR" altLang="en-US" sz="1400" b="1" dirty="0" smtClean="0"/>
              <a:t>에 시간 출력</a:t>
            </a:r>
            <a:endParaRPr lang="ko-KR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2. </a:t>
            </a:r>
            <a:r>
              <a:rPr spc="-5" dirty="0"/>
              <a:t>시간</a:t>
            </a:r>
            <a:r>
              <a:rPr spc="-300" dirty="0"/>
              <a:t> </a:t>
            </a:r>
            <a:r>
              <a:rPr spc="-5" dirty="0"/>
              <a:t>출력</a:t>
            </a:r>
          </a:p>
        </p:txBody>
      </p:sp>
      <p:sp>
        <p:nvSpPr>
          <p:cNvPr id="12" name="object 12"/>
          <p:cNvSpPr/>
          <p:nvPr/>
        </p:nvSpPr>
        <p:spPr>
          <a:xfrm>
            <a:off x="2556001" y="1131722"/>
            <a:ext cx="176593" cy="1035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1884" y="1047953"/>
            <a:ext cx="127876" cy="731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19160" y="880846"/>
            <a:ext cx="5161280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1078230" algn="l"/>
              </a:tabLst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분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초	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7-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세그먼트 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FND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에</a:t>
            </a:r>
            <a:r>
              <a:rPr sz="1600" b="1" spc="-31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출력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8450" algn="l"/>
              </a:tabLst>
            </a:pPr>
            <a:r>
              <a:rPr sz="1600" spc="-5" dirty="0">
                <a:latin typeface="Times New Roman"/>
                <a:cs typeface="Times New Roman"/>
              </a:rPr>
              <a:t>-	</a:t>
            </a:r>
            <a:r>
              <a:rPr sz="1600" b="1" spc="-10" dirty="0">
                <a:latin typeface="Times New Roman"/>
                <a:cs typeface="Times New Roman"/>
              </a:rPr>
              <a:t>BCD</a:t>
            </a:r>
            <a:r>
              <a:rPr sz="1600" b="1" spc="-10" dirty="0">
                <a:latin typeface="맑은 고딕"/>
                <a:cs typeface="맑은 고딕"/>
              </a:rPr>
              <a:t>로</a:t>
            </a:r>
            <a:r>
              <a:rPr sz="1600" b="1" spc="-18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변환된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시간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값을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FND</a:t>
            </a:r>
            <a:r>
              <a:rPr sz="1600" b="1" spc="-10" dirty="0">
                <a:latin typeface="맑은 고딕"/>
                <a:cs typeface="맑은 고딕"/>
              </a:rPr>
              <a:t>에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출력하기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위해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디코딩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77708" y="1034237"/>
            <a:ext cx="270666" cy="2718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77708" y="1856765"/>
            <a:ext cx="271364" cy="2718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09585" y="2173579"/>
            <a:ext cx="5355577" cy="47020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45538" y="2427947"/>
            <a:ext cx="5240020" cy="643255"/>
          </a:xfrm>
          <a:custGeom>
            <a:avLst/>
            <a:gdLst/>
            <a:ahLst/>
            <a:cxnLst/>
            <a:rect l="l" t="t" r="r" b="b"/>
            <a:pathLst>
              <a:path w="5240020" h="643255">
                <a:moveTo>
                  <a:pt x="5235308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638213"/>
                </a:lnTo>
                <a:lnTo>
                  <a:pt x="6095" y="642785"/>
                </a:lnTo>
                <a:lnTo>
                  <a:pt x="5235308" y="642785"/>
                </a:lnTo>
                <a:lnTo>
                  <a:pt x="5239880" y="638213"/>
                </a:lnTo>
                <a:lnTo>
                  <a:pt x="5239880" y="630593"/>
                </a:lnTo>
                <a:lnTo>
                  <a:pt x="25882" y="630593"/>
                </a:lnTo>
                <a:lnTo>
                  <a:pt x="13703" y="618413"/>
                </a:lnTo>
                <a:lnTo>
                  <a:pt x="25882" y="618413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5"/>
                </a:lnTo>
                <a:lnTo>
                  <a:pt x="5239880" y="13715"/>
                </a:lnTo>
                <a:lnTo>
                  <a:pt x="5239880" y="6095"/>
                </a:lnTo>
                <a:lnTo>
                  <a:pt x="5235308" y="0"/>
                </a:lnTo>
                <a:close/>
              </a:path>
              <a:path w="5240020" h="643255">
                <a:moveTo>
                  <a:pt x="25882" y="618413"/>
                </a:moveTo>
                <a:lnTo>
                  <a:pt x="13703" y="618413"/>
                </a:lnTo>
                <a:lnTo>
                  <a:pt x="25882" y="630593"/>
                </a:lnTo>
                <a:lnTo>
                  <a:pt x="25882" y="618413"/>
                </a:lnTo>
                <a:close/>
              </a:path>
              <a:path w="5240020" h="643255">
                <a:moveTo>
                  <a:pt x="5215521" y="618413"/>
                </a:moveTo>
                <a:lnTo>
                  <a:pt x="25882" y="618413"/>
                </a:lnTo>
                <a:lnTo>
                  <a:pt x="25882" y="630593"/>
                </a:lnTo>
                <a:lnTo>
                  <a:pt x="5215521" y="630593"/>
                </a:lnTo>
                <a:lnTo>
                  <a:pt x="5215521" y="618413"/>
                </a:lnTo>
                <a:close/>
              </a:path>
              <a:path w="5240020" h="643255">
                <a:moveTo>
                  <a:pt x="5215521" y="13715"/>
                </a:moveTo>
                <a:lnTo>
                  <a:pt x="5215521" y="630593"/>
                </a:lnTo>
                <a:lnTo>
                  <a:pt x="5227701" y="618413"/>
                </a:lnTo>
                <a:lnTo>
                  <a:pt x="5239880" y="618413"/>
                </a:lnTo>
                <a:lnTo>
                  <a:pt x="5239880" y="25895"/>
                </a:lnTo>
                <a:lnTo>
                  <a:pt x="5227701" y="25895"/>
                </a:lnTo>
                <a:lnTo>
                  <a:pt x="5215521" y="13715"/>
                </a:lnTo>
                <a:close/>
              </a:path>
              <a:path w="5240020" h="643255">
                <a:moveTo>
                  <a:pt x="5239880" y="618413"/>
                </a:moveTo>
                <a:lnTo>
                  <a:pt x="5227701" y="618413"/>
                </a:lnTo>
                <a:lnTo>
                  <a:pt x="5215521" y="630593"/>
                </a:lnTo>
                <a:lnTo>
                  <a:pt x="5239880" y="630593"/>
                </a:lnTo>
                <a:lnTo>
                  <a:pt x="5239880" y="618413"/>
                </a:lnTo>
                <a:close/>
              </a:path>
              <a:path w="5240020" h="643255">
                <a:moveTo>
                  <a:pt x="25882" y="13715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5"/>
                </a:lnTo>
                <a:close/>
              </a:path>
              <a:path w="5240020" h="643255">
                <a:moveTo>
                  <a:pt x="5215521" y="13715"/>
                </a:moveTo>
                <a:lnTo>
                  <a:pt x="25882" y="13715"/>
                </a:lnTo>
                <a:lnTo>
                  <a:pt x="25882" y="25895"/>
                </a:lnTo>
                <a:lnTo>
                  <a:pt x="5215521" y="25895"/>
                </a:lnTo>
                <a:lnTo>
                  <a:pt x="5215521" y="13715"/>
                </a:lnTo>
                <a:close/>
              </a:path>
              <a:path w="5240020" h="643255">
                <a:moveTo>
                  <a:pt x="5239880" y="13715"/>
                </a:moveTo>
                <a:lnTo>
                  <a:pt x="5215521" y="13715"/>
                </a:lnTo>
                <a:lnTo>
                  <a:pt x="5227701" y="25895"/>
                </a:lnTo>
                <a:lnTo>
                  <a:pt x="5239880" y="25895"/>
                </a:lnTo>
                <a:lnTo>
                  <a:pt x="5239880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45538" y="3117951"/>
            <a:ext cx="5240020" cy="1453515"/>
          </a:xfrm>
          <a:custGeom>
            <a:avLst/>
            <a:gdLst/>
            <a:ahLst/>
            <a:cxnLst/>
            <a:rect l="l" t="t" r="r" b="b"/>
            <a:pathLst>
              <a:path w="5240020" h="1453514">
                <a:moveTo>
                  <a:pt x="5235308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1447025"/>
                </a:lnTo>
                <a:lnTo>
                  <a:pt x="6095" y="1453108"/>
                </a:lnTo>
                <a:lnTo>
                  <a:pt x="5235308" y="1453108"/>
                </a:lnTo>
                <a:lnTo>
                  <a:pt x="5239880" y="1447025"/>
                </a:lnTo>
                <a:lnTo>
                  <a:pt x="5239880" y="1439405"/>
                </a:lnTo>
                <a:lnTo>
                  <a:pt x="25882" y="1439405"/>
                </a:lnTo>
                <a:lnTo>
                  <a:pt x="13703" y="1427226"/>
                </a:lnTo>
                <a:lnTo>
                  <a:pt x="25882" y="1427226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5239880" y="12179"/>
                </a:lnTo>
                <a:lnTo>
                  <a:pt x="5239880" y="6096"/>
                </a:lnTo>
                <a:lnTo>
                  <a:pt x="5235308" y="0"/>
                </a:lnTo>
                <a:close/>
              </a:path>
              <a:path w="5240020" h="1453514">
                <a:moveTo>
                  <a:pt x="25882" y="1427226"/>
                </a:moveTo>
                <a:lnTo>
                  <a:pt x="13703" y="1427226"/>
                </a:lnTo>
                <a:lnTo>
                  <a:pt x="25882" y="1439405"/>
                </a:lnTo>
                <a:lnTo>
                  <a:pt x="25882" y="1427226"/>
                </a:lnTo>
                <a:close/>
              </a:path>
              <a:path w="5240020" h="1453514">
                <a:moveTo>
                  <a:pt x="5215521" y="1427226"/>
                </a:moveTo>
                <a:lnTo>
                  <a:pt x="25882" y="1427226"/>
                </a:lnTo>
                <a:lnTo>
                  <a:pt x="25882" y="1439405"/>
                </a:lnTo>
                <a:lnTo>
                  <a:pt x="5215521" y="1439405"/>
                </a:lnTo>
                <a:lnTo>
                  <a:pt x="5215521" y="1427226"/>
                </a:lnTo>
                <a:close/>
              </a:path>
              <a:path w="5240020" h="1453514">
                <a:moveTo>
                  <a:pt x="5215521" y="12179"/>
                </a:moveTo>
                <a:lnTo>
                  <a:pt x="5215521" y="1439405"/>
                </a:lnTo>
                <a:lnTo>
                  <a:pt x="5227701" y="1427226"/>
                </a:lnTo>
                <a:lnTo>
                  <a:pt x="5239880" y="1427226"/>
                </a:lnTo>
                <a:lnTo>
                  <a:pt x="5239880" y="25895"/>
                </a:lnTo>
                <a:lnTo>
                  <a:pt x="5227701" y="25895"/>
                </a:lnTo>
                <a:lnTo>
                  <a:pt x="5215521" y="12179"/>
                </a:lnTo>
                <a:close/>
              </a:path>
              <a:path w="5240020" h="1453514">
                <a:moveTo>
                  <a:pt x="5239880" y="1427226"/>
                </a:moveTo>
                <a:lnTo>
                  <a:pt x="5227701" y="1427226"/>
                </a:lnTo>
                <a:lnTo>
                  <a:pt x="5215521" y="1439405"/>
                </a:lnTo>
                <a:lnTo>
                  <a:pt x="5239880" y="1439405"/>
                </a:lnTo>
                <a:lnTo>
                  <a:pt x="5239880" y="1427226"/>
                </a:lnTo>
                <a:close/>
              </a:path>
              <a:path w="5240020" h="1453514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5240020" h="1453514">
                <a:moveTo>
                  <a:pt x="5215521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5215521" y="25895"/>
                </a:lnTo>
                <a:lnTo>
                  <a:pt x="5215521" y="12179"/>
                </a:lnTo>
                <a:close/>
              </a:path>
              <a:path w="5240020" h="1453514">
                <a:moveTo>
                  <a:pt x="5239880" y="12179"/>
                </a:moveTo>
                <a:lnTo>
                  <a:pt x="5215521" y="12179"/>
                </a:lnTo>
                <a:lnTo>
                  <a:pt x="5227701" y="25895"/>
                </a:lnTo>
                <a:lnTo>
                  <a:pt x="5239880" y="25895"/>
                </a:lnTo>
                <a:lnTo>
                  <a:pt x="5239880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45538" y="4601527"/>
            <a:ext cx="5240020" cy="2310765"/>
          </a:xfrm>
          <a:custGeom>
            <a:avLst/>
            <a:gdLst/>
            <a:ahLst/>
            <a:cxnLst/>
            <a:rect l="l" t="t" r="r" b="b"/>
            <a:pathLst>
              <a:path w="5240020" h="2310765">
                <a:moveTo>
                  <a:pt x="5235308" y="0"/>
                </a:moveTo>
                <a:lnTo>
                  <a:pt x="6095" y="0"/>
                </a:lnTo>
                <a:lnTo>
                  <a:pt x="0" y="4572"/>
                </a:lnTo>
                <a:lnTo>
                  <a:pt x="0" y="2304580"/>
                </a:lnTo>
                <a:lnTo>
                  <a:pt x="6095" y="2310663"/>
                </a:lnTo>
                <a:lnTo>
                  <a:pt x="5235308" y="2310663"/>
                </a:lnTo>
                <a:lnTo>
                  <a:pt x="5239880" y="2304580"/>
                </a:lnTo>
                <a:lnTo>
                  <a:pt x="5239880" y="2298484"/>
                </a:lnTo>
                <a:lnTo>
                  <a:pt x="25882" y="2298484"/>
                </a:lnTo>
                <a:lnTo>
                  <a:pt x="13703" y="2286292"/>
                </a:lnTo>
                <a:lnTo>
                  <a:pt x="25882" y="2286292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2"/>
                </a:lnTo>
                <a:lnTo>
                  <a:pt x="5239880" y="12192"/>
                </a:lnTo>
                <a:lnTo>
                  <a:pt x="5239880" y="4572"/>
                </a:lnTo>
                <a:lnTo>
                  <a:pt x="5235308" y="0"/>
                </a:lnTo>
                <a:close/>
              </a:path>
              <a:path w="5240020" h="2310765">
                <a:moveTo>
                  <a:pt x="25882" y="2286292"/>
                </a:moveTo>
                <a:lnTo>
                  <a:pt x="13703" y="2286292"/>
                </a:lnTo>
                <a:lnTo>
                  <a:pt x="25882" y="2298484"/>
                </a:lnTo>
                <a:lnTo>
                  <a:pt x="25882" y="2286292"/>
                </a:lnTo>
                <a:close/>
              </a:path>
              <a:path w="5240020" h="2310765">
                <a:moveTo>
                  <a:pt x="5215521" y="2286292"/>
                </a:moveTo>
                <a:lnTo>
                  <a:pt x="25882" y="2286292"/>
                </a:lnTo>
                <a:lnTo>
                  <a:pt x="25882" y="2298484"/>
                </a:lnTo>
                <a:lnTo>
                  <a:pt x="5215521" y="2298484"/>
                </a:lnTo>
                <a:lnTo>
                  <a:pt x="5215521" y="2286292"/>
                </a:lnTo>
                <a:close/>
              </a:path>
              <a:path w="5240020" h="2310765">
                <a:moveTo>
                  <a:pt x="5215521" y="12192"/>
                </a:moveTo>
                <a:lnTo>
                  <a:pt x="5215521" y="2298484"/>
                </a:lnTo>
                <a:lnTo>
                  <a:pt x="5227701" y="2286292"/>
                </a:lnTo>
                <a:lnTo>
                  <a:pt x="5239880" y="2286292"/>
                </a:lnTo>
                <a:lnTo>
                  <a:pt x="5239880" y="24371"/>
                </a:lnTo>
                <a:lnTo>
                  <a:pt x="5227701" y="24371"/>
                </a:lnTo>
                <a:lnTo>
                  <a:pt x="5215521" y="12192"/>
                </a:lnTo>
                <a:close/>
              </a:path>
              <a:path w="5240020" h="2310765">
                <a:moveTo>
                  <a:pt x="5239880" y="2286292"/>
                </a:moveTo>
                <a:lnTo>
                  <a:pt x="5227701" y="2286292"/>
                </a:lnTo>
                <a:lnTo>
                  <a:pt x="5215521" y="2298484"/>
                </a:lnTo>
                <a:lnTo>
                  <a:pt x="5239880" y="2298484"/>
                </a:lnTo>
                <a:lnTo>
                  <a:pt x="5239880" y="2286292"/>
                </a:lnTo>
                <a:close/>
              </a:path>
              <a:path w="5240020" h="2310765">
                <a:moveTo>
                  <a:pt x="25882" y="12192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2"/>
                </a:lnTo>
                <a:close/>
              </a:path>
              <a:path w="5240020" h="2310765">
                <a:moveTo>
                  <a:pt x="5215521" y="12192"/>
                </a:moveTo>
                <a:lnTo>
                  <a:pt x="25882" y="12192"/>
                </a:lnTo>
                <a:lnTo>
                  <a:pt x="25882" y="24371"/>
                </a:lnTo>
                <a:lnTo>
                  <a:pt x="5215521" y="24371"/>
                </a:lnTo>
                <a:lnTo>
                  <a:pt x="5215521" y="12192"/>
                </a:lnTo>
                <a:close/>
              </a:path>
              <a:path w="5240020" h="2310765">
                <a:moveTo>
                  <a:pt x="5239880" y="12192"/>
                </a:moveTo>
                <a:lnTo>
                  <a:pt x="5215521" y="12192"/>
                </a:lnTo>
                <a:lnTo>
                  <a:pt x="5227701" y="24371"/>
                </a:lnTo>
                <a:lnTo>
                  <a:pt x="5239880" y="24371"/>
                </a:lnTo>
                <a:lnTo>
                  <a:pt x="5239880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19160" y="1856765"/>
            <a:ext cx="3087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시</a:t>
            </a:r>
            <a:r>
              <a:rPr lang="en-US" altLang="ko-KR" sz="1600" b="1" dirty="0" smtClean="0"/>
              <a:t>,</a:t>
            </a:r>
            <a:r>
              <a:rPr lang="ko-KR" altLang="en-US" sz="1600" b="1" dirty="0" smtClean="0"/>
              <a:t>분</a:t>
            </a:r>
            <a:r>
              <a:rPr lang="en-US" altLang="ko-KR" sz="1600" b="1" dirty="0" smtClean="0"/>
              <a:t>,</a:t>
            </a:r>
            <a:r>
              <a:rPr lang="ko-KR" altLang="en-US" sz="1600" b="1" dirty="0" smtClean="0"/>
              <a:t>초를 </a:t>
            </a:r>
            <a:r>
              <a:rPr lang="en-US" altLang="ko-KR" sz="1600" b="1" dirty="0" smtClean="0"/>
              <a:t>FND</a:t>
            </a:r>
            <a:r>
              <a:rPr lang="ko-KR" altLang="en-US" sz="1600" b="1" dirty="0" smtClean="0"/>
              <a:t>에 출력</a:t>
            </a:r>
            <a:endParaRPr lang="ko-KR" alt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7210" y="6945706"/>
            <a:ext cx="1134135" cy="251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52222" y="6989876"/>
            <a:ext cx="896387" cy="2147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2. </a:t>
            </a:r>
            <a:r>
              <a:rPr spc="-5" dirty="0"/>
              <a:t>시간</a:t>
            </a:r>
            <a:r>
              <a:rPr spc="-300" dirty="0"/>
              <a:t> </a:t>
            </a:r>
            <a:r>
              <a:rPr spc="-5" dirty="0"/>
              <a:t>출력</a:t>
            </a:r>
          </a:p>
        </p:txBody>
      </p:sp>
      <p:sp>
        <p:nvSpPr>
          <p:cNvPr id="12" name="object 12"/>
          <p:cNvSpPr/>
          <p:nvPr/>
        </p:nvSpPr>
        <p:spPr>
          <a:xfrm>
            <a:off x="1789533" y="1043381"/>
            <a:ext cx="5220815" cy="6915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56778" y="1696821"/>
            <a:ext cx="5395150" cy="26503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34413" y="4961001"/>
            <a:ext cx="7010349" cy="21796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57248" y="4628946"/>
            <a:ext cx="50241" cy="152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37359" y="4545177"/>
            <a:ext cx="86766" cy="1401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46388" y="4645698"/>
            <a:ext cx="137007" cy="2284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60091" y="4520806"/>
            <a:ext cx="106565" cy="9596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46960" y="4525365"/>
            <a:ext cx="89827" cy="1325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0490" y="4513186"/>
            <a:ext cx="65455" cy="1812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06712" y="4612195"/>
            <a:ext cx="176593" cy="8834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34106" y="4516234"/>
            <a:ext cx="123317" cy="7463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56369" y="4510138"/>
            <a:ext cx="324256" cy="19039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28771" y="4548213"/>
            <a:ext cx="121793" cy="1370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4910" y="4548213"/>
            <a:ext cx="333400" cy="15079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06990" y="4548213"/>
            <a:ext cx="112649" cy="13404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57599" y="4510138"/>
            <a:ext cx="127876" cy="7463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93361" y="4651793"/>
            <a:ext cx="176593" cy="1979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11256" y="4627422"/>
            <a:ext cx="124956" cy="7311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88421" y="4513186"/>
            <a:ext cx="176580" cy="10661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20755" y="4526889"/>
            <a:ext cx="121792" cy="8835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20183" y="4526889"/>
            <a:ext cx="130924" cy="10053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54053" y="4612195"/>
            <a:ext cx="176593" cy="2132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78983" y="4526889"/>
            <a:ext cx="121780" cy="8835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81447" y="4516234"/>
            <a:ext cx="123317" cy="7463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02185" y="4545177"/>
            <a:ext cx="88303" cy="1401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07227" y="4510138"/>
            <a:ext cx="324256" cy="19039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66980" y="4595431"/>
            <a:ext cx="176593" cy="10662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66408" y="4510138"/>
            <a:ext cx="185724" cy="19039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73063" y="4513186"/>
            <a:ext cx="162890" cy="7158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23100" y="4522330"/>
            <a:ext cx="123317" cy="13403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57248" y="4994503"/>
            <a:ext cx="50241" cy="152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47442" y="4875707"/>
            <a:ext cx="185724" cy="1903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54097" y="4878743"/>
            <a:ext cx="162890" cy="7158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594063" y="4910734"/>
            <a:ext cx="289242" cy="15232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29547" y="4875707"/>
            <a:ext cx="129400" cy="6701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0941" y="4872659"/>
            <a:ext cx="170497" cy="19343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53232" y="4994503"/>
            <a:ext cx="126352" cy="6550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22777" y="4884839"/>
            <a:ext cx="153758" cy="9291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11550" y="4878743"/>
            <a:ext cx="170497" cy="181267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75290" y="4887886"/>
            <a:ext cx="129400" cy="13098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667302" y="4890935"/>
            <a:ext cx="120268" cy="13098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883469" y="4889411"/>
            <a:ext cx="108089" cy="13403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528946" y="4887886"/>
            <a:ext cx="123304" cy="13403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789258" y="4900066"/>
            <a:ext cx="182689" cy="14775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12943" y="4913782"/>
            <a:ext cx="135496" cy="13403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166804" y="4913782"/>
            <a:ext cx="121780" cy="13708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45011" y="4913782"/>
            <a:ext cx="112661" cy="13403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58992" y="4996027"/>
            <a:ext cx="127876" cy="7006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521502" y="4887886"/>
            <a:ext cx="176593" cy="175171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26454" y="4887886"/>
            <a:ext cx="129387" cy="13098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734634" y="4881791"/>
            <a:ext cx="94386" cy="10053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356092" y="4878743"/>
            <a:ext cx="129400" cy="181267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11844" y="4910734"/>
            <a:ext cx="207035" cy="137083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385504" y="5361597"/>
            <a:ext cx="127876" cy="70065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148014" y="5253456"/>
            <a:ext cx="176593" cy="175158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61145" y="5241264"/>
            <a:ext cx="150710" cy="11271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45538" y="1606956"/>
            <a:ext cx="4629785" cy="2752725"/>
          </a:xfrm>
          <a:custGeom>
            <a:avLst/>
            <a:gdLst/>
            <a:ahLst/>
            <a:cxnLst/>
            <a:rect l="l" t="t" r="r" b="b"/>
            <a:pathLst>
              <a:path w="4629784" h="2752725">
                <a:moveTo>
                  <a:pt x="4623333" y="0"/>
                </a:moveTo>
                <a:lnTo>
                  <a:pt x="6095" y="0"/>
                </a:lnTo>
                <a:lnTo>
                  <a:pt x="0" y="4572"/>
                </a:lnTo>
                <a:lnTo>
                  <a:pt x="0" y="2746298"/>
                </a:lnTo>
                <a:lnTo>
                  <a:pt x="6095" y="2752382"/>
                </a:lnTo>
                <a:lnTo>
                  <a:pt x="4623333" y="2752382"/>
                </a:lnTo>
                <a:lnTo>
                  <a:pt x="4629429" y="2746298"/>
                </a:lnTo>
                <a:lnTo>
                  <a:pt x="4629429" y="2740202"/>
                </a:lnTo>
                <a:lnTo>
                  <a:pt x="25882" y="2740202"/>
                </a:lnTo>
                <a:lnTo>
                  <a:pt x="13703" y="2726486"/>
                </a:lnTo>
                <a:lnTo>
                  <a:pt x="25882" y="2726486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4629429" y="12179"/>
                </a:lnTo>
                <a:lnTo>
                  <a:pt x="4629429" y="4572"/>
                </a:lnTo>
                <a:lnTo>
                  <a:pt x="4623333" y="0"/>
                </a:lnTo>
                <a:close/>
              </a:path>
              <a:path w="4629784" h="2752725">
                <a:moveTo>
                  <a:pt x="25882" y="2726486"/>
                </a:moveTo>
                <a:lnTo>
                  <a:pt x="13703" y="2726486"/>
                </a:lnTo>
                <a:lnTo>
                  <a:pt x="25882" y="2740202"/>
                </a:lnTo>
                <a:lnTo>
                  <a:pt x="25882" y="2726486"/>
                </a:lnTo>
                <a:close/>
              </a:path>
              <a:path w="4629784" h="2752725">
                <a:moveTo>
                  <a:pt x="4603546" y="2726486"/>
                </a:moveTo>
                <a:lnTo>
                  <a:pt x="25882" y="2726486"/>
                </a:lnTo>
                <a:lnTo>
                  <a:pt x="25882" y="2740202"/>
                </a:lnTo>
                <a:lnTo>
                  <a:pt x="4603546" y="2740202"/>
                </a:lnTo>
                <a:lnTo>
                  <a:pt x="4603546" y="2726486"/>
                </a:lnTo>
                <a:close/>
              </a:path>
              <a:path w="4629784" h="2752725">
                <a:moveTo>
                  <a:pt x="4603546" y="12179"/>
                </a:moveTo>
                <a:lnTo>
                  <a:pt x="4603546" y="2740202"/>
                </a:lnTo>
                <a:lnTo>
                  <a:pt x="4617250" y="2726486"/>
                </a:lnTo>
                <a:lnTo>
                  <a:pt x="4629429" y="2726486"/>
                </a:lnTo>
                <a:lnTo>
                  <a:pt x="4629429" y="24371"/>
                </a:lnTo>
                <a:lnTo>
                  <a:pt x="4617250" y="24371"/>
                </a:lnTo>
                <a:lnTo>
                  <a:pt x="4603546" y="12179"/>
                </a:lnTo>
                <a:close/>
              </a:path>
              <a:path w="4629784" h="2752725">
                <a:moveTo>
                  <a:pt x="4629429" y="2726486"/>
                </a:moveTo>
                <a:lnTo>
                  <a:pt x="4617250" y="2726486"/>
                </a:lnTo>
                <a:lnTo>
                  <a:pt x="4603546" y="2740202"/>
                </a:lnTo>
                <a:lnTo>
                  <a:pt x="4629429" y="2740202"/>
                </a:lnTo>
                <a:lnTo>
                  <a:pt x="4629429" y="2726486"/>
                </a:lnTo>
                <a:close/>
              </a:path>
              <a:path w="4629784" h="2752725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4629784" h="2752725">
                <a:moveTo>
                  <a:pt x="4603546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4603546" y="24371"/>
                </a:lnTo>
                <a:lnTo>
                  <a:pt x="4603546" y="12179"/>
                </a:lnTo>
                <a:close/>
              </a:path>
              <a:path w="4629784" h="2752725">
                <a:moveTo>
                  <a:pt x="4629429" y="12179"/>
                </a:moveTo>
                <a:lnTo>
                  <a:pt x="4603546" y="12179"/>
                </a:lnTo>
                <a:lnTo>
                  <a:pt x="4617250" y="24371"/>
                </a:lnTo>
                <a:lnTo>
                  <a:pt x="4629429" y="24371"/>
                </a:lnTo>
                <a:lnTo>
                  <a:pt x="4629429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233269" y="1830857"/>
            <a:ext cx="1897380" cy="1056005"/>
          </a:xfrm>
          <a:custGeom>
            <a:avLst/>
            <a:gdLst/>
            <a:ahLst/>
            <a:cxnLst/>
            <a:rect l="l" t="t" r="r" b="b"/>
            <a:pathLst>
              <a:path w="1897379" h="1056005">
                <a:moveTo>
                  <a:pt x="1890737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1051001"/>
                </a:lnTo>
                <a:lnTo>
                  <a:pt x="6083" y="1055573"/>
                </a:lnTo>
                <a:lnTo>
                  <a:pt x="1890737" y="1055573"/>
                </a:lnTo>
                <a:lnTo>
                  <a:pt x="1896821" y="1051001"/>
                </a:lnTo>
                <a:lnTo>
                  <a:pt x="1896821" y="1043381"/>
                </a:lnTo>
                <a:lnTo>
                  <a:pt x="25869" y="1043381"/>
                </a:lnTo>
                <a:lnTo>
                  <a:pt x="13690" y="1031201"/>
                </a:lnTo>
                <a:lnTo>
                  <a:pt x="25869" y="1031201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16"/>
                </a:lnTo>
                <a:lnTo>
                  <a:pt x="1896821" y="13716"/>
                </a:lnTo>
                <a:lnTo>
                  <a:pt x="1896821" y="6096"/>
                </a:lnTo>
                <a:lnTo>
                  <a:pt x="1890737" y="0"/>
                </a:lnTo>
                <a:close/>
              </a:path>
              <a:path w="1897379" h="1056005">
                <a:moveTo>
                  <a:pt x="25869" y="1031201"/>
                </a:moveTo>
                <a:lnTo>
                  <a:pt x="13690" y="1031201"/>
                </a:lnTo>
                <a:lnTo>
                  <a:pt x="25869" y="1043381"/>
                </a:lnTo>
                <a:lnTo>
                  <a:pt x="25869" y="1031201"/>
                </a:lnTo>
                <a:close/>
              </a:path>
              <a:path w="1897379" h="1056005">
                <a:moveTo>
                  <a:pt x="1870938" y="1031201"/>
                </a:moveTo>
                <a:lnTo>
                  <a:pt x="25869" y="1031201"/>
                </a:lnTo>
                <a:lnTo>
                  <a:pt x="25869" y="1043381"/>
                </a:lnTo>
                <a:lnTo>
                  <a:pt x="1870938" y="1043381"/>
                </a:lnTo>
                <a:lnTo>
                  <a:pt x="1870938" y="1031201"/>
                </a:lnTo>
                <a:close/>
              </a:path>
              <a:path w="1897379" h="1056005">
                <a:moveTo>
                  <a:pt x="1870938" y="13716"/>
                </a:moveTo>
                <a:lnTo>
                  <a:pt x="1870938" y="1043381"/>
                </a:lnTo>
                <a:lnTo>
                  <a:pt x="1883117" y="1031201"/>
                </a:lnTo>
                <a:lnTo>
                  <a:pt x="1896821" y="1031201"/>
                </a:lnTo>
                <a:lnTo>
                  <a:pt x="1896821" y="25895"/>
                </a:lnTo>
                <a:lnTo>
                  <a:pt x="1883117" y="25895"/>
                </a:lnTo>
                <a:lnTo>
                  <a:pt x="1870938" y="13716"/>
                </a:lnTo>
                <a:close/>
              </a:path>
              <a:path w="1897379" h="1056005">
                <a:moveTo>
                  <a:pt x="1896821" y="1031201"/>
                </a:moveTo>
                <a:lnTo>
                  <a:pt x="1883117" y="1031201"/>
                </a:lnTo>
                <a:lnTo>
                  <a:pt x="1870938" y="1043381"/>
                </a:lnTo>
                <a:lnTo>
                  <a:pt x="1896821" y="1043381"/>
                </a:lnTo>
                <a:lnTo>
                  <a:pt x="1896821" y="1031201"/>
                </a:lnTo>
                <a:close/>
              </a:path>
              <a:path w="1897379" h="1056005">
                <a:moveTo>
                  <a:pt x="25869" y="13716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16"/>
                </a:lnTo>
                <a:close/>
              </a:path>
              <a:path w="1897379" h="1056005">
                <a:moveTo>
                  <a:pt x="1870938" y="13716"/>
                </a:moveTo>
                <a:lnTo>
                  <a:pt x="25869" y="13716"/>
                </a:lnTo>
                <a:lnTo>
                  <a:pt x="25869" y="25895"/>
                </a:lnTo>
                <a:lnTo>
                  <a:pt x="1870938" y="25895"/>
                </a:lnTo>
                <a:lnTo>
                  <a:pt x="1870938" y="13716"/>
                </a:lnTo>
                <a:close/>
              </a:path>
              <a:path w="1897379" h="1056005">
                <a:moveTo>
                  <a:pt x="1896821" y="13716"/>
                </a:moveTo>
                <a:lnTo>
                  <a:pt x="1870938" y="13716"/>
                </a:lnTo>
                <a:lnTo>
                  <a:pt x="1883117" y="25895"/>
                </a:lnTo>
                <a:lnTo>
                  <a:pt x="1896821" y="25895"/>
                </a:lnTo>
                <a:lnTo>
                  <a:pt x="1896821" y="1371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33269" y="2922981"/>
            <a:ext cx="1897380" cy="1228090"/>
          </a:xfrm>
          <a:custGeom>
            <a:avLst/>
            <a:gdLst/>
            <a:ahLst/>
            <a:cxnLst/>
            <a:rect l="l" t="t" r="r" b="b"/>
            <a:pathLst>
              <a:path w="1897379" h="1228089">
                <a:moveTo>
                  <a:pt x="1890737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1221587"/>
                </a:lnTo>
                <a:lnTo>
                  <a:pt x="6083" y="1227683"/>
                </a:lnTo>
                <a:lnTo>
                  <a:pt x="1890737" y="1227683"/>
                </a:lnTo>
                <a:lnTo>
                  <a:pt x="1896821" y="1221587"/>
                </a:lnTo>
                <a:lnTo>
                  <a:pt x="1896821" y="1215504"/>
                </a:lnTo>
                <a:lnTo>
                  <a:pt x="25869" y="1215504"/>
                </a:lnTo>
                <a:lnTo>
                  <a:pt x="13690" y="1201788"/>
                </a:lnTo>
                <a:lnTo>
                  <a:pt x="25869" y="1201788"/>
                </a:lnTo>
                <a:lnTo>
                  <a:pt x="25869" y="24371"/>
                </a:lnTo>
                <a:lnTo>
                  <a:pt x="13690" y="24371"/>
                </a:lnTo>
                <a:lnTo>
                  <a:pt x="25869" y="12191"/>
                </a:lnTo>
                <a:lnTo>
                  <a:pt x="1896821" y="12191"/>
                </a:lnTo>
                <a:lnTo>
                  <a:pt x="1896821" y="4572"/>
                </a:lnTo>
                <a:lnTo>
                  <a:pt x="1890737" y="0"/>
                </a:lnTo>
                <a:close/>
              </a:path>
              <a:path w="1897379" h="1228089">
                <a:moveTo>
                  <a:pt x="25869" y="1201788"/>
                </a:moveTo>
                <a:lnTo>
                  <a:pt x="13690" y="1201788"/>
                </a:lnTo>
                <a:lnTo>
                  <a:pt x="25869" y="1215504"/>
                </a:lnTo>
                <a:lnTo>
                  <a:pt x="25869" y="1201788"/>
                </a:lnTo>
                <a:close/>
              </a:path>
              <a:path w="1897379" h="1228089">
                <a:moveTo>
                  <a:pt x="1870938" y="1201788"/>
                </a:moveTo>
                <a:lnTo>
                  <a:pt x="25869" y="1201788"/>
                </a:lnTo>
                <a:lnTo>
                  <a:pt x="25869" y="1215504"/>
                </a:lnTo>
                <a:lnTo>
                  <a:pt x="1870938" y="1215504"/>
                </a:lnTo>
                <a:lnTo>
                  <a:pt x="1870938" y="1201788"/>
                </a:lnTo>
                <a:close/>
              </a:path>
              <a:path w="1897379" h="1228089">
                <a:moveTo>
                  <a:pt x="1870938" y="12191"/>
                </a:moveTo>
                <a:lnTo>
                  <a:pt x="1870938" y="1215504"/>
                </a:lnTo>
                <a:lnTo>
                  <a:pt x="1883117" y="1201788"/>
                </a:lnTo>
                <a:lnTo>
                  <a:pt x="1896821" y="1201788"/>
                </a:lnTo>
                <a:lnTo>
                  <a:pt x="1896821" y="24371"/>
                </a:lnTo>
                <a:lnTo>
                  <a:pt x="1883117" y="24371"/>
                </a:lnTo>
                <a:lnTo>
                  <a:pt x="1870938" y="12191"/>
                </a:lnTo>
                <a:close/>
              </a:path>
              <a:path w="1897379" h="1228089">
                <a:moveTo>
                  <a:pt x="1896821" y="1201788"/>
                </a:moveTo>
                <a:lnTo>
                  <a:pt x="1883117" y="1201788"/>
                </a:lnTo>
                <a:lnTo>
                  <a:pt x="1870938" y="1215504"/>
                </a:lnTo>
                <a:lnTo>
                  <a:pt x="1896821" y="1215504"/>
                </a:lnTo>
                <a:lnTo>
                  <a:pt x="1896821" y="1201788"/>
                </a:lnTo>
                <a:close/>
              </a:path>
              <a:path w="1897379" h="1228089">
                <a:moveTo>
                  <a:pt x="25869" y="12191"/>
                </a:moveTo>
                <a:lnTo>
                  <a:pt x="13690" y="24371"/>
                </a:lnTo>
                <a:lnTo>
                  <a:pt x="25869" y="24371"/>
                </a:lnTo>
                <a:lnTo>
                  <a:pt x="25869" y="12191"/>
                </a:lnTo>
                <a:close/>
              </a:path>
              <a:path w="1897379" h="1228089">
                <a:moveTo>
                  <a:pt x="1870938" y="12191"/>
                </a:moveTo>
                <a:lnTo>
                  <a:pt x="25869" y="12191"/>
                </a:lnTo>
                <a:lnTo>
                  <a:pt x="25869" y="24371"/>
                </a:lnTo>
                <a:lnTo>
                  <a:pt x="1870938" y="24371"/>
                </a:lnTo>
                <a:lnTo>
                  <a:pt x="1870938" y="12191"/>
                </a:lnTo>
                <a:close/>
              </a:path>
              <a:path w="1897379" h="1228089">
                <a:moveTo>
                  <a:pt x="1896821" y="12191"/>
                </a:moveTo>
                <a:lnTo>
                  <a:pt x="1870938" y="12191"/>
                </a:lnTo>
                <a:lnTo>
                  <a:pt x="1883117" y="24371"/>
                </a:lnTo>
                <a:lnTo>
                  <a:pt x="1896821" y="24371"/>
                </a:lnTo>
                <a:lnTo>
                  <a:pt x="1896821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689785" y="4443120"/>
            <a:ext cx="7475220" cy="2370455"/>
          </a:xfrm>
          <a:custGeom>
            <a:avLst/>
            <a:gdLst/>
            <a:ahLst/>
            <a:cxnLst/>
            <a:rect l="l" t="t" r="r" b="b"/>
            <a:pathLst>
              <a:path w="7475220" h="2370454">
                <a:moveTo>
                  <a:pt x="7468577" y="0"/>
                </a:moveTo>
                <a:lnTo>
                  <a:pt x="6095" y="0"/>
                </a:lnTo>
                <a:lnTo>
                  <a:pt x="0" y="6096"/>
                </a:lnTo>
                <a:lnTo>
                  <a:pt x="0" y="2365502"/>
                </a:lnTo>
                <a:lnTo>
                  <a:pt x="6095" y="2370061"/>
                </a:lnTo>
                <a:lnTo>
                  <a:pt x="7468577" y="2370061"/>
                </a:lnTo>
                <a:lnTo>
                  <a:pt x="7474673" y="2365502"/>
                </a:lnTo>
                <a:lnTo>
                  <a:pt x="7474673" y="2357882"/>
                </a:lnTo>
                <a:lnTo>
                  <a:pt x="25882" y="2357882"/>
                </a:lnTo>
                <a:lnTo>
                  <a:pt x="12179" y="2345690"/>
                </a:lnTo>
                <a:lnTo>
                  <a:pt x="25882" y="2345690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7474673" y="12179"/>
                </a:lnTo>
                <a:lnTo>
                  <a:pt x="7474673" y="6096"/>
                </a:lnTo>
                <a:lnTo>
                  <a:pt x="7468577" y="0"/>
                </a:lnTo>
                <a:close/>
              </a:path>
              <a:path w="7475220" h="2370454">
                <a:moveTo>
                  <a:pt x="25882" y="2345690"/>
                </a:moveTo>
                <a:lnTo>
                  <a:pt x="12179" y="2345690"/>
                </a:lnTo>
                <a:lnTo>
                  <a:pt x="25882" y="2357882"/>
                </a:lnTo>
                <a:lnTo>
                  <a:pt x="25882" y="2345690"/>
                </a:lnTo>
                <a:close/>
              </a:path>
              <a:path w="7475220" h="2370454">
                <a:moveTo>
                  <a:pt x="7448791" y="2345690"/>
                </a:moveTo>
                <a:lnTo>
                  <a:pt x="25882" y="2345690"/>
                </a:lnTo>
                <a:lnTo>
                  <a:pt x="25882" y="2357882"/>
                </a:lnTo>
                <a:lnTo>
                  <a:pt x="7448791" y="2357882"/>
                </a:lnTo>
                <a:lnTo>
                  <a:pt x="7448791" y="2345690"/>
                </a:lnTo>
                <a:close/>
              </a:path>
              <a:path w="7475220" h="2370454">
                <a:moveTo>
                  <a:pt x="7448791" y="12179"/>
                </a:moveTo>
                <a:lnTo>
                  <a:pt x="7448791" y="2357882"/>
                </a:lnTo>
                <a:lnTo>
                  <a:pt x="7462494" y="2345690"/>
                </a:lnTo>
                <a:lnTo>
                  <a:pt x="7474673" y="2345690"/>
                </a:lnTo>
                <a:lnTo>
                  <a:pt x="7474673" y="25895"/>
                </a:lnTo>
                <a:lnTo>
                  <a:pt x="7462494" y="25895"/>
                </a:lnTo>
                <a:lnTo>
                  <a:pt x="7448791" y="12179"/>
                </a:lnTo>
                <a:close/>
              </a:path>
              <a:path w="7475220" h="2370454">
                <a:moveTo>
                  <a:pt x="7474673" y="2345690"/>
                </a:moveTo>
                <a:lnTo>
                  <a:pt x="7462494" y="2345690"/>
                </a:lnTo>
                <a:lnTo>
                  <a:pt x="7448791" y="2357882"/>
                </a:lnTo>
                <a:lnTo>
                  <a:pt x="7474673" y="2357882"/>
                </a:lnTo>
                <a:lnTo>
                  <a:pt x="7474673" y="2345690"/>
                </a:lnTo>
                <a:close/>
              </a:path>
              <a:path w="7475220" h="2370454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7475220" h="2370454">
                <a:moveTo>
                  <a:pt x="7448791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7448791" y="25895"/>
                </a:lnTo>
                <a:lnTo>
                  <a:pt x="7448791" y="12179"/>
                </a:lnTo>
                <a:close/>
              </a:path>
              <a:path w="7475220" h="2370454">
                <a:moveTo>
                  <a:pt x="7474673" y="12179"/>
                </a:moveTo>
                <a:lnTo>
                  <a:pt x="7448791" y="12179"/>
                </a:lnTo>
                <a:lnTo>
                  <a:pt x="7462494" y="25895"/>
                </a:lnTo>
                <a:lnTo>
                  <a:pt x="7474673" y="25895"/>
                </a:lnTo>
                <a:lnTo>
                  <a:pt x="7474673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876679" y="6978291"/>
            <a:ext cx="6828790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  <a:tabLst>
                <a:tab pos="5468620" algn="l"/>
              </a:tabLst>
            </a:pPr>
            <a:r>
              <a:rPr sz="1800" b="1" i="1" baseline="4629" dirty="0">
                <a:latin typeface="Times New Roman"/>
                <a:cs typeface="Times New Roman"/>
              </a:rPr>
              <a:t>o	</a:t>
            </a:r>
            <a:r>
              <a:rPr sz="1400" b="1" i="1" dirty="0">
                <a:latin typeface="Times New Roman"/>
                <a:cs typeface="Times New Roman"/>
              </a:rPr>
              <a:t>Hanbit  </a:t>
            </a:r>
            <a:r>
              <a:rPr sz="1400" b="1" i="1" spc="-315" dirty="0">
                <a:latin typeface="Times New Roman"/>
                <a:cs typeface="Times New Roman"/>
              </a:rPr>
              <a:t>Publishingdigilent.com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732784" y="6704107"/>
            <a:ext cx="1089660" cy="4845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200" dirty="0">
                <a:solidFill>
                  <a:srgbClr val="898989"/>
                </a:solidFill>
                <a:latin typeface="맑은 고딕"/>
                <a:cs typeface="맑은 고딕"/>
              </a:rPr>
              <a:t>10</a:t>
            </a:fld>
            <a:r>
              <a:rPr sz="1200" dirty="0">
                <a:solidFill>
                  <a:srgbClr val="898989"/>
                </a:solidFill>
                <a:latin typeface="맑은 고딕"/>
                <a:cs typeface="맑은 고딕"/>
              </a:rPr>
              <a:t>/</a:t>
            </a:r>
            <a:r>
              <a:rPr sz="1200" spc="-5" dirty="0">
                <a:solidFill>
                  <a:srgbClr val="898989"/>
                </a:solidFill>
                <a:latin typeface="맑은 고딕"/>
                <a:cs typeface="맑은 고딕"/>
              </a:rPr>
              <a:t>66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400" b="1" i="1" dirty="0">
                <a:latin typeface="Times New Roman"/>
                <a:cs typeface="Times New Roman"/>
              </a:rPr>
              <a:t>Network,</a:t>
            </a:r>
            <a:r>
              <a:rPr sz="1400" b="1" i="1" spc="-40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Inc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83107" y="6976892"/>
            <a:ext cx="90678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i="1" dirty="0">
                <a:latin typeface="Times New Roman"/>
                <a:cs typeface="Times New Roman"/>
              </a:rPr>
              <a:t>Kim Sung</a:t>
            </a:r>
            <a:r>
              <a:rPr sz="1200" b="1" i="1" spc="-11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Wo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3.</a:t>
            </a:r>
            <a:r>
              <a:rPr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시간</a:t>
            </a:r>
            <a:r>
              <a:rPr spc="-285" dirty="0"/>
              <a:t> </a:t>
            </a:r>
            <a:r>
              <a:rPr spc="-5" dirty="0"/>
              <a:t>설정</a:t>
            </a:r>
            <a:r>
              <a:rPr spc="-285" dirty="0"/>
              <a:t> </a:t>
            </a:r>
            <a:r>
              <a:rPr spc="-5" dirty="0"/>
              <a:t>위치</a:t>
            </a:r>
            <a:r>
              <a:rPr spc="-290" dirty="0"/>
              <a:t> </a:t>
            </a:r>
            <a:r>
              <a:rPr spc="-5" dirty="0"/>
              <a:t>지정</a:t>
            </a:r>
          </a:p>
        </p:txBody>
      </p:sp>
      <p:sp>
        <p:nvSpPr>
          <p:cNvPr id="18" name="object 18"/>
          <p:cNvSpPr/>
          <p:nvPr/>
        </p:nvSpPr>
        <p:spPr>
          <a:xfrm>
            <a:off x="2802623" y="1181988"/>
            <a:ext cx="137007" cy="228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77708" y="1034237"/>
            <a:ext cx="270666" cy="2718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02038" y="2322855"/>
            <a:ext cx="56337" cy="1782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206411" y="1246428"/>
            <a:ext cx="7038975" cy="12674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811530" indent="-287020">
              <a:lnSpc>
                <a:spcPct val="100000"/>
              </a:lnSpc>
              <a:spcBef>
                <a:spcPts val="1060"/>
              </a:spcBef>
              <a:buFont typeface="Times New Roman"/>
              <a:buChar char="-"/>
              <a:tabLst>
                <a:tab pos="811530" algn="l"/>
                <a:tab pos="812165" algn="l"/>
              </a:tabLst>
            </a:pP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비트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신호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set_pos</a:t>
            </a:r>
            <a:r>
              <a:rPr sz="1600" b="1" spc="-5" dirty="0">
                <a:latin typeface="맑은 고딕"/>
                <a:cs typeface="맑은 고딕"/>
              </a:rPr>
              <a:t>의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각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비트를</a:t>
            </a:r>
            <a:r>
              <a:rPr sz="1600" b="1" spc="-17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분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및</a:t>
            </a:r>
            <a:r>
              <a:rPr sz="1600" b="1" spc="-17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초의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위치</a:t>
            </a:r>
            <a:r>
              <a:rPr sz="1600" b="1" spc="-10" dirty="0">
                <a:latin typeface="맑은 고딕"/>
                <a:cs typeface="맑은 고딕"/>
              </a:rPr>
              <a:t>에</a:t>
            </a:r>
            <a:r>
              <a:rPr sz="1600" b="1" spc="-15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해당한다고</a:t>
            </a:r>
            <a:r>
              <a:rPr sz="1600" b="1" spc="-16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가정</a:t>
            </a:r>
            <a:endParaRPr sz="1600">
              <a:latin typeface="맑은 고딕"/>
              <a:cs typeface="맑은 고딕"/>
            </a:endParaRPr>
          </a:p>
          <a:p>
            <a:pPr marL="811530" indent="-287020">
              <a:lnSpc>
                <a:spcPct val="100000"/>
              </a:lnSpc>
              <a:spcBef>
                <a:spcPts val="955"/>
              </a:spcBef>
              <a:buFont typeface="Times New Roman"/>
              <a:buChar char="-"/>
              <a:tabLst>
                <a:tab pos="811530" algn="l"/>
                <a:tab pos="812165" algn="l"/>
              </a:tabLst>
            </a:pP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SW1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스위치</a:t>
            </a:r>
            <a:r>
              <a:rPr sz="1600" b="1" spc="-10" dirty="0">
                <a:latin typeface="맑은 고딕"/>
                <a:cs typeface="맑은 고딕"/>
              </a:rPr>
              <a:t>를</a:t>
            </a:r>
            <a:r>
              <a:rPr sz="1600" b="1" spc="-14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누를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때마다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비트의</a:t>
            </a:r>
            <a:r>
              <a:rPr sz="1600" b="1" spc="-15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위치가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순환적으로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이동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시간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설정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위치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지정</a:t>
            </a:r>
            <a:r>
              <a:rPr sz="1600" b="1" spc="-4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Verilog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64737" y="2391397"/>
            <a:ext cx="127876" cy="8376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22103" y="2287816"/>
            <a:ext cx="165938" cy="990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26103" y="2303043"/>
            <a:ext cx="127876" cy="1705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19435" y="2322855"/>
            <a:ext cx="56324" cy="17820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06411" y="6265875"/>
            <a:ext cx="740390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SW1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스위치를 </a:t>
            </a:r>
            <a:r>
              <a:rPr sz="1600" b="1" spc="-5" dirty="0" err="1">
                <a:solidFill>
                  <a:srgbClr val="FF0000"/>
                </a:solidFill>
                <a:latin typeface="맑은 고딕"/>
                <a:cs typeface="맑은 고딕"/>
              </a:rPr>
              <a:t>누를</a:t>
            </a:r>
            <a:r>
              <a:rPr sz="1600" b="1" spc="-38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때</a:t>
            </a:r>
            <a:r>
              <a:rPr lang="en-US"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lang="ko-KR" altLang="en-US" sz="1600" b="1" spc="-5" dirty="0" smtClean="0">
                <a:solidFill>
                  <a:srgbClr val="FF0000"/>
                </a:solidFill>
                <a:latin typeface="맑은 고딕"/>
                <a:cs typeface="맑은 고딕"/>
              </a:rPr>
              <a:t>발생하는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95698" y="6265875"/>
            <a:ext cx="3527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클럭의</a:t>
            </a:r>
            <a:r>
              <a:rPr sz="1600" b="1" spc="-17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상승</a:t>
            </a:r>
            <a:r>
              <a:rPr sz="1600" b="1" spc="-17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에지에서</a:t>
            </a:r>
            <a:r>
              <a:rPr sz="1600" b="1" spc="-18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설정</a:t>
            </a:r>
            <a:r>
              <a:rPr sz="1600" b="1" spc="-17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위치가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바뀜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75347" y="2269540"/>
            <a:ext cx="271364" cy="27001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39177" y="2659481"/>
            <a:ext cx="6833755" cy="327788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520988" y="3405835"/>
            <a:ext cx="1248410" cy="314325"/>
          </a:xfrm>
          <a:custGeom>
            <a:avLst/>
            <a:gdLst/>
            <a:ahLst/>
            <a:cxnLst/>
            <a:rect l="l" t="t" r="r" b="b"/>
            <a:pathLst>
              <a:path w="1248410" h="314325">
                <a:moveTo>
                  <a:pt x="1243749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307682"/>
                </a:lnTo>
                <a:lnTo>
                  <a:pt x="6083" y="313766"/>
                </a:lnTo>
                <a:lnTo>
                  <a:pt x="1243749" y="313766"/>
                </a:lnTo>
                <a:lnTo>
                  <a:pt x="1248308" y="307682"/>
                </a:lnTo>
                <a:lnTo>
                  <a:pt x="1248308" y="300062"/>
                </a:lnTo>
                <a:lnTo>
                  <a:pt x="25882" y="300062"/>
                </a:lnTo>
                <a:lnTo>
                  <a:pt x="13703" y="287883"/>
                </a:lnTo>
                <a:lnTo>
                  <a:pt x="25882" y="287883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1248308" y="12179"/>
                </a:lnTo>
                <a:lnTo>
                  <a:pt x="1248308" y="6096"/>
                </a:lnTo>
                <a:lnTo>
                  <a:pt x="1243749" y="0"/>
                </a:lnTo>
                <a:close/>
              </a:path>
              <a:path w="1248410" h="314325">
                <a:moveTo>
                  <a:pt x="25882" y="287883"/>
                </a:moveTo>
                <a:lnTo>
                  <a:pt x="13703" y="287883"/>
                </a:lnTo>
                <a:lnTo>
                  <a:pt x="25882" y="300062"/>
                </a:lnTo>
                <a:lnTo>
                  <a:pt x="25882" y="287883"/>
                </a:lnTo>
                <a:close/>
              </a:path>
              <a:path w="1248410" h="314325">
                <a:moveTo>
                  <a:pt x="1223949" y="287883"/>
                </a:moveTo>
                <a:lnTo>
                  <a:pt x="25882" y="287883"/>
                </a:lnTo>
                <a:lnTo>
                  <a:pt x="25882" y="300062"/>
                </a:lnTo>
                <a:lnTo>
                  <a:pt x="1223949" y="300062"/>
                </a:lnTo>
                <a:lnTo>
                  <a:pt x="1223949" y="287883"/>
                </a:lnTo>
                <a:close/>
              </a:path>
              <a:path w="1248410" h="314325">
                <a:moveTo>
                  <a:pt x="1223949" y="12179"/>
                </a:moveTo>
                <a:lnTo>
                  <a:pt x="1223949" y="300062"/>
                </a:lnTo>
                <a:lnTo>
                  <a:pt x="1236129" y="287883"/>
                </a:lnTo>
                <a:lnTo>
                  <a:pt x="1248308" y="287883"/>
                </a:lnTo>
                <a:lnTo>
                  <a:pt x="1248308" y="25895"/>
                </a:lnTo>
                <a:lnTo>
                  <a:pt x="1236129" y="25895"/>
                </a:lnTo>
                <a:lnTo>
                  <a:pt x="1223949" y="12179"/>
                </a:lnTo>
                <a:close/>
              </a:path>
              <a:path w="1248410" h="314325">
                <a:moveTo>
                  <a:pt x="1248308" y="287883"/>
                </a:moveTo>
                <a:lnTo>
                  <a:pt x="1236129" y="287883"/>
                </a:lnTo>
                <a:lnTo>
                  <a:pt x="1223949" y="300062"/>
                </a:lnTo>
                <a:lnTo>
                  <a:pt x="1248308" y="300062"/>
                </a:lnTo>
                <a:lnTo>
                  <a:pt x="1248308" y="287883"/>
                </a:lnTo>
                <a:close/>
              </a:path>
              <a:path w="1248410" h="314325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248410" h="314325">
                <a:moveTo>
                  <a:pt x="1223949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223949" y="25895"/>
                </a:lnTo>
                <a:lnTo>
                  <a:pt x="1223949" y="12179"/>
                </a:lnTo>
                <a:close/>
              </a:path>
              <a:path w="1248410" h="314325">
                <a:moveTo>
                  <a:pt x="1248308" y="12179"/>
                </a:moveTo>
                <a:lnTo>
                  <a:pt x="1223949" y="12179"/>
                </a:lnTo>
                <a:lnTo>
                  <a:pt x="1236129" y="25895"/>
                </a:lnTo>
                <a:lnTo>
                  <a:pt x="1248308" y="25895"/>
                </a:lnTo>
                <a:lnTo>
                  <a:pt x="1248308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520988" y="4583252"/>
            <a:ext cx="2399665" cy="222885"/>
          </a:xfrm>
          <a:custGeom>
            <a:avLst/>
            <a:gdLst/>
            <a:ahLst/>
            <a:cxnLst/>
            <a:rect l="l" t="t" r="r" b="b"/>
            <a:pathLst>
              <a:path w="2399665" h="222885">
                <a:moveTo>
                  <a:pt x="239463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16293"/>
                </a:lnTo>
                <a:lnTo>
                  <a:pt x="6083" y="222377"/>
                </a:lnTo>
                <a:lnTo>
                  <a:pt x="2394635" y="222377"/>
                </a:lnTo>
                <a:lnTo>
                  <a:pt x="2399195" y="216293"/>
                </a:lnTo>
                <a:lnTo>
                  <a:pt x="2399195" y="208673"/>
                </a:lnTo>
                <a:lnTo>
                  <a:pt x="25882" y="208673"/>
                </a:lnTo>
                <a:lnTo>
                  <a:pt x="13703" y="196494"/>
                </a:lnTo>
                <a:lnTo>
                  <a:pt x="25882" y="196494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2399195" y="12179"/>
                </a:lnTo>
                <a:lnTo>
                  <a:pt x="2399195" y="6096"/>
                </a:lnTo>
                <a:lnTo>
                  <a:pt x="2394635" y="0"/>
                </a:lnTo>
                <a:close/>
              </a:path>
              <a:path w="2399665" h="222885">
                <a:moveTo>
                  <a:pt x="25882" y="196494"/>
                </a:moveTo>
                <a:lnTo>
                  <a:pt x="13703" y="196494"/>
                </a:lnTo>
                <a:lnTo>
                  <a:pt x="25882" y="208673"/>
                </a:lnTo>
                <a:lnTo>
                  <a:pt x="25882" y="196494"/>
                </a:lnTo>
                <a:close/>
              </a:path>
              <a:path w="2399665" h="222885">
                <a:moveTo>
                  <a:pt x="2374836" y="196494"/>
                </a:moveTo>
                <a:lnTo>
                  <a:pt x="25882" y="196494"/>
                </a:lnTo>
                <a:lnTo>
                  <a:pt x="25882" y="208673"/>
                </a:lnTo>
                <a:lnTo>
                  <a:pt x="2374836" y="208673"/>
                </a:lnTo>
                <a:lnTo>
                  <a:pt x="2374836" y="196494"/>
                </a:lnTo>
                <a:close/>
              </a:path>
              <a:path w="2399665" h="222885">
                <a:moveTo>
                  <a:pt x="2374836" y="12179"/>
                </a:moveTo>
                <a:lnTo>
                  <a:pt x="2374836" y="208673"/>
                </a:lnTo>
                <a:lnTo>
                  <a:pt x="2387015" y="196494"/>
                </a:lnTo>
                <a:lnTo>
                  <a:pt x="2399195" y="196494"/>
                </a:lnTo>
                <a:lnTo>
                  <a:pt x="2399195" y="25895"/>
                </a:lnTo>
                <a:lnTo>
                  <a:pt x="2387015" y="25895"/>
                </a:lnTo>
                <a:lnTo>
                  <a:pt x="2374836" y="12179"/>
                </a:lnTo>
                <a:close/>
              </a:path>
              <a:path w="2399665" h="222885">
                <a:moveTo>
                  <a:pt x="2399195" y="196494"/>
                </a:moveTo>
                <a:lnTo>
                  <a:pt x="2387015" y="196494"/>
                </a:lnTo>
                <a:lnTo>
                  <a:pt x="2374836" y="208673"/>
                </a:lnTo>
                <a:lnTo>
                  <a:pt x="2399195" y="208673"/>
                </a:lnTo>
                <a:lnTo>
                  <a:pt x="2399195" y="196494"/>
                </a:lnTo>
                <a:close/>
              </a:path>
              <a:path w="2399665" h="222885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2399665" h="222885">
                <a:moveTo>
                  <a:pt x="2374836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2374836" y="25895"/>
                </a:lnTo>
                <a:lnTo>
                  <a:pt x="2374836" y="12179"/>
                </a:lnTo>
                <a:close/>
              </a:path>
              <a:path w="2399665" h="222885">
                <a:moveTo>
                  <a:pt x="2399195" y="12179"/>
                </a:moveTo>
                <a:lnTo>
                  <a:pt x="2374836" y="12179"/>
                </a:lnTo>
                <a:lnTo>
                  <a:pt x="2387015" y="25895"/>
                </a:lnTo>
                <a:lnTo>
                  <a:pt x="2399195" y="25895"/>
                </a:lnTo>
                <a:lnTo>
                  <a:pt x="2399195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978031" y="4578680"/>
            <a:ext cx="4029710" cy="230504"/>
          </a:xfrm>
          <a:custGeom>
            <a:avLst/>
            <a:gdLst/>
            <a:ahLst/>
            <a:cxnLst/>
            <a:rect l="l" t="t" r="r" b="b"/>
            <a:pathLst>
              <a:path w="4029709" h="230504">
                <a:moveTo>
                  <a:pt x="4029621" y="0"/>
                </a:moveTo>
                <a:lnTo>
                  <a:pt x="0" y="0"/>
                </a:lnTo>
                <a:lnTo>
                  <a:pt x="0" y="229996"/>
                </a:lnTo>
                <a:lnTo>
                  <a:pt x="4029621" y="229996"/>
                </a:lnTo>
                <a:lnTo>
                  <a:pt x="4029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71948" y="4572584"/>
            <a:ext cx="4040504" cy="240665"/>
          </a:xfrm>
          <a:custGeom>
            <a:avLst/>
            <a:gdLst/>
            <a:ahLst/>
            <a:cxnLst/>
            <a:rect l="l" t="t" r="r" b="b"/>
            <a:pathLst>
              <a:path w="4040504" h="240664">
                <a:moveTo>
                  <a:pt x="4038752" y="0"/>
                </a:moveTo>
                <a:lnTo>
                  <a:pt x="3035" y="0"/>
                </a:lnTo>
                <a:lnTo>
                  <a:pt x="0" y="3048"/>
                </a:lnTo>
                <a:lnTo>
                  <a:pt x="0" y="239141"/>
                </a:lnTo>
                <a:lnTo>
                  <a:pt x="3035" y="240665"/>
                </a:lnTo>
                <a:lnTo>
                  <a:pt x="4038752" y="240665"/>
                </a:lnTo>
                <a:lnTo>
                  <a:pt x="4040276" y="239141"/>
                </a:lnTo>
                <a:lnTo>
                  <a:pt x="4040276" y="236093"/>
                </a:lnTo>
                <a:lnTo>
                  <a:pt x="10655" y="236093"/>
                </a:lnTo>
                <a:lnTo>
                  <a:pt x="6083" y="231533"/>
                </a:lnTo>
                <a:lnTo>
                  <a:pt x="10655" y="231533"/>
                </a:lnTo>
                <a:lnTo>
                  <a:pt x="10655" y="10668"/>
                </a:lnTo>
                <a:lnTo>
                  <a:pt x="6083" y="10668"/>
                </a:lnTo>
                <a:lnTo>
                  <a:pt x="10655" y="6096"/>
                </a:lnTo>
                <a:lnTo>
                  <a:pt x="4040276" y="6096"/>
                </a:lnTo>
                <a:lnTo>
                  <a:pt x="4040276" y="3048"/>
                </a:lnTo>
                <a:lnTo>
                  <a:pt x="4038752" y="0"/>
                </a:lnTo>
                <a:close/>
              </a:path>
              <a:path w="4040504" h="240664">
                <a:moveTo>
                  <a:pt x="10655" y="231533"/>
                </a:moveTo>
                <a:lnTo>
                  <a:pt x="6083" y="231533"/>
                </a:lnTo>
                <a:lnTo>
                  <a:pt x="10655" y="236093"/>
                </a:lnTo>
                <a:lnTo>
                  <a:pt x="10655" y="231533"/>
                </a:lnTo>
                <a:close/>
              </a:path>
              <a:path w="4040504" h="240664">
                <a:moveTo>
                  <a:pt x="4031132" y="231533"/>
                </a:moveTo>
                <a:lnTo>
                  <a:pt x="10655" y="231533"/>
                </a:lnTo>
                <a:lnTo>
                  <a:pt x="10655" y="236093"/>
                </a:lnTo>
                <a:lnTo>
                  <a:pt x="4031132" y="236093"/>
                </a:lnTo>
                <a:lnTo>
                  <a:pt x="4031132" y="231533"/>
                </a:lnTo>
                <a:close/>
              </a:path>
              <a:path w="4040504" h="240664">
                <a:moveTo>
                  <a:pt x="4031132" y="6096"/>
                </a:moveTo>
                <a:lnTo>
                  <a:pt x="4031132" y="236093"/>
                </a:lnTo>
                <a:lnTo>
                  <a:pt x="4035704" y="231533"/>
                </a:lnTo>
                <a:lnTo>
                  <a:pt x="4040276" y="231533"/>
                </a:lnTo>
                <a:lnTo>
                  <a:pt x="4040276" y="10668"/>
                </a:lnTo>
                <a:lnTo>
                  <a:pt x="4035704" y="10668"/>
                </a:lnTo>
                <a:lnTo>
                  <a:pt x="4031132" y="6096"/>
                </a:lnTo>
                <a:close/>
              </a:path>
              <a:path w="4040504" h="240664">
                <a:moveTo>
                  <a:pt x="4040276" y="231533"/>
                </a:moveTo>
                <a:lnTo>
                  <a:pt x="4035704" y="231533"/>
                </a:lnTo>
                <a:lnTo>
                  <a:pt x="4031132" y="236093"/>
                </a:lnTo>
                <a:lnTo>
                  <a:pt x="4040276" y="236093"/>
                </a:lnTo>
                <a:lnTo>
                  <a:pt x="4040276" y="231533"/>
                </a:lnTo>
                <a:close/>
              </a:path>
              <a:path w="4040504" h="240664">
                <a:moveTo>
                  <a:pt x="10655" y="6096"/>
                </a:moveTo>
                <a:lnTo>
                  <a:pt x="6083" y="10668"/>
                </a:lnTo>
                <a:lnTo>
                  <a:pt x="10655" y="10668"/>
                </a:lnTo>
                <a:lnTo>
                  <a:pt x="10655" y="6096"/>
                </a:lnTo>
                <a:close/>
              </a:path>
              <a:path w="4040504" h="240664">
                <a:moveTo>
                  <a:pt x="4031132" y="6096"/>
                </a:moveTo>
                <a:lnTo>
                  <a:pt x="10655" y="6096"/>
                </a:lnTo>
                <a:lnTo>
                  <a:pt x="10655" y="10668"/>
                </a:lnTo>
                <a:lnTo>
                  <a:pt x="4031132" y="10668"/>
                </a:lnTo>
                <a:lnTo>
                  <a:pt x="4031132" y="6096"/>
                </a:lnTo>
                <a:close/>
              </a:path>
              <a:path w="4040504" h="240664">
                <a:moveTo>
                  <a:pt x="4040276" y="6096"/>
                </a:moveTo>
                <a:lnTo>
                  <a:pt x="4031132" y="6096"/>
                </a:lnTo>
                <a:lnTo>
                  <a:pt x="4035704" y="10668"/>
                </a:lnTo>
                <a:lnTo>
                  <a:pt x="4040276" y="10668"/>
                </a:lnTo>
                <a:lnTo>
                  <a:pt x="4040276" y="609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78031" y="4808689"/>
            <a:ext cx="4029710" cy="230504"/>
          </a:xfrm>
          <a:custGeom>
            <a:avLst/>
            <a:gdLst/>
            <a:ahLst/>
            <a:cxnLst/>
            <a:rect l="l" t="t" r="r" b="b"/>
            <a:pathLst>
              <a:path w="4029709" h="230504">
                <a:moveTo>
                  <a:pt x="4029621" y="0"/>
                </a:moveTo>
                <a:lnTo>
                  <a:pt x="0" y="0"/>
                </a:lnTo>
                <a:lnTo>
                  <a:pt x="0" y="229997"/>
                </a:lnTo>
                <a:lnTo>
                  <a:pt x="4029621" y="229997"/>
                </a:lnTo>
                <a:lnTo>
                  <a:pt x="4029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971948" y="4804118"/>
            <a:ext cx="4040504" cy="240665"/>
          </a:xfrm>
          <a:custGeom>
            <a:avLst/>
            <a:gdLst/>
            <a:ahLst/>
            <a:cxnLst/>
            <a:rect l="l" t="t" r="r" b="b"/>
            <a:pathLst>
              <a:path w="4040504" h="240664">
                <a:moveTo>
                  <a:pt x="4038752" y="0"/>
                </a:moveTo>
                <a:lnTo>
                  <a:pt x="3035" y="0"/>
                </a:lnTo>
                <a:lnTo>
                  <a:pt x="0" y="1511"/>
                </a:lnTo>
                <a:lnTo>
                  <a:pt x="0" y="237617"/>
                </a:lnTo>
                <a:lnTo>
                  <a:pt x="3035" y="240652"/>
                </a:lnTo>
                <a:lnTo>
                  <a:pt x="4038752" y="240652"/>
                </a:lnTo>
                <a:lnTo>
                  <a:pt x="4040276" y="237617"/>
                </a:lnTo>
                <a:lnTo>
                  <a:pt x="4040276" y="234569"/>
                </a:lnTo>
                <a:lnTo>
                  <a:pt x="10655" y="234569"/>
                </a:lnTo>
                <a:lnTo>
                  <a:pt x="6083" y="229997"/>
                </a:lnTo>
                <a:lnTo>
                  <a:pt x="10655" y="229997"/>
                </a:lnTo>
                <a:lnTo>
                  <a:pt x="10655" y="9131"/>
                </a:lnTo>
                <a:lnTo>
                  <a:pt x="6083" y="9131"/>
                </a:lnTo>
                <a:lnTo>
                  <a:pt x="10655" y="4559"/>
                </a:lnTo>
                <a:lnTo>
                  <a:pt x="4040276" y="4559"/>
                </a:lnTo>
                <a:lnTo>
                  <a:pt x="4040276" y="1511"/>
                </a:lnTo>
                <a:lnTo>
                  <a:pt x="4038752" y="0"/>
                </a:lnTo>
                <a:close/>
              </a:path>
              <a:path w="4040504" h="240664">
                <a:moveTo>
                  <a:pt x="10655" y="229997"/>
                </a:moveTo>
                <a:lnTo>
                  <a:pt x="6083" y="229997"/>
                </a:lnTo>
                <a:lnTo>
                  <a:pt x="10655" y="234569"/>
                </a:lnTo>
                <a:lnTo>
                  <a:pt x="10655" y="229997"/>
                </a:lnTo>
                <a:close/>
              </a:path>
              <a:path w="4040504" h="240664">
                <a:moveTo>
                  <a:pt x="4031132" y="229997"/>
                </a:moveTo>
                <a:lnTo>
                  <a:pt x="10655" y="229997"/>
                </a:lnTo>
                <a:lnTo>
                  <a:pt x="10655" y="234569"/>
                </a:lnTo>
                <a:lnTo>
                  <a:pt x="4031132" y="234569"/>
                </a:lnTo>
                <a:lnTo>
                  <a:pt x="4031132" y="229997"/>
                </a:lnTo>
                <a:close/>
              </a:path>
              <a:path w="4040504" h="240664">
                <a:moveTo>
                  <a:pt x="4031132" y="4559"/>
                </a:moveTo>
                <a:lnTo>
                  <a:pt x="4031132" y="234569"/>
                </a:lnTo>
                <a:lnTo>
                  <a:pt x="4035704" y="229997"/>
                </a:lnTo>
                <a:lnTo>
                  <a:pt x="4040276" y="229997"/>
                </a:lnTo>
                <a:lnTo>
                  <a:pt x="4040276" y="9131"/>
                </a:lnTo>
                <a:lnTo>
                  <a:pt x="4035704" y="9131"/>
                </a:lnTo>
                <a:lnTo>
                  <a:pt x="4031132" y="4559"/>
                </a:lnTo>
                <a:close/>
              </a:path>
              <a:path w="4040504" h="240664">
                <a:moveTo>
                  <a:pt x="4040276" y="229997"/>
                </a:moveTo>
                <a:lnTo>
                  <a:pt x="4035704" y="229997"/>
                </a:lnTo>
                <a:lnTo>
                  <a:pt x="4031132" y="234569"/>
                </a:lnTo>
                <a:lnTo>
                  <a:pt x="4040276" y="234569"/>
                </a:lnTo>
                <a:lnTo>
                  <a:pt x="4040276" y="229997"/>
                </a:lnTo>
                <a:close/>
              </a:path>
              <a:path w="4040504" h="240664">
                <a:moveTo>
                  <a:pt x="10655" y="4559"/>
                </a:moveTo>
                <a:lnTo>
                  <a:pt x="6083" y="9131"/>
                </a:lnTo>
                <a:lnTo>
                  <a:pt x="10655" y="9131"/>
                </a:lnTo>
                <a:lnTo>
                  <a:pt x="10655" y="4559"/>
                </a:lnTo>
                <a:close/>
              </a:path>
              <a:path w="4040504" h="240664">
                <a:moveTo>
                  <a:pt x="4031132" y="4559"/>
                </a:moveTo>
                <a:lnTo>
                  <a:pt x="10655" y="4559"/>
                </a:lnTo>
                <a:lnTo>
                  <a:pt x="10655" y="9131"/>
                </a:lnTo>
                <a:lnTo>
                  <a:pt x="4031132" y="9131"/>
                </a:lnTo>
                <a:lnTo>
                  <a:pt x="4031132" y="4559"/>
                </a:lnTo>
                <a:close/>
              </a:path>
              <a:path w="4040504" h="240664">
                <a:moveTo>
                  <a:pt x="4040276" y="4559"/>
                </a:moveTo>
                <a:lnTo>
                  <a:pt x="4031132" y="4559"/>
                </a:lnTo>
                <a:lnTo>
                  <a:pt x="4035704" y="9131"/>
                </a:lnTo>
                <a:lnTo>
                  <a:pt x="4040276" y="9131"/>
                </a:lnTo>
                <a:lnTo>
                  <a:pt x="4040276" y="455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978031" y="5060010"/>
            <a:ext cx="4029710" cy="230504"/>
          </a:xfrm>
          <a:custGeom>
            <a:avLst/>
            <a:gdLst/>
            <a:ahLst/>
            <a:cxnLst/>
            <a:rect l="l" t="t" r="r" b="b"/>
            <a:pathLst>
              <a:path w="4029709" h="230504">
                <a:moveTo>
                  <a:pt x="4029621" y="0"/>
                </a:moveTo>
                <a:lnTo>
                  <a:pt x="0" y="0"/>
                </a:lnTo>
                <a:lnTo>
                  <a:pt x="0" y="229997"/>
                </a:lnTo>
                <a:lnTo>
                  <a:pt x="4029621" y="229997"/>
                </a:lnTo>
                <a:lnTo>
                  <a:pt x="4029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971948" y="5053914"/>
            <a:ext cx="4040504" cy="240665"/>
          </a:xfrm>
          <a:custGeom>
            <a:avLst/>
            <a:gdLst/>
            <a:ahLst/>
            <a:cxnLst/>
            <a:rect l="l" t="t" r="r" b="b"/>
            <a:pathLst>
              <a:path w="4040504" h="240664">
                <a:moveTo>
                  <a:pt x="4038752" y="0"/>
                </a:moveTo>
                <a:lnTo>
                  <a:pt x="3035" y="0"/>
                </a:lnTo>
                <a:lnTo>
                  <a:pt x="0" y="3047"/>
                </a:lnTo>
                <a:lnTo>
                  <a:pt x="0" y="239140"/>
                </a:lnTo>
                <a:lnTo>
                  <a:pt x="3035" y="240664"/>
                </a:lnTo>
                <a:lnTo>
                  <a:pt x="4038752" y="240664"/>
                </a:lnTo>
                <a:lnTo>
                  <a:pt x="4040276" y="239140"/>
                </a:lnTo>
                <a:lnTo>
                  <a:pt x="4040276" y="236092"/>
                </a:lnTo>
                <a:lnTo>
                  <a:pt x="10655" y="236092"/>
                </a:lnTo>
                <a:lnTo>
                  <a:pt x="6083" y="231520"/>
                </a:lnTo>
                <a:lnTo>
                  <a:pt x="10655" y="231520"/>
                </a:lnTo>
                <a:lnTo>
                  <a:pt x="10655" y="10667"/>
                </a:lnTo>
                <a:lnTo>
                  <a:pt x="6083" y="10667"/>
                </a:lnTo>
                <a:lnTo>
                  <a:pt x="10655" y="6095"/>
                </a:lnTo>
                <a:lnTo>
                  <a:pt x="4040276" y="6095"/>
                </a:lnTo>
                <a:lnTo>
                  <a:pt x="4040276" y="3047"/>
                </a:lnTo>
                <a:lnTo>
                  <a:pt x="4038752" y="0"/>
                </a:lnTo>
                <a:close/>
              </a:path>
              <a:path w="4040504" h="240664">
                <a:moveTo>
                  <a:pt x="10655" y="231520"/>
                </a:moveTo>
                <a:lnTo>
                  <a:pt x="6083" y="231520"/>
                </a:lnTo>
                <a:lnTo>
                  <a:pt x="10655" y="236092"/>
                </a:lnTo>
                <a:lnTo>
                  <a:pt x="10655" y="231520"/>
                </a:lnTo>
                <a:close/>
              </a:path>
              <a:path w="4040504" h="240664">
                <a:moveTo>
                  <a:pt x="4031132" y="231520"/>
                </a:moveTo>
                <a:lnTo>
                  <a:pt x="10655" y="231520"/>
                </a:lnTo>
                <a:lnTo>
                  <a:pt x="10655" y="236092"/>
                </a:lnTo>
                <a:lnTo>
                  <a:pt x="4031132" y="236092"/>
                </a:lnTo>
                <a:lnTo>
                  <a:pt x="4031132" y="231520"/>
                </a:lnTo>
                <a:close/>
              </a:path>
              <a:path w="4040504" h="240664">
                <a:moveTo>
                  <a:pt x="4031132" y="6095"/>
                </a:moveTo>
                <a:lnTo>
                  <a:pt x="4031132" y="236092"/>
                </a:lnTo>
                <a:lnTo>
                  <a:pt x="4035704" y="231520"/>
                </a:lnTo>
                <a:lnTo>
                  <a:pt x="4040276" y="231520"/>
                </a:lnTo>
                <a:lnTo>
                  <a:pt x="4040276" y="10667"/>
                </a:lnTo>
                <a:lnTo>
                  <a:pt x="4035704" y="10667"/>
                </a:lnTo>
                <a:lnTo>
                  <a:pt x="4031132" y="6095"/>
                </a:lnTo>
                <a:close/>
              </a:path>
              <a:path w="4040504" h="240664">
                <a:moveTo>
                  <a:pt x="4040276" y="231520"/>
                </a:moveTo>
                <a:lnTo>
                  <a:pt x="4035704" y="231520"/>
                </a:lnTo>
                <a:lnTo>
                  <a:pt x="4031132" y="236092"/>
                </a:lnTo>
                <a:lnTo>
                  <a:pt x="4040276" y="236092"/>
                </a:lnTo>
                <a:lnTo>
                  <a:pt x="4040276" y="231520"/>
                </a:lnTo>
                <a:close/>
              </a:path>
              <a:path w="4040504" h="240664">
                <a:moveTo>
                  <a:pt x="10655" y="6095"/>
                </a:moveTo>
                <a:lnTo>
                  <a:pt x="6083" y="10667"/>
                </a:lnTo>
                <a:lnTo>
                  <a:pt x="10655" y="10667"/>
                </a:lnTo>
                <a:lnTo>
                  <a:pt x="10655" y="6095"/>
                </a:lnTo>
                <a:close/>
              </a:path>
              <a:path w="4040504" h="240664">
                <a:moveTo>
                  <a:pt x="4031132" y="6095"/>
                </a:moveTo>
                <a:lnTo>
                  <a:pt x="10655" y="6095"/>
                </a:lnTo>
                <a:lnTo>
                  <a:pt x="10655" y="10667"/>
                </a:lnTo>
                <a:lnTo>
                  <a:pt x="4031132" y="10667"/>
                </a:lnTo>
                <a:lnTo>
                  <a:pt x="4031132" y="6095"/>
                </a:lnTo>
                <a:close/>
              </a:path>
              <a:path w="4040504" h="240664">
                <a:moveTo>
                  <a:pt x="4040276" y="6095"/>
                </a:moveTo>
                <a:lnTo>
                  <a:pt x="4031132" y="6095"/>
                </a:lnTo>
                <a:lnTo>
                  <a:pt x="4035704" y="10667"/>
                </a:lnTo>
                <a:lnTo>
                  <a:pt x="4040276" y="10667"/>
                </a:lnTo>
                <a:lnTo>
                  <a:pt x="4040276" y="609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978031" y="4578680"/>
            <a:ext cx="4029710" cy="7118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3’b100</a:t>
            </a:r>
            <a:r>
              <a:rPr sz="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일때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SW1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되면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는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3’b010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로</a:t>
            </a:r>
            <a:r>
              <a:rPr sz="9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이동</a:t>
            </a:r>
            <a:endParaRPr sz="900">
              <a:latin typeface="맑은 고딕"/>
              <a:cs typeface="맑은 고딕"/>
            </a:endParaRPr>
          </a:p>
          <a:p>
            <a:pPr marL="90805">
              <a:lnSpc>
                <a:spcPct val="100000"/>
              </a:lnSpc>
              <a:spcBef>
                <a:spcPts val="74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3’b010</a:t>
            </a:r>
            <a:r>
              <a:rPr sz="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일때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SW1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되면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는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3’b001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로</a:t>
            </a:r>
            <a:r>
              <a:rPr sz="9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이동</a:t>
            </a:r>
            <a:endParaRPr sz="900">
              <a:latin typeface="맑은 고딕"/>
              <a:cs typeface="맑은 고딕"/>
            </a:endParaRPr>
          </a:p>
          <a:p>
            <a:pPr marL="90805">
              <a:lnSpc>
                <a:spcPct val="100000"/>
              </a:lnSpc>
              <a:spcBef>
                <a:spcPts val="89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3’b001</a:t>
            </a:r>
            <a:r>
              <a:rPr sz="9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일때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SW1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되면</a:t>
            </a:r>
            <a:r>
              <a:rPr sz="9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는</a:t>
            </a:r>
            <a:r>
              <a:rPr sz="9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3’b100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로</a:t>
            </a:r>
            <a:r>
              <a:rPr sz="9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이동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827145" y="3920667"/>
            <a:ext cx="4029710" cy="230504"/>
          </a:xfrm>
          <a:custGeom>
            <a:avLst/>
            <a:gdLst/>
            <a:ahLst/>
            <a:cxnLst/>
            <a:rect l="l" t="t" r="r" b="b"/>
            <a:pathLst>
              <a:path w="4029709" h="230504">
                <a:moveTo>
                  <a:pt x="4029621" y="0"/>
                </a:moveTo>
                <a:lnTo>
                  <a:pt x="0" y="0"/>
                </a:lnTo>
                <a:lnTo>
                  <a:pt x="0" y="229997"/>
                </a:lnTo>
                <a:lnTo>
                  <a:pt x="4029621" y="229997"/>
                </a:lnTo>
                <a:lnTo>
                  <a:pt x="4029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21061" y="3916095"/>
            <a:ext cx="4040504" cy="239395"/>
          </a:xfrm>
          <a:custGeom>
            <a:avLst/>
            <a:gdLst/>
            <a:ahLst/>
            <a:cxnLst/>
            <a:rect l="l" t="t" r="r" b="b"/>
            <a:pathLst>
              <a:path w="4040504" h="239395">
                <a:moveTo>
                  <a:pt x="4038752" y="0"/>
                </a:moveTo>
                <a:lnTo>
                  <a:pt x="3048" y="0"/>
                </a:lnTo>
                <a:lnTo>
                  <a:pt x="0" y="1524"/>
                </a:lnTo>
                <a:lnTo>
                  <a:pt x="0" y="237617"/>
                </a:lnTo>
                <a:lnTo>
                  <a:pt x="3048" y="239141"/>
                </a:lnTo>
                <a:lnTo>
                  <a:pt x="4038752" y="239141"/>
                </a:lnTo>
                <a:lnTo>
                  <a:pt x="4040276" y="237617"/>
                </a:lnTo>
                <a:lnTo>
                  <a:pt x="4040276" y="234569"/>
                </a:lnTo>
                <a:lnTo>
                  <a:pt x="10655" y="234569"/>
                </a:lnTo>
                <a:lnTo>
                  <a:pt x="6083" y="229997"/>
                </a:lnTo>
                <a:lnTo>
                  <a:pt x="10655" y="229997"/>
                </a:lnTo>
                <a:lnTo>
                  <a:pt x="10655" y="9144"/>
                </a:lnTo>
                <a:lnTo>
                  <a:pt x="6083" y="9144"/>
                </a:lnTo>
                <a:lnTo>
                  <a:pt x="10655" y="4572"/>
                </a:lnTo>
                <a:lnTo>
                  <a:pt x="4040276" y="4572"/>
                </a:lnTo>
                <a:lnTo>
                  <a:pt x="4040276" y="1524"/>
                </a:lnTo>
                <a:lnTo>
                  <a:pt x="4038752" y="0"/>
                </a:lnTo>
                <a:close/>
              </a:path>
              <a:path w="4040504" h="239395">
                <a:moveTo>
                  <a:pt x="10655" y="229997"/>
                </a:moveTo>
                <a:lnTo>
                  <a:pt x="6083" y="229997"/>
                </a:lnTo>
                <a:lnTo>
                  <a:pt x="10655" y="234569"/>
                </a:lnTo>
                <a:lnTo>
                  <a:pt x="10655" y="229997"/>
                </a:lnTo>
                <a:close/>
              </a:path>
              <a:path w="4040504" h="239395">
                <a:moveTo>
                  <a:pt x="4031145" y="229997"/>
                </a:moveTo>
                <a:lnTo>
                  <a:pt x="10655" y="229997"/>
                </a:lnTo>
                <a:lnTo>
                  <a:pt x="10655" y="234569"/>
                </a:lnTo>
                <a:lnTo>
                  <a:pt x="4031145" y="234569"/>
                </a:lnTo>
                <a:lnTo>
                  <a:pt x="4031145" y="229997"/>
                </a:lnTo>
                <a:close/>
              </a:path>
              <a:path w="4040504" h="239395">
                <a:moveTo>
                  <a:pt x="4031145" y="4572"/>
                </a:moveTo>
                <a:lnTo>
                  <a:pt x="4031145" y="234569"/>
                </a:lnTo>
                <a:lnTo>
                  <a:pt x="4035704" y="229997"/>
                </a:lnTo>
                <a:lnTo>
                  <a:pt x="4040276" y="229997"/>
                </a:lnTo>
                <a:lnTo>
                  <a:pt x="4040276" y="9144"/>
                </a:lnTo>
                <a:lnTo>
                  <a:pt x="4035704" y="9144"/>
                </a:lnTo>
                <a:lnTo>
                  <a:pt x="4031145" y="4572"/>
                </a:lnTo>
                <a:close/>
              </a:path>
              <a:path w="4040504" h="239395">
                <a:moveTo>
                  <a:pt x="4040276" y="229997"/>
                </a:moveTo>
                <a:lnTo>
                  <a:pt x="4035704" y="229997"/>
                </a:lnTo>
                <a:lnTo>
                  <a:pt x="4031145" y="234569"/>
                </a:lnTo>
                <a:lnTo>
                  <a:pt x="4040276" y="234569"/>
                </a:lnTo>
                <a:lnTo>
                  <a:pt x="4040276" y="229997"/>
                </a:lnTo>
                <a:close/>
              </a:path>
              <a:path w="4040504" h="239395">
                <a:moveTo>
                  <a:pt x="10655" y="4572"/>
                </a:moveTo>
                <a:lnTo>
                  <a:pt x="6083" y="9144"/>
                </a:lnTo>
                <a:lnTo>
                  <a:pt x="10655" y="9144"/>
                </a:lnTo>
                <a:lnTo>
                  <a:pt x="10655" y="4572"/>
                </a:lnTo>
                <a:close/>
              </a:path>
              <a:path w="4040504" h="239395">
                <a:moveTo>
                  <a:pt x="4031145" y="4572"/>
                </a:moveTo>
                <a:lnTo>
                  <a:pt x="10655" y="4572"/>
                </a:lnTo>
                <a:lnTo>
                  <a:pt x="10655" y="9144"/>
                </a:lnTo>
                <a:lnTo>
                  <a:pt x="4031145" y="9144"/>
                </a:lnTo>
                <a:lnTo>
                  <a:pt x="4031145" y="4572"/>
                </a:lnTo>
                <a:close/>
              </a:path>
              <a:path w="4040504" h="239395">
                <a:moveTo>
                  <a:pt x="4040276" y="4572"/>
                </a:moveTo>
                <a:lnTo>
                  <a:pt x="4031145" y="4572"/>
                </a:lnTo>
                <a:lnTo>
                  <a:pt x="4035704" y="9144"/>
                </a:lnTo>
                <a:lnTo>
                  <a:pt x="4040276" y="9144"/>
                </a:lnTo>
                <a:lnTo>
                  <a:pt x="4040276" y="457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905681" y="3950639"/>
            <a:ext cx="1518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set_pos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가</a:t>
            </a:r>
            <a:r>
              <a:rPr sz="9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3’b100</a:t>
            </a:r>
            <a:r>
              <a:rPr sz="9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로</a:t>
            </a:r>
            <a:r>
              <a:rPr sz="9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초기화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257967" y="3032658"/>
            <a:ext cx="2952115" cy="230504"/>
          </a:xfrm>
          <a:custGeom>
            <a:avLst/>
            <a:gdLst/>
            <a:ahLst/>
            <a:cxnLst/>
            <a:rect l="l" t="t" r="r" b="b"/>
            <a:pathLst>
              <a:path w="2952115" h="230504">
                <a:moveTo>
                  <a:pt x="2951810" y="0"/>
                </a:moveTo>
                <a:lnTo>
                  <a:pt x="0" y="0"/>
                </a:lnTo>
                <a:lnTo>
                  <a:pt x="0" y="229997"/>
                </a:lnTo>
                <a:lnTo>
                  <a:pt x="2951810" y="229997"/>
                </a:lnTo>
                <a:lnTo>
                  <a:pt x="2951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53407" y="3028086"/>
            <a:ext cx="2961005" cy="239395"/>
          </a:xfrm>
          <a:custGeom>
            <a:avLst/>
            <a:gdLst/>
            <a:ahLst/>
            <a:cxnLst/>
            <a:rect l="l" t="t" r="r" b="b"/>
            <a:pathLst>
              <a:path w="2961004" h="239395">
                <a:moveTo>
                  <a:pt x="2959417" y="0"/>
                </a:moveTo>
                <a:lnTo>
                  <a:pt x="1511" y="0"/>
                </a:lnTo>
                <a:lnTo>
                  <a:pt x="0" y="1524"/>
                </a:lnTo>
                <a:lnTo>
                  <a:pt x="0" y="237616"/>
                </a:lnTo>
                <a:lnTo>
                  <a:pt x="1511" y="239140"/>
                </a:lnTo>
                <a:lnTo>
                  <a:pt x="2959417" y="239140"/>
                </a:lnTo>
                <a:lnTo>
                  <a:pt x="2960941" y="237616"/>
                </a:lnTo>
                <a:lnTo>
                  <a:pt x="2960941" y="234568"/>
                </a:lnTo>
                <a:lnTo>
                  <a:pt x="9131" y="234568"/>
                </a:lnTo>
                <a:lnTo>
                  <a:pt x="4559" y="229996"/>
                </a:lnTo>
                <a:lnTo>
                  <a:pt x="9131" y="229996"/>
                </a:lnTo>
                <a:lnTo>
                  <a:pt x="9131" y="9131"/>
                </a:lnTo>
                <a:lnTo>
                  <a:pt x="4559" y="9131"/>
                </a:lnTo>
                <a:lnTo>
                  <a:pt x="9131" y="4571"/>
                </a:lnTo>
                <a:lnTo>
                  <a:pt x="2960941" y="4571"/>
                </a:lnTo>
                <a:lnTo>
                  <a:pt x="2960941" y="1524"/>
                </a:lnTo>
                <a:lnTo>
                  <a:pt x="2959417" y="0"/>
                </a:lnTo>
                <a:close/>
              </a:path>
              <a:path w="2961004" h="239395">
                <a:moveTo>
                  <a:pt x="9131" y="229996"/>
                </a:moveTo>
                <a:lnTo>
                  <a:pt x="4559" y="229996"/>
                </a:lnTo>
                <a:lnTo>
                  <a:pt x="9131" y="234568"/>
                </a:lnTo>
                <a:lnTo>
                  <a:pt x="9131" y="229996"/>
                </a:lnTo>
                <a:close/>
              </a:path>
              <a:path w="2961004" h="239395">
                <a:moveTo>
                  <a:pt x="2951797" y="229996"/>
                </a:moveTo>
                <a:lnTo>
                  <a:pt x="9131" y="229996"/>
                </a:lnTo>
                <a:lnTo>
                  <a:pt x="9131" y="234568"/>
                </a:lnTo>
                <a:lnTo>
                  <a:pt x="2951797" y="234568"/>
                </a:lnTo>
                <a:lnTo>
                  <a:pt x="2951797" y="229996"/>
                </a:lnTo>
                <a:close/>
              </a:path>
              <a:path w="2961004" h="239395">
                <a:moveTo>
                  <a:pt x="2951797" y="4571"/>
                </a:moveTo>
                <a:lnTo>
                  <a:pt x="2951797" y="234568"/>
                </a:lnTo>
                <a:lnTo>
                  <a:pt x="2956369" y="229996"/>
                </a:lnTo>
                <a:lnTo>
                  <a:pt x="2960941" y="229996"/>
                </a:lnTo>
                <a:lnTo>
                  <a:pt x="2960941" y="9131"/>
                </a:lnTo>
                <a:lnTo>
                  <a:pt x="2956369" y="9131"/>
                </a:lnTo>
                <a:lnTo>
                  <a:pt x="2951797" y="4571"/>
                </a:lnTo>
                <a:close/>
              </a:path>
              <a:path w="2961004" h="239395">
                <a:moveTo>
                  <a:pt x="2960941" y="229996"/>
                </a:moveTo>
                <a:lnTo>
                  <a:pt x="2956369" y="229996"/>
                </a:lnTo>
                <a:lnTo>
                  <a:pt x="2951797" y="234568"/>
                </a:lnTo>
                <a:lnTo>
                  <a:pt x="2960941" y="234568"/>
                </a:lnTo>
                <a:lnTo>
                  <a:pt x="2960941" y="229996"/>
                </a:lnTo>
                <a:close/>
              </a:path>
              <a:path w="2961004" h="239395">
                <a:moveTo>
                  <a:pt x="9131" y="4571"/>
                </a:moveTo>
                <a:lnTo>
                  <a:pt x="4559" y="9131"/>
                </a:lnTo>
                <a:lnTo>
                  <a:pt x="9131" y="9131"/>
                </a:lnTo>
                <a:lnTo>
                  <a:pt x="9131" y="4571"/>
                </a:lnTo>
                <a:close/>
              </a:path>
              <a:path w="2961004" h="239395">
                <a:moveTo>
                  <a:pt x="2951797" y="4571"/>
                </a:moveTo>
                <a:lnTo>
                  <a:pt x="9131" y="4571"/>
                </a:lnTo>
                <a:lnTo>
                  <a:pt x="9131" y="9131"/>
                </a:lnTo>
                <a:lnTo>
                  <a:pt x="2951797" y="9131"/>
                </a:lnTo>
                <a:lnTo>
                  <a:pt x="2951797" y="4571"/>
                </a:lnTo>
                <a:close/>
              </a:path>
              <a:path w="2961004" h="239395">
                <a:moveTo>
                  <a:pt x="2960941" y="4571"/>
                </a:moveTo>
                <a:lnTo>
                  <a:pt x="2951797" y="4571"/>
                </a:lnTo>
                <a:lnTo>
                  <a:pt x="2956369" y="9131"/>
                </a:lnTo>
                <a:lnTo>
                  <a:pt x="2960941" y="9131"/>
                </a:lnTo>
                <a:lnTo>
                  <a:pt x="2960941" y="457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337253" y="3062630"/>
            <a:ext cx="18561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3big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sz="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Hour </a:t>
            </a: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Min </a:t>
            </a: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9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Sec(3’b001)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343573" y="2118741"/>
            <a:ext cx="3304984" cy="212026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26352" y="2884906"/>
            <a:ext cx="3514090" cy="446405"/>
          </a:xfrm>
          <a:custGeom>
            <a:avLst/>
            <a:gdLst/>
            <a:ahLst/>
            <a:cxnLst/>
            <a:rect l="l" t="t" r="r" b="b"/>
            <a:pathLst>
              <a:path w="3514090" h="446404">
                <a:moveTo>
                  <a:pt x="3507460" y="0"/>
                </a:moveTo>
                <a:lnTo>
                  <a:pt x="4559" y="0"/>
                </a:lnTo>
                <a:lnTo>
                  <a:pt x="0" y="4571"/>
                </a:lnTo>
                <a:lnTo>
                  <a:pt x="0" y="440194"/>
                </a:lnTo>
                <a:lnTo>
                  <a:pt x="4559" y="446290"/>
                </a:lnTo>
                <a:lnTo>
                  <a:pt x="3507460" y="446290"/>
                </a:lnTo>
                <a:lnTo>
                  <a:pt x="3513543" y="440194"/>
                </a:lnTo>
                <a:lnTo>
                  <a:pt x="3513543" y="432587"/>
                </a:lnTo>
                <a:lnTo>
                  <a:pt x="24358" y="432587"/>
                </a:lnTo>
                <a:lnTo>
                  <a:pt x="12179" y="420395"/>
                </a:lnTo>
                <a:lnTo>
                  <a:pt x="24358" y="420395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79"/>
                </a:lnTo>
                <a:lnTo>
                  <a:pt x="3513543" y="12179"/>
                </a:lnTo>
                <a:lnTo>
                  <a:pt x="3513543" y="4571"/>
                </a:lnTo>
                <a:lnTo>
                  <a:pt x="3507460" y="0"/>
                </a:lnTo>
                <a:close/>
              </a:path>
              <a:path w="3514090" h="446404">
                <a:moveTo>
                  <a:pt x="24358" y="420395"/>
                </a:moveTo>
                <a:lnTo>
                  <a:pt x="12179" y="420395"/>
                </a:lnTo>
                <a:lnTo>
                  <a:pt x="24358" y="432587"/>
                </a:lnTo>
                <a:lnTo>
                  <a:pt x="24358" y="420395"/>
                </a:lnTo>
                <a:close/>
              </a:path>
              <a:path w="3514090" h="446404">
                <a:moveTo>
                  <a:pt x="3487661" y="420395"/>
                </a:moveTo>
                <a:lnTo>
                  <a:pt x="24358" y="420395"/>
                </a:lnTo>
                <a:lnTo>
                  <a:pt x="24358" y="432587"/>
                </a:lnTo>
                <a:lnTo>
                  <a:pt x="3487661" y="432587"/>
                </a:lnTo>
                <a:lnTo>
                  <a:pt x="3487661" y="420395"/>
                </a:lnTo>
                <a:close/>
              </a:path>
              <a:path w="3514090" h="446404">
                <a:moveTo>
                  <a:pt x="3487661" y="12179"/>
                </a:moveTo>
                <a:lnTo>
                  <a:pt x="3487661" y="432587"/>
                </a:lnTo>
                <a:lnTo>
                  <a:pt x="3501364" y="420395"/>
                </a:lnTo>
                <a:lnTo>
                  <a:pt x="3513543" y="420395"/>
                </a:lnTo>
                <a:lnTo>
                  <a:pt x="3513543" y="24371"/>
                </a:lnTo>
                <a:lnTo>
                  <a:pt x="3501364" y="24371"/>
                </a:lnTo>
                <a:lnTo>
                  <a:pt x="3487661" y="12179"/>
                </a:lnTo>
                <a:close/>
              </a:path>
              <a:path w="3514090" h="446404">
                <a:moveTo>
                  <a:pt x="3513543" y="420395"/>
                </a:moveTo>
                <a:lnTo>
                  <a:pt x="3501364" y="420395"/>
                </a:lnTo>
                <a:lnTo>
                  <a:pt x="3487661" y="432587"/>
                </a:lnTo>
                <a:lnTo>
                  <a:pt x="3513543" y="432587"/>
                </a:lnTo>
                <a:lnTo>
                  <a:pt x="3513543" y="420395"/>
                </a:lnTo>
                <a:close/>
              </a:path>
              <a:path w="3514090" h="446404">
                <a:moveTo>
                  <a:pt x="24358" y="12179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79"/>
                </a:lnTo>
                <a:close/>
              </a:path>
              <a:path w="3514090" h="446404">
                <a:moveTo>
                  <a:pt x="3487661" y="12179"/>
                </a:moveTo>
                <a:lnTo>
                  <a:pt x="24358" y="12179"/>
                </a:lnTo>
                <a:lnTo>
                  <a:pt x="24358" y="24371"/>
                </a:lnTo>
                <a:lnTo>
                  <a:pt x="3487661" y="24371"/>
                </a:lnTo>
                <a:lnTo>
                  <a:pt x="3487661" y="12179"/>
                </a:lnTo>
                <a:close/>
              </a:path>
              <a:path w="3514090" h="446404">
                <a:moveTo>
                  <a:pt x="3513543" y="12179"/>
                </a:moveTo>
                <a:lnTo>
                  <a:pt x="3487661" y="12179"/>
                </a:lnTo>
                <a:lnTo>
                  <a:pt x="3501364" y="24371"/>
                </a:lnTo>
                <a:lnTo>
                  <a:pt x="3513543" y="24371"/>
                </a:lnTo>
                <a:lnTo>
                  <a:pt x="3513543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345436" y="2321331"/>
            <a:ext cx="1248410" cy="1957705"/>
          </a:xfrm>
          <a:custGeom>
            <a:avLst/>
            <a:gdLst/>
            <a:ahLst/>
            <a:cxnLst/>
            <a:rect l="l" t="t" r="r" b="b"/>
            <a:pathLst>
              <a:path w="1248409" h="1957704">
                <a:moveTo>
                  <a:pt x="1242225" y="0"/>
                </a:moveTo>
                <a:lnTo>
                  <a:pt x="6096" y="0"/>
                </a:lnTo>
                <a:lnTo>
                  <a:pt x="0" y="4572"/>
                </a:lnTo>
                <a:lnTo>
                  <a:pt x="0" y="1952713"/>
                </a:lnTo>
                <a:lnTo>
                  <a:pt x="6096" y="1957285"/>
                </a:lnTo>
                <a:lnTo>
                  <a:pt x="1242225" y="1957285"/>
                </a:lnTo>
                <a:lnTo>
                  <a:pt x="1248321" y="1952713"/>
                </a:lnTo>
                <a:lnTo>
                  <a:pt x="1248321" y="1945093"/>
                </a:lnTo>
                <a:lnTo>
                  <a:pt x="25882" y="1945093"/>
                </a:lnTo>
                <a:lnTo>
                  <a:pt x="13703" y="1932914"/>
                </a:lnTo>
                <a:lnTo>
                  <a:pt x="25882" y="1932914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1248321" y="12179"/>
                </a:lnTo>
                <a:lnTo>
                  <a:pt x="1248321" y="4572"/>
                </a:lnTo>
                <a:lnTo>
                  <a:pt x="1242225" y="0"/>
                </a:lnTo>
                <a:close/>
              </a:path>
              <a:path w="1248409" h="1957704">
                <a:moveTo>
                  <a:pt x="25882" y="1932914"/>
                </a:moveTo>
                <a:lnTo>
                  <a:pt x="13703" y="1932914"/>
                </a:lnTo>
                <a:lnTo>
                  <a:pt x="25882" y="1945093"/>
                </a:lnTo>
                <a:lnTo>
                  <a:pt x="25882" y="1932914"/>
                </a:lnTo>
                <a:close/>
              </a:path>
              <a:path w="1248409" h="1957704">
                <a:moveTo>
                  <a:pt x="1223962" y="1932914"/>
                </a:moveTo>
                <a:lnTo>
                  <a:pt x="25882" y="1932914"/>
                </a:lnTo>
                <a:lnTo>
                  <a:pt x="25882" y="1945093"/>
                </a:lnTo>
                <a:lnTo>
                  <a:pt x="1223962" y="1945093"/>
                </a:lnTo>
                <a:lnTo>
                  <a:pt x="1223962" y="1932914"/>
                </a:lnTo>
                <a:close/>
              </a:path>
              <a:path w="1248409" h="1957704">
                <a:moveTo>
                  <a:pt x="1223962" y="12179"/>
                </a:moveTo>
                <a:lnTo>
                  <a:pt x="1223962" y="1945093"/>
                </a:lnTo>
                <a:lnTo>
                  <a:pt x="1236141" y="1932914"/>
                </a:lnTo>
                <a:lnTo>
                  <a:pt x="1248321" y="1932914"/>
                </a:lnTo>
                <a:lnTo>
                  <a:pt x="1248321" y="24371"/>
                </a:lnTo>
                <a:lnTo>
                  <a:pt x="1236141" y="24371"/>
                </a:lnTo>
                <a:lnTo>
                  <a:pt x="1223962" y="12179"/>
                </a:lnTo>
                <a:close/>
              </a:path>
              <a:path w="1248409" h="1957704">
                <a:moveTo>
                  <a:pt x="1248321" y="1932914"/>
                </a:moveTo>
                <a:lnTo>
                  <a:pt x="1236141" y="1932914"/>
                </a:lnTo>
                <a:lnTo>
                  <a:pt x="1223962" y="1945093"/>
                </a:lnTo>
                <a:lnTo>
                  <a:pt x="1248321" y="1945093"/>
                </a:lnTo>
                <a:lnTo>
                  <a:pt x="1248321" y="1932914"/>
                </a:lnTo>
                <a:close/>
              </a:path>
              <a:path w="1248409" h="1957704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248409" h="1957704">
                <a:moveTo>
                  <a:pt x="1223962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223962" y="24371"/>
                </a:lnTo>
                <a:lnTo>
                  <a:pt x="1223962" y="12179"/>
                </a:lnTo>
                <a:close/>
              </a:path>
              <a:path w="1248409" h="1957704">
                <a:moveTo>
                  <a:pt x="1248321" y="12179"/>
                </a:moveTo>
                <a:lnTo>
                  <a:pt x="1223962" y="12179"/>
                </a:lnTo>
                <a:lnTo>
                  <a:pt x="1236141" y="24371"/>
                </a:lnTo>
                <a:lnTo>
                  <a:pt x="1248321" y="24371"/>
                </a:lnTo>
                <a:lnTo>
                  <a:pt x="1248321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758950" y="958850"/>
            <a:ext cx="388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설정할 시간의 위치 지정</a:t>
            </a:r>
            <a:endParaRPr lang="ko-KR" alt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4.</a:t>
            </a:r>
            <a:r>
              <a:rPr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모드</a:t>
            </a:r>
            <a:r>
              <a:rPr spc="-285" dirty="0"/>
              <a:t> </a:t>
            </a:r>
            <a:r>
              <a:rPr spc="-5" dirty="0">
                <a:latin typeface="Times New Roman"/>
                <a:cs typeface="Times New Roman"/>
              </a:rPr>
              <a:t>1</a:t>
            </a:r>
            <a:r>
              <a:rPr spc="-5" dirty="0">
                <a:solidFill>
                  <a:srgbClr val="002060"/>
                </a:solidFill>
              </a:rPr>
              <a:t>에서의</a:t>
            </a:r>
            <a:r>
              <a:rPr spc="-290" dirty="0">
                <a:solidFill>
                  <a:srgbClr val="002060"/>
                </a:solidFill>
              </a:rPr>
              <a:t> </a:t>
            </a:r>
            <a:r>
              <a:rPr spc="-5" dirty="0"/>
              <a:t>시간</a:t>
            </a:r>
            <a:r>
              <a:rPr spc="-290" dirty="0"/>
              <a:t> </a:t>
            </a:r>
            <a:r>
              <a:rPr spc="-5" dirty="0"/>
              <a:t>설정</a:t>
            </a:r>
            <a:r>
              <a:rPr spc="-285" dirty="0"/>
              <a:t> </a:t>
            </a:r>
            <a:r>
              <a:rPr spc="-5" dirty="0"/>
              <a:t>동작</a:t>
            </a:r>
          </a:p>
        </p:txBody>
      </p:sp>
      <p:sp>
        <p:nvSpPr>
          <p:cNvPr id="12" name="object 12"/>
          <p:cNvSpPr/>
          <p:nvPr/>
        </p:nvSpPr>
        <p:spPr>
          <a:xfrm>
            <a:off x="1377708" y="1172857"/>
            <a:ext cx="270666" cy="2700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71420" y="2600070"/>
            <a:ext cx="147662" cy="1843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36407" y="2612250"/>
            <a:ext cx="103517" cy="10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32419" y="2612250"/>
            <a:ext cx="123304" cy="1340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90063" y="2600070"/>
            <a:ext cx="170497" cy="1903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31745" y="2703639"/>
            <a:ext cx="127876" cy="8378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9111" y="2600070"/>
            <a:ext cx="165938" cy="990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78734" y="2720403"/>
            <a:ext cx="126352" cy="7006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8864" y="2609214"/>
            <a:ext cx="318160" cy="18125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74747" y="2604642"/>
            <a:ext cx="126352" cy="6396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79204" y="2600070"/>
            <a:ext cx="126352" cy="21324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19160" y="1016939"/>
            <a:ext cx="6795770" cy="180911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시간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설정</a:t>
            </a:r>
            <a:endParaRPr sz="160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55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맑은 고딕"/>
                <a:cs typeface="맑은 고딕"/>
              </a:rPr>
              <a:t>모드</a:t>
            </a:r>
            <a:r>
              <a:rPr sz="1600" b="1" spc="-17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00" b="1" spc="-5" dirty="0">
                <a:latin typeface="맑은 고딕"/>
                <a:cs typeface="맑은 고딕"/>
              </a:rPr>
              <a:t>에서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시계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동작을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멈추고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SW2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가</a:t>
            </a:r>
            <a:r>
              <a:rPr sz="1600" b="1" spc="-16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눌리면</a:t>
            </a:r>
            <a:r>
              <a:rPr sz="1600" b="1" spc="-15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분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초</a:t>
            </a:r>
            <a:r>
              <a:rPr sz="1600" b="1" spc="-17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단위로</a:t>
            </a:r>
            <a:r>
              <a:rPr sz="1600" b="1" spc="-15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시간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설정</a:t>
            </a:r>
            <a:endParaRPr sz="1600">
              <a:latin typeface="맑은 고딕"/>
              <a:cs typeface="맑은 고딕"/>
            </a:endParaRPr>
          </a:p>
          <a:p>
            <a:pPr marL="298450" indent="-286385">
              <a:lnSpc>
                <a:spcPct val="100000"/>
              </a:lnSpc>
              <a:spcBef>
                <a:spcPts val="960"/>
              </a:spcBef>
              <a:buFont typeface="Times New Roman"/>
              <a:buChar char="-"/>
              <a:tabLst>
                <a:tab pos="298450" algn="l"/>
                <a:tab pos="29908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1Hz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클럭</a:t>
            </a:r>
            <a:r>
              <a:rPr sz="1600" b="1" spc="-16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대신에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SW2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스위치</a:t>
            </a:r>
            <a:r>
              <a:rPr sz="1600" b="1" spc="-10" dirty="0">
                <a:latin typeface="맑은 고딕"/>
                <a:cs typeface="맑은 고딕"/>
              </a:rPr>
              <a:t>를</a:t>
            </a:r>
            <a:r>
              <a:rPr sz="1600" b="1" spc="-150" dirty="0"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클럭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소스</a:t>
            </a:r>
            <a:r>
              <a:rPr sz="1600" b="1" spc="-10" dirty="0">
                <a:latin typeface="맑은 고딕"/>
                <a:cs typeface="맑은 고딕"/>
              </a:rPr>
              <a:t>로</a:t>
            </a:r>
            <a:r>
              <a:rPr sz="1600" b="1" spc="-16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사용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맑은 고딕"/>
              <a:cs typeface="맑은 고딕"/>
            </a:endParaRPr>
          </a:p>
          <a:p>
            <a:pPr marL="1388745">
              <a:lnSpc>
                <a:spcPct val="100000"/>
              </a:lnSpc>
            </a:pPr>
            <a:r>
              <a:rPr sz="16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Verilog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11930" y="2703639"/>
            <a:ext cx="127876" cy="8378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69296" y="2600070"/>
            <a:ext cx="165938" cy="990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71772" y="2615298"/>
            <a:ext cx="129400" cy="17059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66628" y="2635110"/>
            <a:ext cx="56324" cy="1782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77708" y="2580271"/>
            <a:ext cx="271364" cy="27151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43075" y="2883382"/>
            <a:ext cx="6783527" cy="197403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61015" y="3948086"/>
            <a:ext cx="3955415" cy="231775"/>
          </a:xfrm>
          <a:custGeom>
            <a:avLst/>
            <a:gdLst/>
            <a:ahLst/>
            <a:cxnLst/>
            <a:rect l="l" t="t" r="r" b="b"/>
            <a:pathLst>
              <a:path w="3955415" h="231775">
                <a:moveTo>
                  <a:pt x="3955021" y="0"/>
                </a:moveTo>
                <a:lnTo>
                  <a:pt x="0" y="0"/>
                </a:lnTo>
                <a:lnTo>
                  <a:pt x="0" y="231521"/>
                </a:lnTo>
                <a:lnTo>
                  <a:pt x="3955021" y="231521"/>
                </a:lnTo>
                <a:lnTo>
                  <a:pt x="39550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56443" y="3943515"/>
            <a:ext cx="3964304" cy="240665"/>
          </a:xfrm>
          <a:custGeom>
            <a:avLst/>
            <a:gdLst/>
            <a:ahLst/>
            <a:cxnLst/>
            <a:rect l="l" t="t" r="r" b="b"/>
            <a:pathLst>
              <a:path w="3964304" h="240664">
                <a:moveTo>
                  <a:pt x="3962641" y="0"/>
                </a:moveTo>
                <a:lnTo>
                  <a:pt x="1524" y="0"/>
                </a:lnTo>
                <a:lnTo>
                  <a:pt x="0" y="3048"/>
                </a:lnTo>
                <a:lnTo>
                  <a:pt x="0" y="239141"/>
                </a:lnTo>
                <a:lnTo>
                  <a:pt x="1524" y="240665"/>
                </a:lnTo>
                <a:lnTo>
                  <a:pt x="3962641" y="240665"/>
                </a:lnTo>
                <a:lnTo>
                  <a:pt x="3964165" y="239141"/>
                </a:lnTo>
                <a:lnTo>
                  <a:pt x="3964165" y="236093"/>
                </a:lnTo>
                <a:lnTo>
                  <a:pt x="9143" y="236093"/>
                </a:lnTo>
                <a:lnTo>
                  <a:pt x="4571" y="231521"/>
                </a:lnTo>
                <a:lnTo>
                  <a:pt x="9143" y="231521"/>
                </a:lnTo>
                <a:lnTo>
                  <a:pt x="9143" y="10668"/>
                </a:lnTo>
                <a:lnTo>
                  <a:pt x="4571" y="10668"/>
                </a:lnTo>
                <a:lnTo>
                  <a:pt x="9143" y="4572"/>
                </a:lnTo>
                <a:lnTo>
                  <a:pt x="3964165" y="4572"/>
                </a:lnTo>
                <a:lnTo>
                  <a:pt x="3964165" y="3048"/>
                </a:lnTo>
                <a:lnTo>
                  <a:pt x="3962641" y="0"/>
                </a:lnTo>
                <a:close/>
              </a:path>
              <a:path w="3964304" h="240664">
                <a:moveTo>
                  <a:pt x="9143" y="231521"/>
                </a:moveTo>
                <a:lnTo>
                  <a:pt x="4571" y="231521"/>
                </a:lnTo>
                <a:lnTo>
                  <a:pt x="9143" y="236093"/>
                </a:lnTo>
                <a:lnTo>
                  <a:pt x="9143" y="231521"/>
                </a:lnTo>
                <a:close/>
              </a:path>
              <a:path w="3964304" h="240664">
                <a:moveTo>
                  <a:pt x="3955033" y="231521"/>
                </a:moveTo>
                <a:lnTo>
                  <a:pt x="9143" y="231521"/>
                </a:lnTo>
                <a:lnTo>
                  <a:pt x="9143" y="236093"/>
                </a:lnTo>
                <a:lnTo>
                  <a:pt x="3955033" y="236093"/>
                </a:lnTo>
                <a:lnTo>
                  <a:pt x="3955033" y="231521"/>
                </a:lnTo>
                <a:close/>
              </a:path>
              <a:path w="3964304" h="240664">
                <a:moveTo>
                  <a:pt x="3955033" y="4572"/>
                </a:moveTo>
                <a:lnTo>
                  <a:pt x="3955033" y="236093"/>
                </a:lnTo>
                <a:lnTo>
                  <a:pt x="3959593" y="231521"/>
                </a:lnTo>
                <a:lnTo>
                  <a:pt x="3964165" y="231521"/>
                </a:lnTo>
                <a:lnTo>
                  <a:pt x="3964165" y="10668"/>
                </a:lnTo>
                <a:lnTo>
                  <a:pt x="3959593" y="10668"/>
                </a:lnTo>
                <a:lnTo>
                  <a:pt x="3955033" y="4572"/>
                </a:lnTo>
                <a:close/>
              </a:path>
              <a:path w="3964304" h="240664">
                <a:moveTo>
                  <a:pt x="3964165" y="231521"/>
                </a:moveTo>
                <a:lnTo>
                  <a:pt x="3959593" y="231521"/>
                </a:lnTo>
                <a:lnTo>
                  <a:pt x="3955033" y="236093"/>
                </a:lnTo>
                <a:lnTo>
                  <a:pt x="3964165" y="236093"/>
                </a:lnTo>
                <a:lnTo>
                  <a:pt x="3964165" y="231521"/>
                </a:lnTo>
                <a:close/>
              </a:path>
              <a:path w="3964304" h="240664">
                <a:moveTo>
                  <a:pt x="9143" y="4572"/>
                </a:moveTo>
                <a:lnTo>
                  <a:pt x="4571" y="10668"/>
                </a:lnTo>
                <a:lnTo>
                  <a:pt x="9143" y="10668"/>
                </a:lnTo>
                <a:lnTo>
                  <a:pt x="9143" y="4572"/>
                </a:lnTo>
                <a:close/>
              </a:path>
              <a:path w="3964304" h="240664">
                <a:moveTo>
                  <a:pt x="3955033" y="4572"/>
                </a:moveTo>
                <a:lnTo>
                  <a:pt x="9143" y="4572"/>
                </a:lnTo>
                <a:lnTo>
                  <a:pt x="9143" y="10668"/>
                </a:lnTo>
                <a:lnTo>
                  <a:pt x="3955033" y="10668"/>
                </a:lnTo>
                <a:lnTo>
                  <a:pt x="3955033" y="4572"/>
                </a:lnTo>
                <a:close/>
              </a:path>
              <a:path w="3964304" h="240664">
                <a:moveTo>
                  <a:pt x="3964165" y="4572"/>
                </a:moveTo>
                <a:lnTo>
                  <a:pt x="3955033" y="4572"/>
                </a:lnTo>
                <a:lnTo>
                  <a:pt x="3959593" y="10668"/>
                </a:lnTo>
                <a:lnTo>
                  <a:pt x="3964165" y="10668"/>
                </a:lnTo>
                <a:lnTo>
                  <a:pt x="3964165" y="457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61015" y="3948086"/>
            <a:ext cx="3955415" cy="23177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Mode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= 1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</a:t>
            </a:r>
            <a:r>
              <a:rPr sz="900" b="1" spc="-254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되면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SW2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로 </a:t>
            </a:r>
            <a:r>
              <a:rPr sz="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clock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조정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10671" y="4411129"/>
            <a:ext cx="4425950" cy="230504"/>
          </a:xfrm>
          <a:custGeom>
            <a:avLst/>
            <a:gdLst/>
            <a:ahLst/>
            <a:cxnLst/>
            <a:rect l="l" t="t" r="r" b="b"/>
            <a:pathLst>
              <a:path w="4425950" h="230504">
                <a:moveTo>
                  <a:pt x="4425429" y="0"/>
                </a:moveTo>
                <a:lnTo>
                  <a:pt x="0" y="0"/>
                </a:lnTo>
                <a:lnTo>
                  <a:pt x="0" y="229996"/>
                </a:lnTo>
                <a:lnTo>
                  <a:pt x="4425429" y="229996"/>
                </a:lnTo>
                <a:lnTo>
                  <a:pt x="4425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06112" y="4406556"/>
            <a:ext cx="4434840" cy="240665"/>
          </a:xfrm>
          <a:custGeom>
            <a:avLst/>
            <a:gdLst/>
            <a:ahLst/>
            <a:cxnLst/>
            <a:rect l="l" t="t" r="r" b="b"/>
            <a:pathLst>
              <a:path w="4434840" h="240664">
                <a:moveTo>
                  <a:pt x="4433036" y="0"/>
                </a:moveTo>
                <a:lnTo>
                  <a:pt x="1524" y="0"/>
                </a:lnTo>
                <a:lnTo>
                  <a:pt x="0" y="1523"/>
                </a:lnTo>
                <a:lnTo>
                  <a:pt x="0" y="237616"/>
                </a:lnTo>
                <a:lnTo>
                  <a:pt x="1524" y="240664"/>
                </a:lnTo>
                <a:lnTo>
                  <a:pt x="4433036" y="240664"/>
                </a:lnTo>
                <a:lnTo>
                  <a:pt x="4434560" y="237616"/>
                </a:lnTo>
                <a:lnTo>
                  <a:pt x="4434560" y="234569"/>
                </a:lnTo>
                <a:lnTo>
                  <a:pt x="9131" y="234569"/>
                </a:lnTo>
                <a:lnTo>
                  <a:pt x="4559" y="230009"/>
                </a:lnTo>
                <a:lnTo>
                  <a:pt x="9131" y="230009"/>
                </a:lnTo>
                <a:lnTo>
                  <a:pt x="9131" y="9143"/>
                </a:lnTo>
                <a:lnTo>
                  <a:pt x="4559" y="9143"/>
                </a:lnTo>
                <a:lnTo>
                  <a:pt x="9131" y="4571"/>
                </a:lnTo>
                <a:lnTo>
                  <a:pt x="4434560" y="4571"/>
                </a:lnTo>
                <a:lnTo>
                  <a:pt x="4434560" y="1523"/>
                </a:lnTo>
                <a:lnTo>
                  <a:pt x="4433036" y="0"/>
                </a:lnTo>
                <a:close/>
              </a:path>
              <a:path w="4434840" h="240664">
                <a:moveTo>
                  <a:pt x="9131" y="230009"/>
                </a:moveTo>
                <a:lnTo>
                  <a:pt x="4559" y="230009"/>
                </a:lnTo>
                <a:lnTo>
                  <a:pt x="9131" y="234569"/>
                </a:lnTo>
                <a:lnTo>
                  <a:pt x="9131" y="230009"/>
                </a:lnTo>
                <a:close/>
              </a:path>
              <a:path w="4434840" h="240664">
                <a:moveTo>
                  <a:pt x="4425429" y="230009"/>
                </a:moveTo>
                <a:lnTo>
                  <a:pt x="9131" y="230009"/>
                </a:lnTo>
                <a:lnTo>
                  <a:pt x="9131" y="234569"/>
                </a:lnTo>
                <a:lnTo>
                  <a:pt x="4425429" y="234569"/>
                </a:lnTo>
                <a:lnTo>
                  <a:pt x="4425429" y="230009"/>
                </a:lnTo>
                <a:close/>
              </a:path>
              <a:path w="4434840" h="240664">
                <a:moveTo>
                  <a:pt x="4425429" y="4571"/>
                </a:moveTo>
                <a:lnTo>
                  <a:pt x="4425429" y="234569"/>
                </a:lnTo>
                <a:lnTo>
                  <a:pt x="4429988" y="230009"/>
                </a:lnTo>
                <a:lnTo>
                  <a:pt x="4434560" y="230009"/>
                </a:lnTo>
                <a:lnTo>
                  <a:pt x="4434560" y="9143"/>
                </a:lnTo>
                <a:lnTo>
                  <a:pt x="4429988" y="9143"/>
                </a:lnTo>
                <a:lnTo>
                  <a:pt x="4425429" y="4571"/>
                </a:lnTo>
                <a:close/>
              </a:path>
              <a:path w="4434840" h="240664">
                <a:moveTo>
                  <a:pt x="4434560" y="230009"/>
                </a:moveTo>
                <a:lnTo>
                  <a:pt x="4429988" y="230009"/>
                </a:lnTo>
                <a:lnTo>
                  <a:pt x="4425429" y="234569"/>
                </a:lnTo>
                <a:lnTo>
                  <a:pt x="4434560" y="234569"/>
                </a:lnTo>
                <a:lnTo>
                  <a:pt x="4434560" y="230009"/>
                </a:lnTo>
                <a:close/>
              </a:path>
              <a:path w="4434840" h="240664">
                <a:moveTo>
                  <a:pt x="9131" y="4571"/>
                </a:moveTo>
                <a:lnTo>
                  <a:pt x="4559" y="9143"/>
                </a:lnTo>
                <a:lnTo>
                  <a:pt x="9131" y="9143"/>
                </a:lnTo>
                <a:lnTo>
                  <a:pt x="9131" y="4571"/>
                </a:lnTo>
                <a:close/>
              </a:path>
              <a:path w="4434840" h="240664">
                <a:moveTo>
                  <a:pt x="4425429" y="4571"/>
                </a:moveTo>
                <a:lnTo>
                  <a:pt x="9131" y="4571"/>
                </a:lnTo>
                <a:lnTo>
                  <a:pt x="9131" y="9143"/>
                </a:lnTo>
                <a:lnTo>
                  <a:pt x="4425429" y="9143"/>
                </a:lnTo>
                <a:lnTo>
                  <a:pt x="4425429" y="4571"/>
                </a:lnTo>
                <a:close/>
              </a:path>
              <a:path w="4434840" h="240664">
                <a:moveTo>
                  <a:pt x="4434560" y="4571"/>
                </a:moveTo>
                <a:lnTo>
                  <a:pt x="4425429" y="4571"/>
                </a:lnTo>
                <a:lnTo>
                  <a:pt x="4429988" y="9143"/>
                </a:lnTo>
                <a:lnTo>
                  <a:pt x="4434560" y="9143"/>
                </a:lnTo>
                <a:lnTo>
                  <a:pt x="4434560" y="457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510671" y="4411129"/>
            <a:ext cx="4425950" cy="2305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90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9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Mode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이</a:t>
            </a:r>
            <a:r>
              <a:rPr sz="9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아니면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1Hz</a:t>
            </a:r>
            <a:r>
              <a:rPr sz="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클럭에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동기해</a:t>
            </a:r>
            <a:r>
              <a:rPr sz="9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spc="-5" dirty="0">
                <a:solidFill>
                  <a:srgbClr val="FFFFFF"/>
                </a:solidFill>
                <a:latin typeface="맑은 고딕"/>
                <a:cs typeface="맑은 고딕"/>
              </a:rPr>
              <a:t>시간</a:t>
            </a:r>
            <a:r>
              <a:rPr sz="9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(time</a:t>
            </a:r>
            <a:r>
              <a:rPr sz="9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clock)</a:t>
            </a:r>
            <a:r>
              <a:rPr sz="900" b="1" spc="-10" dirty="0">
                <a:solidFill>
                  <a:srgbClr val="FFFFFF"/>
                </a:solidFill>
                <a:latin typeface="맑은 고딕"/>
                <a:cs typeface="맑은 고딕"/>
              </a:rPr>
              <a:t>을</a:t>
            </a:r>
            <a:r>
              <a:rPr sz="900" b="1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씩</a:t>
            </a:r>
            <a:r>
              <a:rPr sz="9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900" b="1" dirty="0">
                <a:solidFill>
                  <a:srgbClr val="FFFFFF"/>
                </a:solidFill>
                <a:latin typeface="맑은 고딕"/>
                <a:cs typeface="맑은 고딕"/>
              </a:rPr>
              <a:t>증가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24873" y="3477424"/>
            <a:ext cx="1248410" cy="242570"/>
          </a:xfrm>
          <a:custGeom>
            <a:avLst/>
            <a:gdLst/>
            <a:ahLst/>
            <a:cxnLst/>
            <a:rect l="l" t="t" r="r" b="b"/>
            <a:pathLst>
              <a:path w="1248410" h="242570">
                <a:moveTo>
                  <a:pt x="1242225" y="0"/>
                </a:moveTo>
                <a:lnTo>
                  <a:pt x="6095" y="0"/>
                </a:lnTo>
                <a:lnTo>
                  <a:pt x="0" y="6083"/>
                </a:lnTo>
                <a:lnTo>
                  <a:pt x="0" y="236093"/>
                </a:lnTo>
                <a:lnTo>
                  <a:pt x="6095" y="242176"/>
                </a:lnTo>
                <a:lnTo>
                  <a:pt x="1242225" y="242176"/>
                </a:lnTo>
                <a:lnTo>
                  <a:pt x="1248321" y="236093"/>
                </a:lnTo>
                <a:lnTo>
                  <a:pt x="1248321" y="228473"/>
                </a:lnTo>
                <a:lnTo>
                  <a:pt x="25882" y="228473"/>
                </a:lnTo>
                <a:lnTo>
                  <a:pt x="12179" y="216293"/>
                </a:lnTo>
                <a:lnTo>
                  <a:pt x="25882" y="216293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1248321" y="12179"/>
                </a:lnTo>
                <a:lnTo>
                  <a:pt x="1248321" y="6083"/>
                </a:lnTo>
                <a:lnTo>
                  <a:pt x="1242225" y="0"/>
                </a:lnTo>
                <a:close/>
              </a:path>
              <a:path w="1248410" h="242570">
                <a:moveTo>
                  <a:pt x="25882" y="216293"/>
                </a:moveTo>
                <a:lnTo>
                  <a:pt x="12179" y="216293"/>
                </a:lnTo>
                <a:lnTo>
                  <a:pt x="25882" y="228473"/>
                </a:lnTo>
                <a:lnTo>
                  <a:pt x="25882" y="216293"/>
                </a:lnTo>
                <a:close/>
              </a:path>
              <a:path w="1248410" h="242570">
                <a:moveTo>
                  <a:pt x="1222438" y="216293"/>
                </a:moveTo>
                <a:lnTo>
                  <a:pt x="25882" y="216293"/>
                </a:lnTo>
                <a:lnTo>
                  <a:pt x="25882" y="228473"/>
                </a:lnTo>
                <a:lnTo>
                  <a:pt x="1222438" y="228473"/>
                </a:lnTo>
                <a:lnTo>
                  <a:pt x="1222438" y="216293"/>
                </a:lnTo>
                <a:close/>
              </a:path>
              <a:path w="1248410" h="242570">
                <a:moveTo>
                  <a:pt x="1222438" y="12179"/>
                </a:moveTo>
                <a:lnTo>
                  <a:pt x="1222438" y="228473"/>
                </a:lnTo>
                <a:lnTo>
                  <a:pt x="1236141" y="216293"/>
                </a:lnTo>
                <a:lnTo>
                  <a:pt x="1248321" y="216293"/>
                </a:lnTo>
                <a:lnTo>
                  <a:pt x="1248321" y="25895"/>
                </a:lnTo>
                <a:lnTo>
                  <a:pt x="1236141" y="25895"/>
                </a:lnTo>
                <a:lnTo>
                  <a:pt x="1222438" y="12179"/>
                </a:lnTo>
                <a:close/>
              </a:path>
              <a:path w="1248410" h="242570">
                <a:moveTo>
                  <a:pt x="1248321" y="216293"/>
                </a:moveTo>
                <a:lnTo>
                  <a:pt x="1236141" y="216293"/>
                </a:lnTo>
                <a:lnTo>
                  <a:pt x="1222438" y="228473"/>
                </a:lnTo>
                <a:lnTo>
                  <a:pt x="1248321" y="228473"/>
                </a:lnTo>
                <a:lnTo>
                  <a:pt x="1248321" y="216293"/>
                </a:lnTo>
                <a:close/>
              </a:path>
              <a:path w="1248410" h="242570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248410" h="242570">
                <a:moveTo>
                  <a:pt x="1222438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222438" y="25895"/>
                </a:lnTo>
                <a:lnTo>
                  <a:pt x="1222438" y="12179"/>
                </a:lnTo>
                <a:close/>
              </a:path>
              <a:path w="1248410" h="242570">
                <a:moveTo>
                  <a:pt x="1248321" y="12179"/>
                </a:moveTo>
                <a:lnTo>
                  <a:pt x="1222438" y="12179"/>
                </a:lnTo>
                <a:lnTo>
                  <a:pt x="1236141" y="25895"/>
                </a:lnTo>
                <a:lnTo>
                  <a:pt x="1248321" y="25895"/>
                </a:lnTo>
                <a:lnTo>
                  <a:pt x="1248321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50858" y="4740135"/>
            <a:ext cx="6113691" cy="212026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80082" y="5524576"/>
            <a:ext cx="6205220" cy="373380"/>
          </a:xfrm>
          <a:custGeom>
            <a:avLst/>
            <a:gdLst/>
            <a:ahLst/>
            <a:cxnLst/>
            <a:rect l="l" t="t" r="r" b="b"/>
            <a:pathLst>
              <a:path w="6205220" h="373379">
                <a:moveTo>
                  <a:pt x="6200470" y="0"/>
                </a:moveTo>
                <a:lnTo>
                  <a:pt x="4571" y="0"/>
                </a:lnTo>
                <a:lnTo>
                  <a:pt x="0" y="6096"/>
                </a:lnTo>
                <a:lnTo>
                  <a:pt x="0" y="367080"/>
                </a:lnTo>
                <a:lnTo>
                  <a:pt x="4571" y="373176"/>
                </a:lnTo>
                <a:lnTo>
                  <a:pt x="6200470" y="373176"/>
                </a:lnTo>
                <a:lnTo>
                  <a:pt x="6205042" y="367080"/>
                </a:lnTo>
                <a:lnTo>
                  <a:pt x="6205042" y="360997"/>
                </a:lnTo>
                <a:lnTo>
                  <a:pt x="24358" y="360997"/>
                </a:lnTo>
                <a:lnTo>
                  <a:pt x="12179" y="347281"/>
                </a:lnTo>
                <a:lnTo>
                  <a:pt x="24358" y="347281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03"/>
                </a:lnTo>
                <a:lnTo>
                  <a:pt x="6205042" y="13703"/>
                </a:lnTo>
                <a:lnTo>
                  <a:pt x="6205042" y="6096"/>
                </a:lnTo>
                <a:lnTo>
                  <a:pt x="6200470" y="0"/>
                </a:lnTo>
                <a:close/>
              </a:path>
              <a:path w="6205220" h="373379">
                <a:moveTo>
                  <a:pt x="24358" y="347281"/>
                </a:moveTo>
                <a:lnTo>
                  <a:pt x="12179" y="347281"/>
                </a:lnTo>
                <a:lnTo>
                  <a:pt x="24358" y="360997"/>
                </a:lnTo>
                <a:lnTo>
                  <a:pt x="24358" y="347281"/>
                </a:lnTo>
                <a:close/>
              </a:path>
              <a:path w="6205220" h="373379">
                <a:moveTo>
                  <a:pt x="6180683" y="347281"/>
                </a:moveTo>
                <a:lnTo>
                  <a:pt x="24358" y="347281"/>
                </a:lnTo>
                <a:lnTo>
                  <a:pt x="24358" y="360997"/>
                </a:lnTo>
                <a:lnTo>
                  <a:pt x="6180683" y="360997"/>
                </a:lnTo>
                <a:lnTo>
                  <a:pt x="6180683" y="347281"/>
                </a:lnTo>
                <a:close/>
              </a:path>
              <a:path w="6205220" h="373379">
                <a:moveTo>
                  <a:pt x="6180683" y="13703"/>
                </a:moveTo>
                <a:lnTo>
                  <a:pt x="6180683" y="360997"/>
                </a:lnTo>
                <a:lnTo>
                  <a:pt x="6192862" y="347281"/>
                </a:lnTo>
                <a:lnTo>
                  <a:pt x="6205042" y="347281"/>
                </a:lnTo>
                <a:lnTo>
                  <a:pt x="6205042" y="25895"/>
                </a:lnTo>
                <a:lnTo>
                  <a:pt x="6192862" y="25895"/>
                </a:lnTo>
                <a:lnTo>
                  <a:pt x="6180683" y="13703"/>
                </a:lnTo>
                <a:close/>
              </a:path>
              <a:path w="6205220" h="373379">
                <a:moveTo>
                  <a:pt x="6205042" y="347281"/>
                </a:moveTo>
                <a:lnTo>
                  <a:pt x="6192862" y="347281"/>
                </a:lnTo>
                <a:lnTo>
                  <a:pt x="6180683" y="360997"/>
                </a:lnTo>
                <a:lnTo>
                  <a:pt x="6205042" y="360997"/>
                </a:lnTo>
                <a:lnTo>
                  <a:pt x="6205042" y="347281"/>
                </a:lnTo>
                <a:close/>
              </a:path>
              <a:path w="6205220" h="373379">
                <a:moveTo>
                  <a:pt x="24358" y="13703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03"/>
                </a:lnTo>
                <a:close/>
              </a:path>
              <a:path w="6205220" h="373379">
                <a:moveTo>
                  <a:pt x="6180683" y="13703"/>
                </a:moveTo>
                <a:lnTo>
                  <a:pt x="24358" y="13703"/>
                </a:lnTo>
                <a:lnTo>
                  <a:pt x="24358" y="25895"/>
                </a:lnTo>
                <a:lnTo>
                  <a:pt x="6180683" y="25895"/>
                </a:lnTo>
                <a:lnTo>
                  <a:pt x="6180683" y="13703"/>
                </a:lnTo>
                <a:close/>
              </a:path>
              <a:path w="6205220" h="373379">
                <a:moveTo>
                  <a:pt x="6205042" y="13703"/>
                </a:moveTo>
                <a:lnTo>
                  <a:pt x="6180683" y="13703"/>
                </a:lnTo>
                <a:lnTo>
                  <a:pt x="6192862" y="25895"/>
                </a:lnTo>
                <a:lnTo>
                  <a:pt x="6205042" y="25895"/>
                </a:lnTo>
                <a:lnTo>
                  <a:pt x="6205042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48704" y="4916830"/>
            <a:ext cx="1248410" cy="1958975"/>
          </a:xfrm>
          <a:custGeom>
            <a:avLst/>
            <a:gdLst/>
            <a:ahLst/>
            <a:cxnLst/>
            <a:rect l="l" t="t" r="r" b="b"/>
            <a:pathLst>
              <a:path w="1248409" h="1958975">
                <a:moveTo>
                  <a:pt x="1243749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952713"/>
                </a:lnTo>
                <a:lnTo>
                  <a:pt x="6096" y="1958809"/>
                </a:lnTo>
                <a:lnTo>
                  <a:pt x="1243749" y="1958809"/>
                </a:lnTo>
                <a:lnTo>
                  <a:pt x="1248321" y="1952713"/>
                </a:lnTo>
                <a:lnTo>
                  <a:pt x="1248321" y="1946617"/>
                </a:lnTo>
                <a:lnTo>
                  <a:pt x="25882" y="1946617"/>
                </a:lnTo>
                <a:lnTo>
                  <a:pt x="13703" y="1932914"/>
                </a:lnTo>
                <a:lnTo>
                  <a:pt x="25882" y="1932914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1248321" y="12179"/>
                </a:lnTo>
                <a:lnTo>
                  <a:pt x="1248321" y="6096"/>
                </a:lnTo>
                <a:lnTo>
                  <a:pt x="1243749" y="0"/>
                </a:lnTo>
                <a:close/>
              </a:path>
              <a:path w="1248409" h="1958975">
                <a:moveTo>
                  <a:pt x="25882" y="1932914"/>
                </a:moveTo>
                <a:lnTo>
                  <a:pt x="13703" y="1932914"/>
                </a:lnTo>
                <a:lnTo>
                  <a:pt x="25882" y="1946617"/>
                </a:lnTo>
                <a:lnTo>
                  <a:pt x="25882" y="1932914"/>
                </a:lnTo>
                <a:close/>
              </a:path>
              <a:path w="1248409" h="1958975">
                <a:moveTo>
                  <a:pt x="1223962" y="1932914"/>
                </a:moveTo>
                <a:lnTo>
                  <a:pt x="25882" y="1932914"/>
                </a:lnTo>
                <a:lnTo>
                  <a:pt x="25882" y="1946617"/>
                </a:lnTo>
                <a:lnTo>
                  <a:pt x="1223962" y="1946617"/>
                </a:lnTo>
                <a:lnTo>
                  <a:pt x="1223962" y="1932914"/>
                </a:lnTo>
                <a:close/>
              </a:path>
              <a:path w="1248409" h="1958975">
                <a:moveTo>
                  <a:pt x="1223962" y="12179"/>
                </a:moveTo>
                <a:lnTo>
                  <a:pt x="1223962" y="1946617"/>
                </a:lnTo>
                <a:lnTo>
                  <a:pt x="1236141" y="1932914"/>
                </a:lnTo>
                <a:lnTo>
                  <a:pt x="1248321" y="1932914"/>
                </a:lnTo>
                <a:lnTo>
                  <a:pt x="1248321" y="25895"/>
                </a:lnTo>
                <a:lnTo>
                  <a:pt x="1236141" y="25895"/>
                </a:lnTo>
                <a:lnTo>
                  <a:pt x="1223962" y="12179"/>
                </a:lnTo>
                <a:close/>
              </a:path>
              <a:path w="1248409" h="1958975">
                <a:moveTo>
                  <a:pt x="1248321" y="1932914"/>
                </a:moveTo>
                <a:lnTo>
                  <a:pt x="1236141" y="1932914"/>
                </a:lnTo>
                <a:lnTo>
                  <a:pt x="1223962" y="1946617"/>
                </a:lnTo>
                <a:lnTo>
                  <a:pt x="1248321" y="1946617"/>
                </a:lnTo>
                <a:lnTo>
                  <a:pt x="1248321" y="1932914"/>
                </a:lnTo>
                <a:close/>
              </a:path>
              <a:path w="1248409" h="1958975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248409" h="1958975">
                <a:moveTo>
                  <a:pt x="1223962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223962" y="25895"/>
                </a:lnTo>
                <a:lnTo>
                  <a:pt x="1223962" y="12179"/>
                </a:lnTo>
                <a:close/>
              </a:path>
              <a:path w="1248409" h="1958975">
                <a:moveTo>
                  <a:pt x="1248321" y="12179"/>
                </a:moveTo>
                <a:lnTo>
                  <a:pt x="1223962" y="12179"/>
                </a:lnTo>
                <a:lnTo>
                  <a:pt x="1236141" y="25895"/>
                </a:lnTo>
                <a:lnTo>
                  <a:pt x="1248321" y="25895"/>
                </a:lnTo>
                <a:lnTo>
                  <a:pt x="1248321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46286" y="3730269"/>
            <a:ext cx="1248410" cy="187960"/>
          </a:xfrm>
          <a:custGeom>
            <a:avLst/>
            <a:gdLst/>
            <a:ahLst/>
            <a:cxnLst/>
            <a:rect l="l" t="t" r="r" b="b"/>
            <a:pathLst>
              <a:path w="1248410" h="187960">
                <a:moveTo>
                  <a:pt x="1242225" y="0"/>
                </a:moveTo>
                <a:lnTo>
                  <a:pt x="4572" y="0"/>
                </a:lnTo>
                <a:lnTo>
                  <a:pt x="0" y="4572"/>
                </a:lnTo>
                <a:lnTo>
                  <a:pt x="0" y="181254"/>
                </a:lnTo>
                <a:lnTo>
                  <a:pt x="4572" y="187350"/>
                </a:lnTo>
                <a:lnTo>
                  <a:pt x="1242225" y="187350"/>
                </a:lnTo>
                <a:lnTo>
                  <a:pt x="1248321" y="181254"/>
                </a:lnTo>
                <a:lnTo>
                  <a:pt x="1248321" y="173647"/>
                </a:lnTo>
                <a:lnTo>
                  <a:pt x="24358" y="173647"/>
                </a:lnTo>
                <a:lnTo>
                  <a:pt x="12179" y="161455"/>
                </a:lnTo>
                <a:lnTo>
                  <a:pt x="24358" y="161455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2"/>
                </a:lnTo>
                <a:lnTo>
                  <a:pt x="1248321" y="12192"/>
                </a:lnTo>
                <a:lnTo>
                  <a:pt x="1248321" y="4572"/>
                </a:lnTo>
                <a:lnTo>
                  <a:pt x="1242225" y="0"/>
                </a:lnTo>
                <a:close/>
              </a:path>
              <a:path w="1248410" h="187960">
                <a:moveTo>
                  <a:pt x="24358" y="161455"/>
                </a:moveTo>
                <a:lnTo>
                  <a:pt x="12179" y="161455"/>
                </a:lnTo>
                <a:lnTo>
                  <a:pt x="24358" y="173647"/>
                </a:lnTo>
                <a:lnTo>
                  <a:pt x="24358" y="161455"/>
                </a:lnTo>
                <a:close/>
              </a:path>
              <a:path w="1248410" h="187960">
                <a:moveTo>
                  <a:pt x="1222438" y="161455"/>
                </a:moveTo>
                <a:lnTo>
                  <a:pt x="24358" y="161455"/>
                </a:lnTo>
                <a:lnTo>
                  <a:pt x="24358" y="173647"/>
                </a:lnTo>
                <a:lnTo>
                  <a:pt x="1222438" y="173647"/>
                </a:lnTo>
                <a:lnTo>
                  <a:pt x="1222438" y="161455"/>
                </a:lnTo>
                <a:close/>
              </a:path>
              <a:path w="1248410" h="187960">
                <a:moveTo>
                  <a:pt x="1222438" y="12192"/>
                </a:moveTo>
                <a:lnTo>
                  <a:pt x="1222438" y="173647"/>
                </a:lnTo>
                <a:lnTo>
                  <a:pt x="1234617" y="161455"/>
                </a:lnTo>
                <a:lnTo>
                  <a:pt x="1248321" y="161455"/>
                </a:lnTo>
                <a:lnTo>
                  <a:pt x="1248321" y="24371"/>
                </a:lnTo>
                <a:lnTo>
                  <a:pt x="1234617" y="24371"/>
                </a:lnTo>
                <a:lnTo>
                  <a:pt x="1222438" y="12192"/>
                </a:lnTo>
                <a:close/>
              </a:path>
              <a:path w="1248410" h="187960">
                <a:moveTo>
                  <a:pt x="1248321" y="161455"/>
                </a:moveTo>
                <a:lnTo>
                  <a:pt x="1234617" y="161455"/>
                </a:lnTo>
                <a:lnTo>
                  <a:pt x="1222438" y="173647"/>
                </a:lnTo>
                <a:lnTo>
                  <a:pt x="1248321" y="173647"/>
                </a:lnTo>
                <a:lnTo>
                  <a:pt x="1248321" y="161455"/>
                </a:lnTo>
                <a:close/>
              </a:path>
              <a:path w="1248410" h="187960">
                <a:moveTo>
                  <a:pt x="24358" y="12192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2"/>
                </a:lnTo>
                <a:close/>
              </a:path>
              <a:path w="1248410" h="187960">
                <a:moveTo>
                  <a:pt x="1222438" y="12192"/>
                </a:moveTo>
                <a:lnTo>
                  <a:pt x="24358" y="12192"/>
                </a:lnTo>
                <a:lnTo>
                  <a:pt x="24358" y="24371"/>
                </a:lnTo>
                <a:lnTo>
                  <a:pt x="1222438" y="24371"/>
                </a:lnTo>
                <a:lnTo>
                  <a:pt x="1222438" y="12192"/>
                </a:lnTo>
                <a:close/>
              </a:path>
              <a:path w="1248410" h="187960">
                <a:moveTo>
                  <a:pt x="1248321" y="12192"/>
                </a:moveTo>
                <a:lnTo>
                  <a:pt x="1222438" y="12192"/>
                </a:lnTo>
                <a:lnTo>
                  <a:pt x="1234617" y="24371"/>
                </a:lnTo>
                <a:lnTo>
                  <a:pt x="1248321" y="24371"/>
                </a:lnTo>
                <a:lnTo>
                  <a:pt x="1248321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31071" y="3946562"/>
            <a:ext cx="1504315" cy="204470"/>
          </a:xfrm>
          <a:custGeom>
            <a:avLst/>
            <a:gdLst/>
            <a:ahLst/>
            <a:cxnLst/>
            <a:rect l="l" t="t" r="r" b="b"/>
            <a:pathLst>
              <a:path w="1504314" h="204470">
                <a:moveTo>
                  <a:pt x="1497977" y="0"/>
                </a:moveTo>
                <a:lnTo>
                  <a:pt x="4559" y="0"/>
                </a:lnTo>
                <a:lnTo>
                  <a:pt x="0" y="6096"/>
                </a:lnTo>
                <a:lnTo>
                  <a:pt x="0" y="198005"/>
                </a:lnTo>
                <a:lnTo>
                  <a:pt x="4559" y="204101"/>
                </a:lnTo>
                <a:lnTo>
                  <a:pt x="1497977" y="204101"/>
                </a:lnTo>
                <a:lnTo>
                  <a:pt x="1504061" y="198005"/>
                </a:lnTo>
                <a:lnTo>
                  <a:pt x="1504061" y="190398"/>
                </a:lnTo>
                <a:lnTo>
                  <a:pt x="24358" y="190398"/>
                </a:lnTo>
                <a:lnTo>
                  <a:pt x="12179" y="178206"/>
                </a:lnTo>
                <a:lnTo>
                  <a:pt x="24358" y="178206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79"/>
                </a:lnTo>
                <a:lnTo>
                  <a:pt x="1504061" y="12179"/>
                </a:lnTo>
                <a:lnTo>
                  <a:pt x="1504061" y="6096"/>
                </a:lnTo>
                <a:lnTo>
                  <a:pt x="1497977" y="0"/>
                </a:lnTo>
                <a:close/>
              </a:path>
              <a:path w="1504314" h="204470">
                <a:moveTo>
                  <a:pt x="24358" y="178206"/>
                </a:moveTo>
                <a:lnTo>
                  <a:pt x="12179" y="178206"/>
                </a:lnTo>
                <a:lnTo>
                  <a:pt x="24358" y="190398"/>
                </a:lnTo>
                <a:lnTo>
                  <a:pt x="24358" y="178206"/>
                </a:lnTo>
                <a:close/>
              </a:path>
              <a:path w="1504314" h="204470">
                <a:moveTo>
                  <a:pt x="1479702" y="178206"/>
                </a:moveTo>
                <a:lnTo>
                  <a:pt x="24358" y="178206"/>
                </a:lnTo>
                <a:lnTo>
                  <a:pt x="24358" y="190398"/>
                </a:lnTo>
                <a:lnTo>
                  <a:pt x="1479702" y="190398"/>
                </a:lnTo>
                <a:lnTo>
                  <a:pt x="1479702" y="178206"/>
                </a:lnTo>
                <a:close/>
              </a:path>
              <a:path w="1504314" h="204470">
                <a:moveTo>
                  <a:pt x="1479702" y="12179"/>
                </a:moveTo>
                <a:lnTo>
                  <a:pt x="1479702" y="190398"/>
                </a:lnTo>
                <a:lnTo>
                  <a:pt x="1491881" y="178206"/>
                </a:lnTo>
                <a:lnTo>
                  <a:pt x="1504061" y="178206"/>
                </a:lnTo>
                <a:lnTo>
                  <a:pt x="1504061" y="24371"/>
                </a:lnTo>
                <a:lnTo>
                  <a:pt x="1491881" y="24371"/>
                </a:lnTo>
                <a:lnTo>
                  <a:pt x="1479702" y="12179"/>
                </a:lnTo>
                <a:close/>
              </a:path>
              <a:path w="1504314" h="204470">
                <a:moveTo>
                  <a:pt x="1504061" y="178206"/>
                </a:moveTo>
                <a:lnTo>
                  <a:pt x="1491881" y="178206"/>
                </a:lnTo>
                <a:lnTo>
                  <a:pt x="1479702" y="190398"/>
                </a:lnTo>
                <a:lnTo>
                  <a:pt x="1504061" y="190398"/>
                </a:lnTo>
                <a:lnTo>
                  <a:pt x="1504061" y="178206"/>
                </a:lnTo>
                <a:close/>
              </a:path>
              <a:path w="1504314" h="204470">
                <a:moveTo>
                  <a:pt x="24358" y="12179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79"/>
                </a:lnTo>
                <a:close/>
              </a:path>
              <a:path w="1504314" h="204470">
                <a:moveTo>
                  <a:pt x="1479702" y="12179"/>
                </a:moveTo>
                <a:lnTo>
                  <a:pt x="24358" y="12179"/>
                </a:lnTo>
                <a:lnTo>
                  <a:pt x="24358" y="24371"/>
                </a:lnTo>
                <a:lnTo>
                  <a:pt x="1479702" y="24371"/>
                </a:lnTo>
                <a:lnTo>
                  <a:pt x="1479702" y="12179"/>
                </a:lnTo>
                <a:close/>
              </a:path>
              <a:path w="1504314" h="204470">
                <a:moveTo>
                  <a:pt x="1504061" y="12179"/>
                </a:moveTo>
                <a:lnTo>
                  <a:pt x="1479702" y="12179"/>
                </a:lnTo>
                <a:lnTo>
                  <a:pt x="1491881" y="24371"/>
                </a:lnTo>
                <a:lnTo>
                  <a:pt x="1504061" y="24371"/>
                </a:lnTo>
                <a:lnTo>
                  <a:pt x="1504061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98051" y="4379150"/>
            <a:ext cx="1652270" cy="222885"/>
          </a:xfrm>
          <a:custGeom>
            <a:avLst/>
            <a:gdLst/>
            <a:ahLst/>
            <a:cxnLst/>
            <a:rect l="l" t="t" r="r" b="b"/>
            <a:pathLst>
              <a:path w="1652270" h="222885">
                <a:moveTo>
                  <a:pt x="1647164" y="0"/>
                </a:moveTo>
                <a:lnTo>
                  <a:pt x="4572" y="0"/>
                </a:lnTo>
                <a:lnTo>
                  <a:pt x="0" y="6083"/>
                </a:lnTo>
                <a:lnTo>
                  <a:pt x="0" y="216281"/>
                </a:lnTo>
                <a:lnTo>
                  <a:pt x="4572" y="222376"/>
                </a:lnTo>
                <a:lnTo>
                  <a:pt x="1647164" y="222376"/>
                </a:lnTo>
                <a:lnTo>
                  <a:pt x="1651736" y="216281"/>
                </a:lnTo>
                <a:lnTo>
                  <a:pt x="1651736" y="208673"/>
                </a:lnTo>
                <a:lnTo>
                  <a:pt x="24358" y="208673"/>
                </a:lnTo>
                <a:lnTo>
                  <a:pt x="12179" y="196481"/>
                </a:lnTo>
                <a:lnTo>
                  <a:pt x="24358" y="196481"/>
                </a:lnTo>
                <a:lnTo>
                  <a:pt x="24358" y="25882"/>
                </a:lnTo>
                <a:lnTo>
                  <a:pt x="12179" y="25882"/>
                </a:lnTo>
                <a:lnTo>
                  <a:pt x="24358" y="12179"/>
                </a:lnTo>
                <a:lnTo>
                  <a:pt x="1651736" y="12179"/>
                </a:lnTo>
                <a:lnTo>
                  <a:pt x="1651736" y="6083"/>
                </a:lnTo>
                <a:lnTo>
                  <a:pt x="1647164" y="0"/>
                </a:lnTo>
                <a:close/>
              </a:path>
              <a:path w="1652270" h="222885">
                <a:moveTo>
                  <a:pt x="24358" y="196481"/>
                </a:moveTo>
                <a:lnTo>
                  <a:pt x="12179" y="196481"/>
                </a:lnTo>
                <a:lnTo>
                  <a:pt x="24358" y="208673"/>
                </a:lnTo>
                <a:lnTo>
                  <a:pt x="24358" y="196481"/>
                </a:lnTo>
                <a:close/>
              </a:path>
              <a:path w="1652270" h="222885">
                <a:moveTo>
                  <a:pt x="1627378" y="196481"/>
                </a:moveTo>
                <a:lnTo>
                  <a:pt x="24358" y="196481"/>
                </a:lnTo>
                <a:lnTo>
                  <a:pt x="24358" y="208673"/>
                </a:lnTo>
                <a:lnTo>
                  <a:pt x="1627378" y="208673"/>
                </a:lnTo>
                <a:lnTo>
                  <a:pt x="1627378" y="196481"/>
                </a:lnTo>
                <a:close/>
              </a:path>
              <a:path w="1652270" h="222885">
                <a:moveTo>
                  <a:pt x="1627378" y="12179"/>
                </a:moveTo>
                <a:lnTo>
                  <a:pt x="1627378" y="208673"/>
                </a:lnTo>
                <a:lnTo>
                  <a:pt x="1639557" y="196481"/>
                </a:lnTo>
                <a:lnTo>
                  <a:pt x="1651736" y="196481"/>
                </a:lnTo>
                <a:lnTo>
                  <a:pt x="1651736" y="25882"/>
                </a:lnTo>
                <a:lnTo>
                  <a:pt x="1639557" y="25882"/>
                </a:lnTo>
                <a:lnTo>
                  <a:pt x="1627378" y="12179"/>
                </a:lnTo>
                <a:close/>
              </a:path>
              <a:path w="1652270" h="222885">
                <a:moveTo>
                  <a:pt x="1651736" y="196481"/>
                </a:moveTo>
                <a:lnTo>
                  <a:pt x="1639557" y="196481"/>
                </a:lnTo>
                <a:lnTo>
                  <a:pt x="1627378" y="208673"/>
                </a:lnTo>
                <a:lnTo>
                  <a:pt x="1651736" y="208673"/>
                </a:lnTo>
                <a:lnTo>
                  <a:pt x="1651736" y="196481"/>
                </a:lnTo>
                <a:close/>
              </a:path>
              <a:path w="1652270" h="222885">
                <a:moveTo>
                  <a:pt x="24358" y="12179"/>
                </a:moveTo>
                <a:lnTo>
                  <a:pt x="12179" y="25882"/>
                </a:lnTo>
                <a:lnTo>
                  <a:pt x="24358" y="25882"/>
                </a:lnTo>
                <a:lnTo>
                  <a:pt x="24358" y="12179"/>
                </a:lnTo>
                <a:close/>
              </a:path>
              <a:path w="1652270" h="222885">
                <a:moveTo>
                  <a:pt x="1627378" y="12179"/>
                </a:moveTo>
                <a:lnTo>
                  <a:pt x="24358" y="12179"/>
                </a:lnTo>
                <a:lnTo>
                  <a:pt x="24358" y="25882"/>
                </a:lnTo>
                <a:lnTo>
                  <a:pt x="1627378" y="25882"/>
                </a:lnTo>
                <a:lnTo>
                  <a:pt x="1627378" y="12179"/>
                </a:lnTo>
                <a:close/>
              </a:path>
              <a:path w="1652270" h="222885">
                <a:moveTo>
                  <a:pt x="1651736" y="12179"/>
                </a:moveTo>
                <a:lnTo>
                  <a:pt x="1627378" y="12179"/>
                </a:lnTo>
                <a:lnTo>
                  <a:pt x="1639557" y="25882"/>
                </a:lnTo>
                <a:lnTo>
                  <a:pt x="1651736" y="25882"/>
                </a:lnTo>
                <a:lnTo>
                  <a:pt x="1651736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6831" y="2200313"/>
            <a:ext cx="6260281" cy="44781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136" y="776820"/>
            <a:ext cx="2811754" cy="17958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21004" y="767689"/>
            <a:ext cx="2830195" cy="1814195"/>
          </a:xfrm>
          <a:custGeom>
            <a:avLst/>
            <a:gdLst/>
            <a:ahLst/>
            <a:cxnLst/>
            <a:rect l="l" t="t" r="r" b="b"/>
            <a:pathLst>
              <a:path w="2830195" h="1814195">
                <a:moveTo>
                  <a:pt x="2830017" y="0"/>
                </a:moveTo>
                <a:lnTo>
                  <a:pt x="0" y="0"/>
                </a:lnTo>
                <a:lnTo>
                  <a:pt x="0" y="1814106"/>
                </a:lnTo>
                <a:lnTo>
                  <a:pt x="2830017" y="1814106"/>
                </a:lnTo>
                <a:lnTo>
                  <a:pt x="2830017" y="1809534"/>
                </a:lnTo>
                <a:lnTo>
                  <a:pt x="9131" y="1809534"/>
                </a:lnTo>
                <a:lnTo>
                  <a:pt x="4572" y="1804962"/>
                </a:lnTo>
                <a:lnTo>
                  <a:pt x="9131" y="1804962"/>
                </a:lnTo>
                <a:lnTo>
                  <a:pt x="9131" y="9131"/>
                </a:lnTo>
                <a:lnTo>
                  <a:pt x="4572" y="9131"/>
                </a:lnTo>
                <a:lnTo>
                  <a:pt x="9131" y="4559"/>
                </a:lnTo>
                <a:lnTo>
                  <a:pt x="2830017" y="4559"/>
                </a:lnTo>
                <a:lnTo>
                  <a:pt x="2830017" y="0"/>
                </a:lnTo>
                <a:close/>
              </a:path>
              <a:path w="2830195" h="1814195">
                <a:moveTo>
                  <a:pt x="9131" y="1804962"/>
                </a:moveTo>
                <a:lnTo>
                  <a:pt x="4572" y="1804962"/>
                </a:lnTo>
                <a:lnTo>
                  <a:pt x="9131" y="1809534"/>
                </a:lnTo>
                <a:lnTo>
                  <a:pt x="9131" y="1804962"/>
                </a:lnTo>
                <a:close/>
              </a:path>
              <a:path w="2830195" h="1814195">
                <a:moveTo>
                  <a:pt x="2820885" y="1804962"/>
                </a:moveTo>
                <a:lnTo>
                  <a:pt x="9131" y="1804962"/>
                </a:lnTo>
                <a:lnTo>
                  <a:pt x="9131" y="1809534"/>
                </a:lnTo>
                <a:lnTo>
                  <a:pt x="2820885" y="1809534"/>
                </a:lnTo>
                <a:lnTo>
                  <a:pt x="2820885" y="1804962"/>
                </a:lnTo>
                <a:close/>
              </a:path>
              <a:path w="2830195" h="1814195">
                <a:moveTo>
                  <a:pt x="2820885" y="4559"/>
                </a:moveTo>
                <a:lnTo>
                  <a:pt x="2820885" y="1809534"/>
                </a:lnTo>
                <a:lnTo>
                  <a:pt x="2825457" y="1804962"/>
                </a:lnTo>
                <a:lnTo>
                  <a:pt x="2830017" y="1804962"/>
                </a:lnTo>
                <a:lnTo>
                  <a:pt x="2830017" y="9131"/>
                </a:lnTo>
                <a:lnTo>
                  <a:pt x="2825457" y="9131"/>
                </a:lnTo>
                <a:lnTo>
                  <a:pt x="2820885" y="4559"/>
                </a:lnTo>
                <a:close/>
              </a:path>
              <a:path w="2830195" h="1814195">
                <a:moveTo>
                  <a:pt x="2830017" y="1804962"/>
                </a:moveTo>
                <a:lnTo>
                  <a:pt x="2825457" y="1804962"/>
                </a:lnTo>
                <a:lnTo>
                  <a:pt x="2820885" y="1809534"/>
                </a:lnTo>
                <a:lnTo>
                  <a:pt x="2830017" y="1809534"/>
                </a:lnTo>
                <a:lnTo>
                  <a:pt x="2830017" y="1804962"/>
                </a:lnTo>
                <a:close/>
              </a:path>
              <a:path w="2830195" h="1814195">
                <a:moveTo>
                  <a:pt x="9131" y="4559"/>
                </a:moveTo>
                <a:lnTo>
                  <a:pt x="4572" y="9131"/>
                </a:lnTo>
                <a:lnTo>
                  <a:pt x="9131" y="9131"/>
                </a:lnTo>
                <a:lnTo>
                  <a:pt x="9131" y="4559"/>
                </a:lnTo>
                <a:close/>
              </a:path>
              <a:path w="2830195" h="1814195">
                <a:moveTo>
                  <a:pt x="2820885" y="4559"/>
                </a:moveTo>
                <a:lnTo>
                  <a:pt x="9131" y="4559"/>
                </a:lnTo>
                <a:lnTo>
                  <a:pt x="9131" y="9131"/>
                </a:lnTo>
                <a:lnTo>
                  <a:pt x="2820885" y="9131"/>
                </a:lnTo>
                <a:lnTo>
                  <a:pt x="2820885" y="4559"/>
                </a:lnTo>
                <a:close/>
              </a:path>
              <a:path w="2830195" h="1814195">
                <a:moveTo>
                  <a:pt x="2830017" y="4559"/>
                </a:moveTo>
                <a:lnTo>
                  <a:pt x="2820885" y="4559"/>
                </a:lnTo>
                <a:lnTo>
                  <a:pt x="2825457" y="9131"/>
                </a:lnTo>
                <a:lnTo>
                  <a:pt x="2830017" y="9131"/>
                </a:lnTo>
                <a:lnTo>
                  <a:pt x="2830017" y="4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15212" y="386461"/>
            <a:ext cx="4820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4.</a:t>
            </a:r>
            <a:r>
              <a:rPr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/>
              <a:t>모드</a:t>
            </a:r>
            <a:r>
              <a:rPr spc="-300" dirty="0"/>
              <a:t> </a:t>
            </a:r>
            <a:r>
              <a:rPr spc="-5" dirty="0">
                <a:latin typeface="Times New Roman"/>
                <a:cs typeface="Times New Roman"/>
              </a:rPr>
              <a:t>1</a:t>
            </a:r>
            <a:r>
              <a:rPr spc="-5" dirty="0">
                <a:solidFill>
                  <a:srgbClr val="002060"/>
                </a:solidFill>
              </a:rPr>
              <a:t>에서의</a:t>
            </a:r>
            <a:r>
              <a:rPr spc="-305" dirty="0">
                <a:solidFill>
                  <a:srgbClr val="002060"/>
                </a:solidFill>
              </a:rPr>
              <a:t> </a:t>
            </a:r>
            <a:r>
              <a:rPr spc="-5" dirty="0"/>
              <a:t>시간</a:t>
            </a:r>
            <a:r>
              <a:rPr spc="-300" dirty="0"/>
              <a:t> </a:t>
            </a:r>
            <a:r>
              <a:rPr spc="-5" dirty="0"/>
              <a:t>설정</a:t>
            </a:r>
            <a:r>
              <a:rPr spc="-305" dirty="0"/>
              <a:t> </a:t>
            </a:r>
            <a:r>
              <a:rPr spc="-5" dirty="0"/>
              <a:t>동작</a:t>
            </a:r>
          </a:p>
        </p:txBody>
      </p:sp>
      <p:sp>
        <p:nvSpPr>
          <p:cNvPr id="48" name="object 48"/>
          <p:cNvSpPr/>
          <p:nvPr/>
        </p:nvSpPr>
        <p:spPr>
          <a:xfrm>
            <a:off x="3706888" y="1573441"/>
            <a:ext cx="129400" cy="1066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83102" y="1555165"/>
            <a:ext cx="433870" cy="2086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509499" y="1573441"/>
            <a:ext cx="129400" cy="1066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85725" y="1555165"/>
            <a:ext cx="433857" cy="2086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206411" y="1390370"/>
            <a:ext cx="51060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49900"/>
              </a:lnSpc>
              <a:spcBef>
                <a:spcPts val="100"/>
              </a:spcBef>
              <a:tabLst>
                <a:tab pos="298450" algn="l"/>
                <a:tab pos="2770505" algn="l"/>
              </a:tabLst>
            </a:pP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-	</a:t>
            </a:r>
            <a:r>
              <a:rPr sz="16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timeClock</a:t>
            </a:r>
            <a:r>
              <a:rPr sz="1600" b="1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신호를</a:t>
            </a:r>
            <a:r>
              <a:rPr sz="1600" b="1" spc="-16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선언	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모드</a:t>
            </a:r>
            <a:r>
              <a:rPr sz="1600" b="1" spc="-18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에서는</a:t>
            </a:r>
            <a:r>
              <a:rPr sz="1600" b="1" spc="-19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SW2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를</a:t>
            </a:r>
            <a:r>
              <a:rPr sz="1600" b="1" spc="-18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할당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 나머지는</a:t>
            </a:r>
            <a:r>
              <a:rPr sz="1600" b="1" spc="-16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1Hz 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클럭</a:t>
            </a:r>
            <a:r>
              <a:rPr sz="1600" b="1" spc="-10" dirty="0">
                <a:solidFill>
                  <a:srgbClr val="0000FF"/>
                </a:solidFill>
                <a:latin typeface="맑은 고딕"/>
                <a:cs typeface="맑은 고딕"/>
              </a:rPr>
              <a:t>을</a:t>
            </a:r>
            <a:r>
              <a:rPr sz="1600" b="1" spc="-15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0000FF"/>
                </a:solidFill>
                <a:latin typeface="맑은 고딕"/>
                <a:cs typeface="맑은 고딕"/>
              </a:rPr>
              <a:t>할당하여</a:t>
            </a:r>
            <a:r>
              <a:rPr sz="1600" b="1" spc="-17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timeClock</a:t>
            </a:r>
            <a:r>
              <a:rPr sz="1600" b="1" spc="-10" dirty="0">
                <a:solidFill>
                  <a:srgbClr val="FF0000"/>
                </a:solidFill>
                <a:latin typeface="맑은 고딕"/>
                <a:cs typeface="맑은 고딕"/>
              </a:rPr>
              <a:t>를</a:t>
            </a:r>
            <a:r>
              <a:rPr sz="1600" b="1" spc="-12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클럭</a:t>
            </a:r>
            <a:r>
              <a:rPr sz="1600" b="1" spc="-16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맑은 고딕"/>
                <a:cs typeface="맑은 고딕"/>
              </a:rPr>
              <a:t>소스</a:t>
            </a:r>
            <a:endParaRPr sz="1600" dirty="0">
              <a:latin typeface="맑은 고딕"/>
              <a:cs typeface="맑은 고딕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311595" y="1937486"/>
            <a:ext cx="176593" cy="1492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92658" y="2038019"/>
            <a:ext cx="129400" cy="7463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561264" y="1920735"/>
            <a:ext cx="385152" cy="19192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75347" y="1172857"/>
            <a:ext cx="271364" cy="27001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87689" y="2787421"/>
            <a:ext cx="1522730" cy="240665"/>
          </a:xfrm>
          <a:custGeom>
            <a:avLst/>
            <a:gdLst/>
            <a:ahLst/>
            <a:cxnLst/>
            <a:rect l="l" t="t" r="r" b="b"/>
            <a:pathLst>
              <a:path w="1522729" h="240664">
                <a:moveTo>
                  <a:pt x="1516252" y="0"/>
                </a:moveTo>
                <a:lnTo>
                  <a:pt x="6095" y="0"/>
                </a:lnTo>
                <a:lnTo>
                  <a:pt x="0" y="4571"/>
                </a:lnTo>
                <a:lnTo>
                  <a:pt x="0" y="234568"/>
                </a:lnTo>
                <a:lnTo>
                  <a:pt x="6095" y="240664"/>
                </a:lnTo>
                <a:lnTo>
                  <a:pt x="1516252" y="240664"/>
                </a:lnTo>
                <a:lnTo>
                  <a:pt x="1522336" y="234568"/>
                </a:lnTo>
                <a:lnTo>
                  <a:pt x="1522336" y="228472"/>
                </a:lnTo>
                <a:lnTo>
                  <a:pt x="25882" y="228472"/>
                </a:lnTo>
                <a:lnTo>
                  <a:pt x="13703" y="214769"/>
                </a:lnTo>
                <a:lnTo>
                  <a:pt x="25882" y="214769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1522336" y="12179"/>
                </a:lnTo>
                <a:lnTo>
                  <a:pt x="1522336" y="4571"/>
                </a:lnTo>
                <a:lnTo>
                  <a:pt x="1516252" y="0"/>
                </a:lnTo>
                <a:close/>
              </a:path>
              <a:path w="1522729" h="240664">
                <a:moveTo>
                  <a:pt x="25882" y="214769"/>
                </a:moveTo>
                <a:lnTo>
                  <a:pt x="13703" y="214769"/>
                </a:lnTo>
                <a:lnTo>
                  <a:pt x="25882" y="228472"/>
                </a:lnTo>
                <a:lnTo>
                  <a:pt x="25882" y="214769"/>
                </a:lnTo>
                <a:close/>
              </a:path>
              <a:path w="1522729" h="240664">
                <a:moveTo>
                  <a:pt x="1496466" y="214769"/>
                </a:moveTo>
                <a:lnTo>
                  <a:pt x="25882" y="214769"/>
                </a:lnTo>
                <a:lnTo>
                  <a:pt x="25882" y="228472"/>
                </a:lnTo>
                <a:lnTo>
                  <a:pt x="1496466" y="228472"/>
                </a:lnTo>
                <a:lnTo>
                  <a:pt x="1496466" y="214769"/>
                </a:lnTo>
                <a:close/>
              </a:path>
              <a:path w="1522729" h="240664">
                <a:moveTo>
                  <a:pt x="1496466" y="12179"/>
                </a:moveTo>
                <a:lnTo>
                  <a:pt x="1496466" y="228472"/>
                </a:lnTo>
                <a:lnTo>
                  <a:pt x="1510157" y="214769"/>
                </a:lnTo>
                <a:lnTo>
                  <a:pt x="1522336" y="214769"/>
                </a:lnTo>
                <a:lnTo>
                  <a:pt x="1522336" y="24371"/>
                </a:lnTo>
                <a:lnTo>
                  <a:pt x="1510157" y="24371"/>
                </a:lnTo>
                <a:lnTo>
                  <a:pt x="1496466" y="12179"/>
                </a:lnTo>
                <a:close/>
              </a:path>
              <a:path w="1522729" h="240664">
                <a:moveTo>
                  <a:pt x="1522336" y="214769"/>
                </a:moveTo>
                <a:lnTo>
                  <a:pt x="1510157" y="214769"/>
                </a:lnTo>
                <a:lnTo>
                  <a:pt x="1496466" y="228472"/>
                </a:lnTo>
                <a:lnTo>
                  <a:pt x="1522336" y="228472"/>
                </a:lnTo>
                <a:lnTo>
                  <a:pt x="1522336" y="214769"/>
                </a:lnTo>
                <a:close/>
              </a:path>
              <a:path w="1522729" h="240664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522729" h="240664">
                <a:moveTo>
                  <a:pt x="1496466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496466" y="24371"/>
                </a:lnTo>
                <a:lnTo>
                  <a:pt x="1496466" y="12179"/>
                </a:lnTo>
                <a:close/>
              </a:path>
              <a:path w="1522729" h="240664">
                <a:moveTo>
                  <a:pt x="1522336" y="12179"/>
                </a:moveTo>
                <a:lnTo>
                  <a:pt x="1496466" y="12179"/>
                </a:lnTo>
                <a:lnTo>
                  <a:pt x="1510157" y="24371"/>
                </a:lnTo>
                <a:lnTo>
                  <a:pt x="1522336" y="24371"/>
                </a:lnTo>
                <a:lnTo>
                  <a:pt x="1522336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51883" y="3089020"/>
            <a:ext cx="5558040" cy="192681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74718" y="3777488"/>
            <a:ext cx="4314825" cy="373380"/>
          </a:xfrm>
          <a:custGeom>
            <a:avLst/>
            <a:gdLst/>
            <a:ahLst/>
            <a:cxnLst/>
            <a:rect l="l" t="t" r="r" b="b"/>
            <a:pathLst>
              <a:path w="4314825" h="373379">
                <a:moveTo>
                  <a:pt x="4308208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367080"/>
                </a:lnTo>
                <a:lnTo>
                  <a:pt x="6083" y="373176"/>
                </a:lnTo>
                <a:lnTo>
                  <a:pt x="4308208" y="373176"/>
                </a:lnTo>
                <a:lnTo>
                  <a:pt x="4314291" y="367080"/>
                </a:lnTo>
                <a:lnTo>
                  <a:pt x="4314291" y="359473"/>
                </a:lnTo>
                <a:lnTo>
                  <a:pt x="25882" y="359473"/>
                </a:lnTo>
                <a:lnTo>
                  <a:pt x="13703" y="347281"/>
                </a:lnTo>
                <a:lnTo>
                  <a:pt x="25882" y="347281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4314291" y="12191"/>
                </a:lnTo>
                <a:lnTo>
                  <a:pt x="4314291" y="4572"/>
                </a:lnTo>
                <a:lnTo>
                  <a:pt x="4308208" y="0"/>
                </a:lnTo>
                <a:close/>
              </a:path>
              <a:path w="4314825" h="373379">
                <a:moveTo>
                  <a:pt x="25882" y="347281"/>
                </a:moveTo>
                <a:lnTo>
                  <a:pt x="13703" y="347281"/>
                </a:lnTo>
                <a:lnTo>
                  <a:pt x="25882" y="359473"/>
                </a:lnTo>
                <a:lnTo>
                  <a:pt x="25882" y="347281"/>
                </a:lnTo>
                <a:close/>
              </a:path>
              <a:path w="4314825" h="373379">
                <a:moveTo>
                  <a:pt x="4288408" y="347281"/>
                </a:moveTo>
                <a:lnTo>
                  <a:pt x="25882" y="347281"/>
                </a:lnTo>
                <a:lnTo>
                  <a:pt x="25882" y="359473"/>
                </a:lnTo>
                <a:lnTo>
                  <a:pt x="4288408" y="359473"/>
                </a:lnTo>
                <a:lnTo>
                  <a:pt x="4288408" y="347281"/>
                </a:lnTo>
                <a:close/>
              </a:path>
              <a:path w="4314825" h="373379">
                <a:moveTo>
                  <a:pt x="4288408" y="12191"/>
                </a:moveTo>
                <a:lnTo>
                  <a:pt x="4288408" y="359473"/>
                </a:lnTo>
                <a:lnTo>
                  <a:pt x="4302112" y="347281"/>
                </a:lnTo>
                <a:lnTo>
                  <a:pt x="4314291" y="347281"/>
                </a:lnTo>
                <a:lnTo>
                  <a:pt x="4314291" y="24371"/>
                </a:lnTo>
                <a:lnTo>
                  <a:pt x="4302112" y="24371"/>
                </a:lnTo>
                <a:lnTo>
                  <a:pt x="4288408" y="12191"/>
                </a:lnTo>
                <a:close/>
              </a:path>
              <a:path w="4314825" h="373379">
                <a:moveTo>
                  <a:pt x="4314291" y="347281"/>
                </a:moveTo>
                <a:lnTo>
                  <a:pt x="4302112" y="347281"/>
                </a:lnTo>
                <a:lnTo>
                  <a:pt x="4288408" y="359473"/>
                </a:lnTo>
                <a:lnTo>
                  <a:pt x="4314291" y="359473"/>
                </a:lnTo>
                <a:lnTo>
                  <a:pt x="4314291" y="347281"/>
                </a:lnTo>
                <a:close/>
              </a:path>
              <a:path w="4314825" h="373379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4314825" h="373379">
                <a:moveTo>
                  <a:pt x="4288408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4288408" y="24371"/>
                </a:lnTo>
                <a:lnTo>
                  <a:pt x="4288408" y="12191"/>
                </a:lnTo>
                <a:close/>
              </a:path>
              <a:path w="4314825" h="373379">
                <a:moveTo>
                  <a:pt x="4314291" y="12191"/>
                </a:moveTo>
                <a:lnTo>
                  <a:pt x="4288408" y="12191"/>
                </a:lnTo>
                <a:lnTo>
                  <a:pt x="4302112" y="24371"/>
                </a:lnTo>
                <a:lnTo>
                  <a:pt x="4314291" y="24371"/>
                </a:lnTo>
                <a:lnTo>
                  <a:pt x="4314291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328522" y="3157550"/>
            <a:ext cx="1137285" cy="1958975"/>
          </a:xfrm>
          <a:custGeom>
            <a:avLst/>
            <a:gdLst/>
            <a:ahLst/>
            <a:cxnLst/>
            <a:rect l="l" t="t" r="r" b="b"/>
            <a:pathLst>
              <a:path w="1137284" h="1958975">
                <a:moveTo>
                  <a:pt x="1131087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1952726"/>
                </a:lnTo>
                <a:lnTo>
                  <a:pt x="6083" y="1958809"/>
                </a:lnTo>
                <a:lnTo>
                  <a:pt x="1131087" y="1958809"/>
                </a:lnTo>
                <a:lnTo>
                  <a:pt x="1137183" y="1952726"/>
                </a:lnTo>
                <a:lnTo>
                  <a:pt x="1137183" y="1946630"/>
                </a:lnTo>
                <a:lnTo>
                  <a:pt x="25869" y="1946630"/>
                </a:lnTo>
                <a:lnTo>
                  <a:pt x="12179" y="1934438"/>
                </a:lnTo>
                <a:lnTo>
                  <a:pt x="25869" y="1934438"/>
                </a:lnTo>
                <a:lnTo>
                  <a:pt x="25869" y="25895"/>
                </a:lnTo>
                <a:lnTo>
                  <a:pt x="12179" y="25895"/>
                </a:lnTo>
                <a:lnTo>
                  <a:pt x="25869" y="13716"/>
                </a:lnTo>
                <a:lnTo>
                  <a:pt x="1137183" y="13716"/>
                </a:lnTo>
                <a:lnTo>
                  <a:pt x="1137183" y="6096"/>
                </a:lnTo>
                <a:lnTo>
                  <a:pt x="1131087" y="0"/>
                </a:lnTo>
                <a:close/>
              </a:path>
              <a:path w="1137284" h="1958975">
                <a:moveTo>
                  <a:pt x="25869" y="1934438"/>
                </a:moveTo>
                <a:lnTo>
                  <a:pt x="12179" y="1934438"/>
                </a:lnTo>
                <a:lnTo>
                  <a:pt x="25869" y="1946630"/>
                </a:lnTo>
                <a:lnTo>
                  <a:pt x="25869" y="1934438"/>
                </a:lnTo>
                <a:close/>
              </a:path>
              <a:path w="1137284" h="1958975">
                <a:moveTo>
                  <a:pt x="1111300" y="1934438"/>
                </a:moveTo>
                <a:lnTo>
                  <a:pt x="25869" y="1934438"/>
                </a:lnTo>
                <a:lnTo>
                  <a:pt x="25869" y="1946630"/>
                </a:lnTo>
                <a:lnTo>
                  <a:pt x="1111300" y="1946630"/>
                </a:lnTo>
                <a:lnTo>
                  <a:pt x="1111300" y="1934438"/>
                </a:lnTo>
                <a:close/>
              </a:path>
              <a:path w="1137284" h="1958975">
                <a:moveTo>
                  <a:pt x="1111300" y="13716"/>
                </a:moveTo>
                <a:lnTo>
                  <a:pt x="1111300" y="1946630"/>
                </a:lnTo>
                <a:lnTo>
                  <a:pt x="1125004" y="1934438"/>
                </a:lnTo>
                <a:lnTo>
                  <a:pt x="1137183" y="1934438"/>
                </a:lnTo>
                <a:lnTo>
                  <a:pt x="1137183" y="25895"/>
                </a:lnTo>
                <a:lnTo>
                  <a:pt x="1125004" y="25895"/>
                </a:lnTo>
                <a:lnTo>
                  <a:pt x="1111300" y="13716"/>
                </a:lnTo>
                <a:close/>
              </a:path>
              <a:path w="1137284" h="1958975">
                <a:moveTo>
                  <a:pt x="1137183" y="1934438"/>
                </a:moveTo>
                <a:lnTo>
                  <a:pt x="1125004" y="1934438"/>
                </a:lnTo>
                <a:lnTo>
                  <a:pt x="1111300" y="1946630"/>
                </a:lnTo>
                <a:lnTo>
                  <a:pt x="1137183" y="1946630"/>
                </a:lnTo>
                <a:lnTo>
                  <a:pt x="1137183" y="1934438"/>
                </a:lnTo>
                <a:close/>
              </a:path>
              <a:path w="1137284" h="1958975">
                <a:moveTo>
                  <a:pt x="25869" y="13716"/>
                </a:moveTo>
                <a:lnTo>
                  <a:pt x="12179" y="25895"/>
                </a:lnTo>
                <a:lnTo>
                  <a:pt x="25869" y="25895"/>
                </a:lnTo>
                <a:lnTo>
                  <a:pt x="25869" y="13716"/>
                </a:lnTo>
                <a:close/>
              </a:path>
              <a:path w="1137284" h="1958975">
                <a:moveTo>
                  <a:pt x="1111300" y="13716"/>
                </a:moveTo>
                <a:lnTo>
                  <a:pt x="25869" y="13716"/>
                </a:lnTo>
                <a:lnTo>
                  <a:pt x="25869" y="25895"/>
                </a:lnTo>
                <a:lnTo>
                  <a:pt x="1111300" y="25895"/>
                </a:lnTo>
                <a:lnTo>
                  <a:pt x="1111300" y="13716"/>
                </a:lnTo>
                <a:close/>
              </a:path>
              <a:path w="1137284" h="1958975">
                <a:moveTo>
                  <a:pt x="1137183" y="13716"/>
                </a:moveTo>
                <a:lnTo>
                  <a:pt x="1111300" y="13716"/>
                </a:lnTo>
                <a:lnTo>
                  <a:pt x="1125004" y="25895"/>
                </a:lnTo>
                <a:lnTo>
                  <a:pt x="1137183" y="25895"/>
                </a:lnTo>
                <a:lnTo>
                  <a:pt x="1137183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748337" y="5291531"/>
            <a:ext cx="3979379" cy="16328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32436" y="5967819"/>
            <a:ext cx="1726564" cy="356870"/>
          </a:xfrm>
          <a:custGeom>
            <a:avLst/>
            <a:gdLst/>
            <a:ahLst/>
            <a:cxnLst/>
            <a:rect l="l" t="t" r="r" b="b"/>
            <a:pathLst>
              <a:path w="1726565" h="356870">
                <a:moveTo>
                  <a:pt x="1720240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351853"/>
                </a:lnTo>
                <a:lnTo>
                  <a:pt x="6096" y="356425"/>
                </a:lnTo>
                <a:lnTo>
                  <a:pt x="1720240" y="356425"/>
                </a:lnTo>
                <a:lnTo>
                  <a:pt x="1726323" y="351853"/>
                </a:lnTo>
                <a:lnTo>
                  <a:pt x="1726323" y="344246"/>
                </a:lnTo>
                <a:lnTo>
                  <a:pt x="25882" y="344246"/>
                </a:lnTo>
                <a:lnTo>
                  <a:pt x="12179" y="332054"/>
                </a:lnTo>
                <a:lnTo>
                  <a:pt x="25882" y="332054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16"/>
                </a:lnTo>
                <a:lnTo>
                  <a:pt x="1726323" y="13716"/>
                </a:lnTo>
                <a:lnTo>
                  <a:pt x="1726323" y="6096"/>
                </a:lnTo>
                <a:lnTo>
                  <a:pt x="1720240" y="0"/>
                </a:lnTo>
                <a:close/>
              </a:path>
              <a:path w="1726565" h="356870">
                <a:moveTo>
                  <a:pt x="25882" y="332054"/>
                </a:moveTo>
                <a:lnTo>
                  <a:pt x="12179" y="332054"/>
                </a:lnTo>
                <a:lnTo>
                  <a:pt x="25882" y="344246"/>
                </a:lnTo>
                <a:lnTo>
                  <a:pt x="25882" y="332054"/>
                </a:lnTo>
                <a:close/>
              </a:path>
              <a:path w="1726565" h="356870">
                <a:moveTo>
                  <a:pt x="1700453" y="332054"/>
                </a:moveTo>
                <a:lnTo>
                  <a:pt x="25882" y="332054"/>
                </a:lnTo>
                <a:lnTo>
                  <a:pt x="25882" y="344246"/>
                </a:lnTo>
                <a:lnTo>
                  <a:pt x="1700453" y="344246"/>
                </a:lnTo>
                <a:lnTo>
                  <a:pt x="1700453" y="332054"/>
                </a:lnTo>
                <a:close/>
              </a:path>
              <a:path w="1726565" h="356870">
                <a:moveTo>
                  <a:pt x="1700453" y="13716"/>
                </a:moveTo>
                <a:lnTo>
                  <a:pt x="1700453" y="344246"/>
                </a:lnTo>
                <a:lnTo>
                  <a:pt x="1714157" y="332054"/>
                </a:lnTo>
                <a:lnTo>
                  <a:pt x="1726323" y="332054"/>
                </a:lnTo>
                <a:lnTo>
                  <a:pt x="1726323" y="25895"/>
                </a:lnTo>
                <a:lnTo>
                  <a:pt x="1714157" y="25895"/>
                </a:lnTo>
                <a:lnTo>
                  <a:pt x="1700453" y="13716"/>
                </a:lnTo>
                <a:close/>
              </a:path>
              <a:path w="1726565" h="356870">
                <a:moveTo>
                  <a:pt x="1726323" y="332054"/>
                </a:moveTo>
                <a:lnTo>
                  <a:pt x="1714157" y="332054"/>
                </a:lnTo>
                <a:lnTo>
                  <a:pt x="1700453" y="344246"/>
                </a:lnTo>
                <a:lnTo>
                  <a:pt x="1726323" y="344246"/>
                </a:lnTo>
                <a:lnTo>
                  <a:pt x="1726323" y="332054"/>
                </a:lnTo>
                <a:close/>
              </a:path>
              <a:path w="1726565" h="356870">
                <a:moveTo>
                  <a:pt x="25882" y="13716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16"/>
                </a:lnTo>
                <a:close/>
              </a:path>
              <a:path w="1726565" h="356870">
                <a:moveTo>
                  <a:pt x="1700453" y="13716"/>
                </a:moveTo>
                <a:lnTo>
                  <a:pt x="25882" y="13716"/>
                </a:lnTo>
                <a:lnTo>
                  <a:pt x="25882" y="25895"/>
                </a:lnTo>
                <a:lnTo>
                  <a:pt x="1700453" y="25895"/>
                </a:lnTo>
                <a:lnTo>
                  <a:pt x="1700453" y="13716"/>
                </a:lnTo>
                <a:close/>
              </a:path>
              <a:path w="1726565" h="356870">
                <a:moveTo>
                  <a:pt x="1726323" y="13716"/>
                </a:moveTo>
                <a:lnTo>
                  <a:pt x="1700453" y="13716"/>
                </a:lnTo>
                <a:lnTo>
                  <a:pt x="1714157" y="25895"/>
                </a:lnTo>
                <a:lnTo>
                  <a:pt x="1726323" y="25895"/>
                </a:lnTo>
                <a:lnTo>
                  <a:pt x="1726323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232436" y="6357759"/>
            <a:ext cx="1726564" cy="356870"/>
          </a:xfrm>
          <a:custGeom>
            <a:avLst/>
            <a:gdLst/>
            <a:ahLst/>
            <a:cxnLst/>
            <a:rect l="l" t="t" r="r" b="b"/>
            <a:pathLst>
              <a:path w="1726565" h="356870">
                <a:moveTo>
                  <a:pt x="1720240" y="0"/>
                </a:moveTo>
                <a:lnTo>
                  <a:pt x="6096" y="0"/>
                </a:lnTo>
                <a:lnTo>
                  <a:pt x="0" y="4572"/>
                </a:lnTo>
                <a:lnTo>
                  <a:pt x="0" y="350329"/>
                </a:lnTo>
                <a:lnTo>
                  <a:pt x="6096" y="356425"/>
                </a:lnTo>
                <a:lnTo>
                  <a:pt x="1720240" y="356425"/>
                </a:lnTo>
                <a:lnTo>
                  <a:pt x="1726323" y="350329"/>
                </a:lnTo>
                <a:lnTo>
                  <a:pt x="1726323" y="344233"/>
                </a:lnTo>
                <a:lnTo>
                  <a:pt x="25882" y="344233"/>
                </a:lnTo>
                <a:lnTo>
                  <a:pt x="12179" y="330530"/>
                </a:lnTo>
                <a:lnTo>
                  <a:pt x="25882" y="330530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1726323" y="12179"/>
                </a:lnTo>
                <a:lnTo>
                  <a:pt x="1726323" y="4572"/>
                </a:lnTo>
                <a:lnTo>
                  <a:pt x="1720240" y="0"/>
                </a:lnTo>
                <a:close/>
              </a:path>
              <a:path w="1726565" h="356870">
                <a:moveTo>
                  <a:pt x="25882" y="330530"/>
                </a:moveTo>
                <a:lnTo>
                  <a:pt x="12179" y="330530"/>
                </a:lnTo>
                <a:lnTo>
                  <a:pt x="25882" y="344233"/>
                </a:lnTo>
                <a:lnTo>
                  <a:pt x="25882" y="330530"/>
                </a:lnTo>
                <a:close/>
              </a:path>
              <a:path w="1726565" h="356870">
                <a:moveTo>
                  <a:pt x="1700453" y="330530"/>
                </a:moveTo>
                <a:lnTo>
                  <a:pt x="25882" y="330530"/>
                </a:lnTo>
                <a:lnTo>
                  <a:pt x="25882" y="344233"/>
                </a:lnTo>
                <a:lnTo>
                  <a:pt x="1700453" y="344233"/>
                </a:lnTo>
                <a:lnTo>
                  <a:pt x="1700453" y="330530"/>
                </a:lnTo>
                <a:close/>
              </a:path>
              <a:path w="1726565" h="356870">
                <a:moveTo>
                  <a:pt x="1700453" y="12179"/>
                </a:moveTo>
                <a:lnTo>
                  <a:pt x="1700453" y="344233"/>
                </a:lnTo>
                <a:lnTo>
                  <a:pt x="1714157" y="330530"/>
                </a:lnTo>
                <a:lnTo>
                  <a:pt x="1726323" y="330530"/>
                </a:lnTo>
                <a:lnTo>
                  <a:pt x="1726323" y="24371"/>
                </a:lnTo>
                <a:lnTo>
                  <a:pt x="1714157" y="24371"/>
                </a:lnTo>
                <a:lnTo>
                  <a:pt x="1700453" y="12179"/>
                </a:lnTo>
                <a:close/>
              </a:path>
              <a:path w="1726565" h="356870">
                <a:moveTo>
                  <a:pt x="1726323" y="330530"/>
                </a:moveTo>
                <a:lnTo>
                  <a:pt x="1714157" y="330530"/>
                </a:lnTo>
                <a:lnTo>
                  <a:pt x="1700453" y="344233"/>
                </a:lnTo>
                <a:lnTo>
                  <a:pt x="1726323" y="344233"/>
                </a:lnTo>
                <a:lnTo>
                  <a:pt x="1726323" y="330530"/>
                </a:lnTo>
                <a:close/>
              </a:path>
              <a:path w="1726565" h="356870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726565" h="356870">
                <a:moveTo>
                  <a:pt x="1700453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700453" y="24371"/>
                </a:lnTo>
                <a:lnTo>
                  <a:pt x="1700453" y="12179"/>
                </a:lnTo>
                <a:close/>
              </a:path>
              <a:path w="1726565" h="356870">
                <a:moveTo>
                  <a:pt x="1726323" y="12179"/>
                </a:moveTo>
                <a:lnTo>
                  <a:pt x="1700453" y="12179"/>
                </a:lnTo>
                <a:lnTo>
                  <a:pt x="1714157" y="24371"/>
                </a:lnTo>
                <a:lnTo>
                  <a:pt x="1726323" y="24371"/>
                </a:lnTo>
                <a:lnTo>
                  <a:pt x="1726323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92613" y="4175036"/>
            <a:ext cx="2352040" cy="2370455"/>
          </a:xfrm>
          <a:custGeom>
            <a:avLst/>
            <a:gdLst/>
            <a:ahLst/>
            <a:cxnLst/>
            <a:rect l="l" t="t" r="r" b="b"/>
            <a:pathLst>
              <a:path w="2352040" h="2370454">
                <a:moveTo>
                  <a:pt x="1167625" y="38087"/>
                </a:moveTo>
                <a:lnTo>
                  <a:pt x="1167625" y="2365502"/>
                </a:lnTo>
                <a:lnTo>
                  <a:pt x="1170673" y="2370074"/>
                </a:lnTo>
                <a:lnTo>
                  <a:pt x="2352001" y="2370074"/>
                </a:lnTo>
                <a:lnTo>
                  <a:pt x="2352001" y="2360930"/>
                </a:lnTo>
                <a:lnTo>
                  <a:pt x="1185900" y="2360930"/>
                </a:lnTo>
                <a:lnTo>
                  <a:pt x="1176756" y="2351798"/>
                </a:lnTo>
                <a:lnTo>
                  <a:pt x="1185900" y="2351798"/>
                </a:lnTo>
                <a:lnTo>
                  <a:pt x="1185900" y="47218"/>
                </a:lnTo>
                <a:lnTo>
                  <a:pt x="1176756" y="47218"/>
                </a:lnTo>
                <a:lnTo>
                  <a:pt x="1167625" y="38087"/>
                </a:lnTo>
                <a:close/>
              </a:path>
              <a:path w="2352040" h="2370454">
                <a:moveTo>
                  <a:pt x="1185900" y="2351798"/>
                </a:moveTo>
                <a:lnTo>
                  <a:pt x="1176756" y="2351798"/>
                </a:lnTo>
                <a:lnTo>
                  <a:pt x="1185900" y="2360930"/>
                </a:lnTo>
                <a:lnTo>
                  <a:pt x="1185900" y="2351798"/>
                </a:lnTo>
                <a:close/>
              </a:path>
              <a:path w="2352040" h="2370454">
                <a:moveTo>
                  <a:pt x="2352001" y="2351798"/>
                </a:moveTo>
                <a:lnTo>
                  <a:pt x="1185900" y="2351798"/>
                </a:lnTo>
                <a:lnTo>
                  <a:pt x="1185900" y="2360930"/>
                </a:lnTo>
                <a:lnTo>
                  <a:pt x="2352001" y="2360930"/>
                </a:lnTo>
                <a:lnTo>
                  <a:pt x="2352001" y="2351798"/>
                </a:lnTo>
                <a:close/>
              </a:path>
              <a:path w="2352040" h="2370454">
                <a:moveTo>
                  <a:pt x="76111" y="0"/>
                </a:moveTo>
                <a:lnTo>
                  <a:pt x="0" y="38087"/>
                </a:lnTo>
                <a:lnTo>
                  <a:pt x="76111" y="76161"/>
                </a:lnTo>
                <a:lnTo>
                  <a:pt x="76111" y="47218"/>
                </a:lnTo>
                <a:lnTo>
                  <a:pt x="63931" y="47218"/>
                </a:lnTo>
                <a:lnTo>
                  <a:pt x="63931" y="27419"/>
                </a:lnTo>
                <a:lnTo>
                  <a:pt x="76111" y="27419"/>
                </a:lnTo>
                <a:lnTo>
                  <a:pt x="76111" y="0"/>
                </a:lnTo>
                <a:close/>
              </a:path>
              <a:path w="2352040" h="2370454">
                <a:moveTo>
                  <a:pt x="76111" y="27419"/>
                </a:moveTo>
                <a:lnTo>
                  <a:pt x="63931" y="27419"/>
                </a:lnTo>
                <a:lnTo>
                  <a:pt x="63931" y="47218"/>
                </a:lnTo>
                <a:lnTo>
                  <a:pt x="76111" y="47218"/>
                </a:lnTo>
                <a:lnTo>
                  <a:pt x="76111" y="27419"/>
                </a:lnTo>
                <a:close/>
              </a:path>
              <a:path w="2352040" h="2370454">
                <a:moveTo>
                  <a:pt x="1181328" y="27419"/>
                </a:moveTo>
                <a:lnTo>
                  <a:pt x="76111" y="27419"/>
                </a:lnTo>
                <a:lnTo>
                  <a:pt x="76111" y="47218"/>
                </a:lnTo>
                <a:lnTo>
                  <a:pt x="1167625" y="47218"/>
                </a:lnTo>
                <a:lnTo>
                  <a:pt x="1167625" y="38087"/>
                </a:lnTo>
                <a:lnTo>
                  <a:pt x="1185900" y="38087"/>
                </a:lnTo>
                <a:lnTo>
                  <a:pt x="1185900" y="31991"/>
                </a:lnTo>
                <a:lnTo>
                  <a:pt x="1181328" y="27419"/>
                </a:lnTo>
                <a:close/>
              </a:path>
              <a:path w="2352040" h="2370454">
                <a:moveTo>
                  <a:pt x="1185900" y="38087"/>
                </a:moveTo>
                <a:lnTo>
                  <a:pt x="1167625" y="38087"/>
                </a:lnTo>
                <a:lnTo>
                  <a:pt x="1176756" y="47218"/>
                </a:lnTo>
                <a:lnTo>
                  <a:pt x="1185900" y="47218"/>
                </a:lnTo>
                <a:lnTo>
                  <a:pt x="1185900" y="380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43177" y="3577945"/>
            <a:ext cx="2463165" cy="1270635"/>
          </a:xfrm>
          <a:custGeom>
            <a:avLst/>
            <a:gdLst/>
            <a:ahLst/>
            <a:cxnLst/>
            <a:rect l="l" t="t" r="r" b="b"/>
            <a:pathLst>
              <a:path w="2463165" h="1270635">
                <a:moveTo>
                  <a:pt x="2457043" y="0"/>
                </a:moveTo>
                <a:lnTo>
                  <a:pt x="4559" y="0"/>
                </a:lnTo>
                <a:lnTo>
                  <a:pt x="0" y="4572"/>
                </a:lnTo>
                <a:lnTo>
                  <a:pt x="0" y="1264246"/>
                </a:lnTo>
                <a:lnTo>
                  <a:pt x="4559" y="1270342"/>
                </a:lnTo>
                <a:lnTo>
                  <a:pt x="2457043" y="1270342"/>
                </a:lnTo>
                <a:lnTo>
                  <a:pt x="2463139" y="1264246"/>
                </a:lnTo>
                <a:lnTo>
                  <a:pt x="2463139" y="1258150"/>
                </a:lnTo>
                <a:lnTo>
                  <a:pt x="24358" y="1258150"/>
                </a:lnTo>
                <a:lnTo>
                  <a:pt x="12179" y="1244447"/>
                </a:lnTo>
                <a:lnTo>
                  <a:pt x="24358" y="1244447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2463139" y="12191"/>
                </a:lnTo>
                <a:lnTo>
                  <a:pt x="2463139" y="4572"/>
                </a:lnTo>
                <a:lnTo>
                  <a:pt x="2457043" y="0"/>
                </a:lnTo>
                <a:close/>
              </a:path>
              <a:path w="2463165" h="1270635">
                <a:moveTo>
                  <a:pt x="24358" y="1244447"/>
                </a:moveTo>
                <a:lnTo>
                  <a:pt x="12179" y="1244447"/>
                </a:lnTo>
                <a:lnTo>
                  <a:pt x="24358" y="1258150"/>
                </a:lnTo>
                <a:lnTo>
                  <a:pt x="24358" y="1244447"/>
                </a:lnTo>
                <a:close/>
              </a:path>
              <a:path w="2463165" h="1270635">
                <a:moveTo>
                  <a:pt x="2437257" y="1244447"/>
                </a:moveTo>
                <a:lnTo>
                  <a:pt x="24358" y="1244447"/>
                </a:lnTo>
                <a:lnTo>
                  <a:pt x="24358" y="1258150"/>
                </a:lnTo>
                <a:lnTo>
                  <a:pt x="2437257" y="1258150"/>
                </a:lnTo>
                <a:lnTo>
                  <a:pt x="2437257" y="1244447"/>
                </a:lnTo>
                <a:close/>
              </a:path>
              <a:path w="2463165" h="1270635">
                <a:moveTo>
                  <a:pt x="2437257" y="12191"/>
                </a:moveTo>
                <a:lnTo>
                  <a:pt x="2437257" y="1258150"/>
                </a:lnTo>
                <a:lnTo>
                  <a:pt x="2449436" y="1244447"/>
                </a:lnTo>
                <a:lnTo>
                  <a:pt x="2463139" y="1244447"/>
                </a:lnTo>
                <a:lnTo>
                  <a:pt x="2463139" y="24371"/>
                </a:lnTo>
                <a:lnTo>
                  <a:pt x="2449436" y="24371"/>
                </a:lnTo>
                <a:lnTo>
                  <a:pt x="2437257" y="12191"/>
                </a:lnTo>
                <a:close/>
              </a:path>
              <a:path w="2463165" h="1270635">
                <a:moveTo>
                  <a:pt x="2463139" y="1244447"/>
                </a:moveTo>
                <a:lnTo>
                  <a:pt x="2449436" y="1244447"/>
                </a:lnTo>
                <a:lnTo>
                  <a:pt x="2437257" y="1258150"/>
                </a:lnTo>
                <a:lnTo>
                  <a:pt x="2463139" y="1258150"/>
                </a:lnTo>
                <a:lnTo>
                  <a:pt x="2463139" y="1244447"/>
                </a:lnTo>
                <a:close/>
              </a:path>
              <a:path w="2463165" h="1270635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2463165" h="1270635">
                <a:moveTo>
                  <a:pt x="2437257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2437257" y="24371"/>
                </a:lnTo>
                <a:lnTo>
                  <a:pt x="2437257" y="12191"/>
                </a:lnTo>
                <a:close/>
              </a:path>
              <a:path w="2463165" h="1270635">
                <a:moveTo>
                  <a:pt x="2463139" y="12191"/>
                </a:moveTo>
                <a:lnTo>
                  <a:pt x="2437257" y="12191"/>
                </a:lnTo>
                <a:lnTo>
                  <a:pt x="2449436" y="24371"/>
                </a:lnTo>
                <a:lnTo>
                  <a:pt x="2463139" y="24371"/>
                </a:lnTo>
                <a:lnTo>
                  <a:pt x="2463139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37104" y="4859999"/>
            <a:ext cx="2676525" cy="1499235"/>
          </a:xfrm>
          <a:custGeom>
            <a:avLst/>
            <a:gdLst/>
            <a:ahLst/>
            <a:cxnLst/>
            <a:rect l="l" t="t" r="r" b="b"/>
            <a:pathLst>
              <a:path w="2676525" h="1499235">
                <a:moveTo>
                  <a:pt x="2670175" y="0"/>
                </a:moveTo>
                <a:lnTo>
                  <a:pt x="6096" y="0"/>
                </a:lnTo>
                <a:lnTo>
                  <a:pt x="0" y="4572"/>
                </a:lnTo>
                <a:lnTo>
                  <a:pt x="0" y="1492719"/>
                </a:lnTo>
                <a:lnTo>
                  <a:pt x="6096" y="1498803"/>
                </a:lnTo>
                <a:lnTo>
                  <a:pt x="2670175" y="1498803"/>
                </a:lnTo>
                <a:lnTo>
                  <a:pt x="2676271" y="1492719"/>
                </a:lnTo>
                <a:lnTo>
                  <a:pt x="2676271" y="1486623"/>
                </a:lnTo>
                <a:lnTo>
                  <a:pt x="25882" y="1486623"/>
                </a:lnTo>
                <a:lnTo>
                  <a:pt x="13703" y="1472907"/>
                </a:lnTo>
                <a:lnTo>
                  <a:pt x="25882" y="1472907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2676271" y="12179"/>
                </a:lnTo>
                <a:lnTo>
                  <a:pt x="2676271" y="4572"/>
                </a:lnTo>
                <a:lnTo>
                  <a:pt x="2670175" y="0"/>
                </a:lnTo>
                <a:close/>
              </a:path>
              <a:path w="2676525" h="1499235">
                <a:moveTo>
                  <a:pt x="25882" y="1472907"/>
                </a:moveTo>
                <a:lnTo>
                  <a:pt x="13703" y="1472907"/>
                </a:lnTo>
                <a:lnTo>
                  <a:pt x="25882" y="1486623"/>
                </a:lnTo>
                <a:lnTo>
                  <a:pt x="25882" y="1472907"/>
                </a:lnTo>
                <a:close/>
              </a:path>
              <a:path w="2676525" h="1499235">
                <a:moveTo>
                  <a:pt x="2650388" y="1472907"/>
                </a:moveTo>
                <a:lnTo>
                  <a:pt x="25882" y="1472907"/>
                </a:lnTo>
                <a:lnTo>
                  <a:pt x="25882" y="1486623"/>
                </a:lnTo>
                <a:lnTo>
                  <a:pt x="2650388" y="1486623"/>
                </a:lnTo>
                <a:lnTo>
                  <a:pt x="2650388" y="1472907"/>
                </a:lnTo>
                <a:close/>
              </a:path>
              <a:path w="2676525" h="1499235">
                <a:moveTo>
                  <a:pt x="2650388" y="12179"/>
                </a:moveTo>
                <a:lnTo>
                  <a:pt x="2650388" y="1486623"/>
                </a:lnTo>
                <a:lnTo>
                  <a:pt x="2664091" y="1472907"/>
                </a:lnTo>
                <a:lnTo>
                  <a:pt x="2676271" y="1472907"/>
                </a:lnTo>
                <a:lnTo>
                  <a:pt x="2676271" y="24371"/>
                </a:lnTo>
                <a:lnTo>
                  <a:pt x="2664091" y="24371"/>
                </a:lnTo>
                <a:lnTo>
                  <a:pt x="2650388" y="12179"/>
                </a:lnTo>
                <a:close/>
              </a:path>
              <a:path w="2676525" h="1499235">
                <a:moveTo>
                  <a:pt x="2676271" y="1472907"/>
                </a:moveTo>
                <a:lnTo>
                  <a:pt x="2664091" y="1472907"/>
                </a:lnTo>
                <a:lnTo>
                  <a:pt x="2650388" y="1486623"/>
                </a:lnTo>
                <a:lnTo>
                  <a:pt x="2676271" y="1486623"/>
                </a:lnTo>
                <a:lnTo>
                  <a:pt x="2676271" y="1472907"/>
                </a:lnTo>
                <a:close/>
              </a:path>
              <a:path w="2676525" h="1499235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2676525" h="1499235">
                <a:moveTo>
                  <a:pt x="2650388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2650388" y="24371"/>
                </a:lnTo>
                <a:lnTo>
                  <a:pt x="2650388" y="12179"/>
                </a:lnTo>
                <a:close/>
              </a:path>
              <a:path w="2676525" h="1499235">
                <a:moveTo>
                  <a:pt x="2676271" y="12179"/>
                </a:moveTo>
                <a:lnTo>
                  <a:pt x="2650388" y="12179"/>
                </a:lnTo>
                <a:lnTo>
                  <a:pt x="2664091" y="24371"/>
                </a:lnTo>
                <a:lnTo>
                  <a:pt x="2676271" y="24371"/>
                </a:lnTo>
                <a:lnTo>
                  <a:pt x="2676271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391939" y="5605310"/>
            <a:ext cx="1852930" cy="579120"/>
          </a:xfrm>
          <a:custGeom>
            <a:avLst/>
            <a:gdLst/>
            <a:ahLst/>
            <a:cxnLst/>
            <a:rect l="l" t="t" r="r" b="b"/>
            <a:pathLst>
              <a:path w="1852929" h="579120">
                <a:moveTo>
                  <a:pt x="916444" y="38074"/>
                </a:moveTo>
                <a:lnTo>
                  <a:pt x="916444" y="575754"/>
                </a:lnTo>
                <a:lnTo>
                  <a:pt x="921003" y="578802"/>
                </a:lnTo>
                <a:lnTo>
                  <a:pt x="1852676" y="578802"/>
                </a:lnTo>
                <a:lnTo>
                  <a:pt x="1852676" y="569671"/>
                </a:lnTo>
                <a:lnTo>
                  <a:pt x="936231" y="569671"/>
                </a:lnTo>
                <a:lnTo>
                  <a:pt x="925576" y="560527"/>
                </a:lnTo>
                <a:lnTo>
                  <a:pt x="936231" y="560527"/>
                </a:lnTo>
                <a:lnTo>
                  <a:pt x="936231" y="47218"/>
                </a:lnTo>
                <a:lnTo>
                  <a:pt x="925576" y="47218"/>
                </a:lnTo>
                <a:lnTo>
                  <a:pt x="916444" y="38074"/>
                </a:lnTo>
                <a:close/>
              </a:path>
              <a:path w="1852929" h="579120">
                <a:moveTo>
                  <a:pt x="936231" y="560527"/>
                </a:moveTo>
                <a:lnTo>
                  <a:pt x="925576" y="560527"/>
                </a:lnTo>
                <a:lnTo>
                  <a:pt x="936231" y="569671"/>
                </a:lnTo>
                <a:lnTo>
                  <a:pt x="936231" y="560527"/>
                </a:lnTo>
                <a:close/>
              </a:path>
              <a:path w="1852929" h="579120">
                <a:moveTo>
                  <a:pt x="1852676" y="560527"/>
                </a:moveTo>
                <a:lnTo>
                  <a:pt x="936231" y="560527"/>
                </a:lnTo>
                <a:lnTo>
                  <a:pt x="936231" y="569671"/>
                </a:lnTo>
                <a:lnTo>
                  <a:pt x="1852676" y="569671"/>
                </a:lnTo>
                <a:lnTo>
                  <a:pt x="1852676" y="560527"/>
                </a:lnTo>
                <a:close/>
              </a:path>
              <a:path w="1852929" h="579120">
                <a:moveTo>
                  <a:pt x="76111" y="0"/>
                </a:moveTo>
                <a:lnTo>
                  <a:pt x="0" y="38074"/>
                </a:lnTo>
                <a:lnTo>
                  <a:pt x="76111" y="76149"/>
                </a:lnTo>
                <a:lnTo>
                  <a:pt x="76111" y="47218"/>
                </a:lnTo>
                <a:lnTo>
                  <a:pt x="62407" y="47218"/>
                </a:lnTo>
                <a:lnTo>
                  <a:pt x="62407" y="28930"/>
                </a:lnTo>
                <a:lnTo>
                  <a:pt x="76111" y="28930"/>
                </a:lnTo>
                <a:lnTo>
                  <a:pt x="76111" y="0"/>
                </a:lnTo>
                <a:close/>
              </a:path>
              <a:path w="1852929" h="579120">
                <a:moveTo>
                  <a:pt x="76111" y="28930"/>
                </a:moveTo>
                <a:lnTo>
                  <a:pt x="62407" y="28930"/>
                </a:lnTo>
                <a:lnTo>
                  <a:pt x="62407" y="47218"/>
                </a:lnTo>
                <a:lnTo>
                  <a:pt x="76111" y="47218"/>
                </a:lnTo>
                <a:lnTo>
                  <a:pt x="76111" y="28930"/>
                </a:lnTo>
                <a:close/>
              </a:path>
              <a:path w="1852929" h="579120">
                <a:moveTo>
                  <a:pt x="931659" y="28930"/>
                </a:moveTo>
                <a:lnTo>
                  <a:pt x="76111" y="28930"/>
                </a:lnTo>
                <a:lnTo>
                  <a:pt x="76111" y="47218"/>
                </a:lnTo>
                <a:lnTo>
                  <a:pt x="916444" y="47218"/>
                </a:lnTo>
                <a:lnTo>
                  <a:pt x="916444" y="38074"/>
                </a:lnTo>
                <a:lnTo>
                  <a:pt x="936231" y="38074"/>
                </a:lnTo>
                <a:lnTo>
                  <a:pt x="936231" y="33502"/>
                </a:lnTo>
                <a:lnTo>
                  <a:pt x="931659" y="28930"/>
                </a:lnTo>
                <a:close/>
              </a:path>
              <a:path w="1852929" h="579120">
                <a:moveTo>
                  <a:pt x="936231" y="38074"/>
                </a:moveTo>
                <a:lnTo>
                  <a:pt x="916444" y="38074"/>
                </a:lnTo>
                <a:lnTo>
                  <a:pt x="925576" y="47218"/>
                </a:lnTo>
                <a:lnTo>
                  <a:pt x="936231" y="47218"/>
                </a:lnTo>
                <a:lnTo>
                  <a:pt x="936231" y="3807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046711" y="5792660"/>
            <a:ext cx="2254885" cy="1025525"/>
          </a:xfrm>
          <a:custGeom>
            <a:avLst/>
            <a:gdLst/>
            <a:ahLst/>
            <a:cxnLst/>
            <a:rect l="l" t="t" r="r" b="b"/>
            <a:pathLst>
              <a:path w="2254884" h="1025525">
                <a:moveTo>
                  <a:pt x="2248484" y="0"/>
                </a:moveTo>
                <a:lnTo>
                  <a:pt x="4571" y="0"/>
                </a:lnTo>
                <a:lnTo>
                  <a:pt x="0" y="4571"/>
                </a:lnTo>
                <a:lnTo>
                  <a:pt x="0" y="1020521"/>
                </a:lnTo>
                <a:lnTo>
                  <a:pt x="4571" y="1025093"/>
                </a:lnTo>
                <a:lnTo>
                  <a:pt x="2248484" y="1025093"/>
                </a:lnTo>
                <a:lnTo>
                  <a:pt x="2254580" y="1020521"/>
                </a:lnTo>
                <a:lnTo>
                  <a:pt x="2254580" y="1012913"/>
                </a:lnTo>
                <a:lnTo>
                  <a:pt x="24358" y="1012913"/>
                </a:lnTo>
                <a:lnTo>
                  <a:pt x="12179" y="1000721"/>
                </a:lnTo>
                <a:lnTo>
                  <a:pt x="24358" y="1000721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79"/>
                </a:lnTo>
                <a:lnTo>
                  <a:pt x="2254580" y="12179"/>
                </a:lnTo>
                <a:lnTo>
                  <a:pt x="2254580" y="4571"/>
                </a:lnTo>
                <a:lnTo>
                  <a:pt x="2248484" y="0"/>
                </a:lnTo>
                <a:close/>
              </a:path>
              <a:path w="2254884" h="1025525">
                <a:moveTo>
                  <a:pt x="24358" y="1000721"/>
                </a:moveTo>
                <a:lnTo>
                  <a:pt x="12179" y="1000721"/>
                </a:lnTo>
                <a:lnTo>
                  <a:pt x="24358" y="1012913"/>
                </a:lnTo>
                <a:lnTo>
                  <a:pt x="24358" y="1000721"/>
                </a:lnTo>
                <a:close/>
              </a:path>
              <a:path w="2254884" h="1025525">
                <a:moveTo>
                  <a:pt x="2228697" y="1000721"/>
                </a:moveTo>
                <a:lnTo>
                  <a:pt x="24358" y="1000721"/>
                </a:lnTo>
                <a:lnTo>
                  <a:pt x="24358" y="1012913"/>
                </a:lnTo>
                <a:lnTo>
                  <a:pt x="2228697" y="1012913"/>
                </a:lnTo>
                <a:lnTo>
                  <a:pt x="2228697" y="1000721"/>
                </a:lnTo>
                <a:close/>
              </a:path>
              <a:path w="2254884" h="1025525">
                <a:moveTo>
                  <a:pt x="2228697" y="12179"/>
                </a:moveTo>
                <a:lnTo>
                  <a:pt x="2228697" y="1012913"/>
                </a:lnTo>
                <a:lnTo>
                  <a:pt x="2242400" y="1000721"/>
                </a:lnTo>
                <a:lnTo>
                  <a:pt x="2254580" y="1000721"/>
                </a:lnTo>
                <a:lnTo>
                  <a:pt x="2254580" y="24371"/>
                </a:lnTo>
                <a:lnTo>
                  <a:pt x="2242400" y="24371"/>
                </a:lnTo>
                <a:lnTo>
                  <a:pt x="2228697" y="12179"/>
                </a:lnTo>
                <a:close/>
              </a:path>
              <a:path w="2254884" h="1025525">
                <a:moveTo>
                  <a:pt x="2254580" y="1000721"/>
                </a:moveTo>
                <a:lnTo>
                  <a:pt x="2242400" y="1000721"/>
                </a:lnTo>
                <a:lnTo>
                  <a:pt x="2228697" y="1012913"/>
                </a:lnTo>
                <a:lnTo>
                  <a:pt x="2254580" y="1012913"/>
                </a:lnTo>
                <a:lnTo>
                  <a:pt x="2254580" y="1000721"/>
                </a:lnTo>
                <a:close/>
              </a:path>
              <a:path w="2254884" h="1025525">
                <a:moveTo>
                  <a:pt x="24358" y="12179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79"/>
                </a:lnTo>
                <a:close/>
              </a:path>
              <a:path w="2254884" h="1025525">
                <a:moveTo>
                  <a:pt x="2228697" y="12179"/>
                </a:moveTo>
                <a:lnTo>
                  <a:pt x="24358" y="12179"/>
                </a:lnTo>
                <a:lnTo>
                  <a:pt x="24358" y="24371"/>
                </a:lnTo>
                <a:lnTo>
                  <a:pt x="2228697" y="24371"/>
                </a:lnTo>
                <a:lnTo>
                  <a:pt x="2228697" y="12179"/>
                </a:lnTo>
                <a:close/>
              </a:path>
              <a:path w="2254884" h="1025525">
                <a:moveTo>
                  <a:pt x="2254580" y="12179"/>
                </a:moveTo>
                <a:lnTo>
                  <a:pt x="2228697" y="12179"/>
                </a:lnTo>
                <a:lnTo>
                  <a:pt x="2242400" y="24371"/>
                </a:lnTo>
                <a:lnTo>
                  <a:pt x="2254580" y="24371"/>
                </a:lnTo>
                <a:lnTo>
                  <a:pt x="2254580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397846" y="2869666"/>
            <a:ext cx="3786504" cy="2935605"/>
          </a:xfrm>
          <a:custGeom>
            <a:avLst/>
            <a:gdLst/>
            <a:ahLst/>
            <a:cxnLst/>
            <a:rect l="l" t="t" r="r" b="b"/>
            <a:pathLst>
              <a:path w="3786504" h="2935604">
                <a:moveTo>
                  <a:pt x="3766261" y="38087"/>
                </a:moveTo>
                <a:lnTo>
                  <a:pt x="3766261" y="2935173"/>
                </a:lnTo>
                <a:lnTo>
                  <a:pt x="3786047" y="2935173"/>
                </a:lnTo>
                <a:lnTo>
                  <a:pt x="3786047" y="47218"/>
                </a:lnTo>
                <a:lnTo>
                  <a:pt x="3775392" y="47218"/>
                </a:lnTo>
                <a:lnTo>
                  <a:pt x="3766261" y="38087"/>
                </a:lnTo>
                <a:close/>
              </a:path>
              <a:path w="3786504" h="2935604">
                <a:moveTo>
                  <a:pt x="76123" y="0"/>
                </a:moveTo>
                <a:lnTo>
                  <a:pt x="0" y="38087"/>
                </a:lnTo>
                <a:lnTo>
                  <a:pt x="76123" y="76161"/>
                </a:lnTo>
                <a:lnTo>
                  <a:pt x="76123" y="47218"/>
                </a:lnTo>
                <a:lnTo>
                  <a:pt x="62420" y="47218"/>
                </a:lnTo>
                <a:lnTo>
                  <a:pt x="62420" y="28943"/>
                </a:lnTo>
                <a:lnTo>
                  <a:pt x="76123" y="28943"/>
                </a:lnTo>
                <a:lnTo>
                  <a:pt x="76123" y="0"/>
                </a:lnTo>
                <a:close/>
              </a:path>
              <a:path w="3786504" h="2935604">
                <a:moveTo>
                  <a:pt x="76123" y="28943"/>
                </a:moveTo>
                <a:lnTo>
                  <a:pt x="62420" y="28943"/>
                </a:lnTo>
                <a:lnTo>
                  <a:pt x="62420" y="47218"/>
                </a:lnTo>
                <a:lnTo>
                  <a:pt x="76123" y="47218"/>
                </a:lnTo>
                <a:lnTo>
                  <a:pt x="76123" y="28943"/>
                </a:lnTo>
                <a:close/>
              </a:path>
              <a:path w="3786504" h="2935604">
                <a:moveTo>
                  <a:pt x="3781488" y="28943"/>
                </a:moveTo>
                <a:lnTo>
                  <a:pt x="76123" y="28943"/>
                </a:lnTo>
                <a:lnTo>
                  <a:pt x="76123" y="47218"/>
                </a:lnTo>
                <a:lnTo>
                  <a:pt x="3766261" y="47218"/>
                </a:lnTo>
                <a:lnTo>
                  <a:pt x="3766261" y="38087"/>
                </a:lnTo>
                <a:lnTo>
                  <a:pt x="3786047" y="38087"/>
                </a:lnTo>
                <a:lnTo>
                  <a:pt x="3786047" y="31991"/>
                </a:lnTo>
                <a:lnTo>
                  <a:pt x="3781488" y="28943"/>
                </a:lnTo>
                <a:close/>
              </a:path>
              <a:path w="3786504" h="2935604">
                <a:moveTo>
                  <a:pt x="3786047" y="38087"/>
                </a:moveTo>
                <a:lnTo>
                  <a:pt x="3766261" y="38087"/>
                </a:lnTo>
                <a:lnTo>
                  <a:pt x="3775392" y="47218"/>
                </a:lnTo>
                <a:lnTo>
                  <a:pt x="3786047" y="47218"/>
                </a:lnTo>
                <a:lnTo>
                  <a:pt x="3786047" y="3808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16240" y="1517091"/>
            <a:ext cx="1743075" cy="421005"/>
          </a:xfrm>
          <a:custGeom>
            <a:avLst/>
            <a:gdLst/>
            <a:ahLst/>
            <a:cxnLst/>
            <a:rect l="l" t="t" r="r" b="b"/>
            <a:pathLst>
              <a:path w="1743075" h="421005">
                <a:moveTo>
                  <a:pt x="1736979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414299"/>
                </a:lnTo>
                <a:lnTo>
                  <a:pt x="6083" y="420395"/>
                </a:lnTo>
                <a:lnTo>
                  <a:pt x="1736979" y="420395"/>
                </a:lnTo>
                <a:lnTo>
                  <a:pt x="1743075" y="414299"/>
                </a:lnTo>
                <a:lnTo>
                  <a:pt x="1743075" y="408203"/>
                </a:lnTo>
                <a:lnTo>
                  <a:pt x="24358" y="408203"/>
                </a:lnTo>
                <a:lnTo>
                  <a:pt x="12179" y="394500"/>
                </a:lnTo>
                <a:lnTo>
                  <a:pt x="24358" y="394500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03"/>
                </a:lnTo>
                <a:lnTo>
                  <a:pt x="1743075" y="13703"/>
                </a:lnTo>
                <a:lnTo>
                  <a:pt x="1743075" y="6083"/>
                </a:lnTo>
                <a:lnTo>
                  <a:pt x="1736979" y="0"/>
                </a:lnTo>
                <a:close/>
              </a:path>
              <a:path w="1743075" h="421005">
                <a:moveTo>
                  <a:pt x="24358" y="394500"/>
                </a:moveTo>
                <a:lnTo>
                  <a:pt x="12179" y="394500"/>
                </a:lnTo>
                <a:lnTo>
                  <a:pt x="24358" y="408203"/>
                </a:lnTo>
                <a:lnTo>
                  <a:pt x="24358" y="394500"/>
                </a:lnTo>
                <a:close/>
              </a:path>
              <a:path w="1743075" h="421005">
                <a:moveTo>
                  <a:pt x="1718716" y="394500"/>
                </a:moveTo>
                <a:lnTo>
                  <a:pt x="24358" y="394500"/>
                </a:lnTo>
                <a:lnTo>
                  <a:pt x="24358" y="408203"/>
                </a:lnTo>
                <a:lnTo>
                  <a:pt x="1718716" y="408203"/>
                </a:lnTo>
                <a:lnTo>
                  <a:pt x="1718716" y="394500"/>
                </a:lnTo>
                <a:close/>
              </a:path>
              <a:path w="1743075" h="421005">
                <a:moveTo>
                  <a:pt x="1718716" y="13703"/>
                </a:moveTo>
                <a:lnTo>
                  <a:pt x="1718716" y="408203"/>
                </a:lnTo>
                <a:lnTo>
                  <a:pt x="1730895" y="394500"/>
                </a:lnTo>
                <a:lnTo>
                  <a:pt x="1743075" y="394500"/>
                </a:lnTo>
                <a:lnTo>
                  <a:pt x="1743075" y="25895"/>
                </a:lnTo>
                <a:lnTo>
                  <a:pt x="1730895" y="25895"/>
                </a:lnTo>
                <a:lnTo>
                  <a:pt x="1718716" y="13703"/>
                </a:lnTo>
                <a:close/>
              </a:path>
              <a:path w="1743075" h="421005">
                <a:moveTo>
                  <a:pt x="1743075" y="394500"/>
                </a:moveTo>
                <a:lnTo>
                  <a:pt x="1730895" y="394500"/>
                </a:lnTo>
                <a:lnTo>
                  <a:pt x="1718716" y="408203"/>
                </a:lnTo>
                <a:lnTo>
                  <a:pt x="1743075" y="408203"/>
                </a:lnTo>
                <a:lnTo>
                  <a:pt x="1743075" y="394500"/>
                </a:lnTo>
                <a:close/>
              </a:path>
              <a:path w="1743075" h="421005">
                <a:moveTo>
                  <a:pt x="24358" y="13703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03"/>
                </a:lnTo>
                <a:close/>
              </a:path>
              <a:path w="1743075" h="421005">
                <a:moveTo>
                  <a:pt x="1718716" y="13703"/>
                </a:moveTo>
                <a:lnTo>
                  <a:pt x="24358" y="13703"/>
                </a:lnTo>
                <a:lnTo>
                  <a:pt x="24358" y="25895"/>
                </a:lnTo>
                <a:lnTo>
                  <a:pt x="1718716" y="25895"/>
                </a:lnTo>
                <a:lnTo>
                  <a:pt x="1718716" y="13703"/>
                </a:lnTo>
                <a:close/>
              </a:path>
              <a:path w="1743075" h="421005">
                <a:moveTo>
                  <a:pt x="1743075" y="13703"/>
                </a:moveTo>
                <a:lnTo>
                  <a:pt x="1718716" y="13703"/>
                </a:lnTo>
                <a:lnTo>
                  <a:pt x="1730895" y="25895"/>
                </a:lnTo>
                <a:lnTo>
                  <a:pt x="1743075" y="25895"/>
                </a:lnTo>
                <a:lnTo>
                  <a:pt x="1743075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958759" y="2114169"/>
            <a:ext cx="1649095" cy="253365"/>
          </a:xfrm>
          <a:custGeom>
            <a:avLst/>
            <a:gdLst/>
            <a:ahLst/>
            <a:cxnLst/>
            <a:rect l="l" t="t" r="r" b="b"/>
            <a:pathLst>
              <a:path w="1649095" h="253364">
                <a:moveTo>
                  <a:pt x="1642605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246760"/>
                </a:lnTo>
                <a:lnTo>
                  <a:pt x="6096" y="252856"/>
                </a:lnTo>
                <a:lnTo>
                  <a:pt x="1642605" y="252856"/>
                </a:lnTo>
                <a:lnTo>
                  <a:pt x="1648688" y="246760"/>
                </a:lnTo>
                <a:lnTo>
                  <a:pt x="1648688" y="240664"/>
                </a:lnTo>
                <a:lnTo>
                  <a:pt x="25882" y="240664"/>
                </a:lnTo>
                <a:lnTo>
                  <a:pt x="12179" y="226961"/>
                </a:lnTo>
                <a:lnTo>
                  <a:pt x="25882" y="22696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1648688" y="12191"/>
                </a:lnTo>
                <a:lnTo>
                  <a:pt x="1648688" y="4571"/>
                </a:lnTo>
                <a:lnTo>
                  <a:pt x="1642605" y="0"/>
                </a:lnTo>
                <a:close/>
              </a:path>
              <a:path w="1649095" h="253364">
                <a:moveTo>
                  <a:pt x="25882" y="226961"/>
                </a:moveTo>
                <a:lnTo>
                  <a:pt x="12179" y="226961"/>
                </a:lnTo>
                <a:lnTo>
                  <a:pt x="25882" y="240664"/>
                </a:lnTo>
                <a:lnTo>
                  <a:pt x="25882" y="226961"/>
                </a:lnTo>
                <a:close/>
              </a:path>
              <a:path w="1649095" h="253364">
                <a:moveTo>
                  <a:pt x="1622818" y="226961"/>
                </a:moveTo>
                <a:lnTo>
                  <a:pt x="25882" y="226961"/>
                </a:lnTo>
                <a:lnTo>
                  <a:pt x="25882" y="240664"/>
                </a:lnTo>
                <a:lnTo>
                  <a:pt x="1622818" y="240664"/>
                </a:lnTo>
                <a:lnTo>
                  <a:pt x="1622818" y="226961"/>
                </a:lnTo>
                <a:close/>
              </a:path>
              <a:path w="1649095" h="253364">
                <a:moveTo>
                  <a:pt x="1622818" y="12191"/>
                </a:moveTo>
                <a:lnTo>
                  <a:pt x="1622818" y="240664"/>
                </a:lnTo>
                <a:lnTo>
                  <a:pt x="1636509" y="226961"/>
                </a:lnTo>
                <a:lnTo>
                  <a:pt x="1648688" y="226961"/>
                </a:lnTo>
                <a:lnTo>
                  <a:pt x="1648688" y="24371"/>
                </a:lnTo>
                <a:lnTo>
                  <a:pt x="1636509" y="24371"/>
                </a:lnTo>
                <a:lnTo>
                  <a:pt x="1622818" y="12191"/>
                </a:lnTo>
                <a:close/>
              </a:path>
              <a:path w="1649095" h="253364">
                <a:moveTo>
                  <a:pt x="1648688" y="226961"/>
                </a:moveTo>
                <a:lnTo>
                  <a:pt x="1636509" y="226961"/>
                </a:lnTo>
                <a:lnTo>
                  <a:pt x="1622818" y="240664"/>
                </a:lnTo>
                <a:lnTo>
                  <a:pt x="1648688" y="240664"/>
                </a:lnTo>
                <a:lnTo>
                  <a:pt x="1648688" y="226961"/>
                </a:lnTo>
                <a:close/>
              </a:path>
              <a:path w="1649095" h="253364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1649095" h="253364">
                <a:moveTo>
                  <a:pt x="1622818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1622818" y="24371"/>
                </a:lnTo>
                <a:lnTo>
                  <a:pt x="1622818" y="12191"/>
                </a:lnTo>
                <a:close/>
              </a:path>
              <a:path w="1649095" h="253364">
                <a:moveTo>
                  <a:pt x="1648688" y="12191"/>
                </a:moveTo>
                <a:lnTo>
                  <a:pt x="1622818" y="12191"/>
                </a:lnTo>
                <a:lnTo>
                  <a:pt x="1636509" y="24371"/>
                </a:lnTo>
                <a:lnTo>
                  <a:pt x="1648688" y="24371"/>
                </a:lnTo>
                <a:lnTo>
                  <a:pt x="1648688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301750" y="1172857"/>
            <a:ext cx="5186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시간설정을 위해 시계 동작 코드의 수정</a:t>
            </a:r>
            <a:endParaRPr lang="ko-KR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10320" y="528548"/>
            <a:ext cx="135496" cy="134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4134" y="528548"/>
            <a:ext cx="119480" cy="134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2555" y="525500"/>
            <a:ext cx="126352" cy="140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26397" y="592518"/>
            <a:ext cx="127876" cy="837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83776" y="488937"/>
            <a:ext cx="165925" cy="990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7764" y="505701"/>
            <a:ext cx="127876" cy="169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dirty="0">
                <a:solidFill>
                  <a:srgbClr val="002060"/>
                </a:solidFill>
                <a:latin typeface="Times New Roman"/>
                <a:cs typeface="Times New Roman"/>
              </a:rPr>
              <a:t>5. </a:t>
            </a:r>
            <a:r>
              <a:rPr spc="-5" dirty="0">
                <a:solidFill>
                  <a:srgbClr val="002060"/>
                </a:solidFill>
                <a:latin typeface="Times New Roman"/>
                <a:cs typeface="Times New Roman"/>
              </a:rPr>
              <a:t>Schematic Symbol </a:t>
            </a:r>
            <a:r>
              <a:rPr spc="-5" dirty="0">
                <a:solidFill>
                  <a:srgbClr val="002060"/>
                </a:solidFill>
              </a:rPr>
              <a:t>생성과 </a:t>
            </a:r>
            <a:r>
              <a:rPr spc="-5" dirty="0">
                <a:solidFill>
                  <a:srgbClr val="002060"/>
                </a:solidFill>
                <a:latin typeface="Times New Roman"/>
                <a:cs typeface="Times New Roman"/>
              </a:rPr>
              <a:t>Schematic</a:t>
            </a:r>
            <a:r>
              <a:rPr spc="-30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2060"/>
                </a:solidFill>
              </a:rPr>
              <a:t>설계</a:t>
            </a:r>
          </a:p>
        </p:txBody>
      </p:sp>
      <p:sp>
        <p:nvSpPr>
          <p:cNvPr id="12" name="object 12"/>
          <p:cNvSpPr/>
          <p:nvPr/>
        </p:nvSpPr>
        <p:spPr>
          <a:xfrm>
            <a:off x="1732419" y="1226159"/>
            <a:ext cx="94386" cy="13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9120" y="1293177"/>
            <a:ext cx="127876" cy="85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26499" y="1189608"/>
            <a:ext cx="165938" cy="989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28975" y="1206360"/>
            <a:ext cx="129400" cy="169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0895" y="1675498"/>
            <a:ext cx="50241" cy="152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51429" y="1594764"/>
            <a:ext cx="101631" cy="1340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45244" y="1600860"/>
            <a:ext cx="119480" cy="12795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16988" y="1600860"/>
            <a:ext cx="119482" cy="12795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02140" y="1591729"/>
            <a:ext cx="109613" cy="14013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46196" y="1654175"/>
            <a:ext cx="158318" cy="9291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40100" y="1562785"/>
            <a:ext cx="91338" cy="822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73018" y="1594764"/>
            <a:ext cx="112649" cy="1310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01070" y="1555165"/>
            <a:ext cx="184200" cy="19192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55679" y="1690725"/>
            <a:ext cx="137007" cy="2437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58347" y="1582585"/>
            <a:ext cx="117221" cy="12033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69370" y="1567357"/>
            <a:ext cx="97832" cy="9596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69954" y="1570405"/>
            <a:ext cx="106552" cy="1218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19991" y="1698345"/>
            <a:ext cx="176580" cy="1979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26646" y="1573441"/>
            <a:ext cx="143103" cy="715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47385" y="1571917"/>
            <a:ext cx="123316" cy="8835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46813" y="1571917"/>
            <a:ext cx="130924" cy="10205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18732" y="1666354"/>
            <a:ext cx="126352" cy="7920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76683" y="1564309"/>
            <a:ext cx="176593" cy="9748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74587" y="1555165"/>
            <a:ext cx="167462" cy="10966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30895" y="2041067"/>
            <a:ext cx="50241" cy="152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51429" y="1960333"/>
            <a:ext cx="101635" cy="13403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45244" y="1966429"/>
            <a:ext cx="119479" cy="1279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16988" y="1966429"/>
            <a:ext cx="119481" cy="1279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02140" y="1957285"/>
            <a:ext cx="109613" cy="1401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46196" y="2019731"/>
            <a:ext cx="158318" cy="9292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40100" y="1928342"/>
            <a:ext cx="91338" cy="8225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273018" y="1960333"/>
            <a:ext cx="112649" cy="13098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02594" y="2007552"/>
            <a:ext cx="176593" cy="10205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28477" y="1922259"/>
            <a:ext cx="127876" cy="7462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93361" y="2038019"/>
            <a:ext cx="123304" cy="7006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885169" y="2031923"/>
            <a:ext cx="127876" cy="7768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85169" y="1923783"/>
            <a:ext cx="124828" cy="6396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86121" y="1937486"/>
            <a:ext cx="130924" cy="10205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655299" y="1926818"/>
            <a:ext cx="89807" cy="10358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354053" y="2036495"/>
            <a:ext cx="129400" cy="7616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59564" y="2031923"/>
            <a:ext cx="126352" cy="7920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752896" y="2050199"/>
            <a:ext cx="127876" cy="56362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33110" y="1969477"/>
            <a:ext cx="94722" cy="7158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14467" y="1929866"/>
            <a:ext cx="80792" cy="10053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515419" y="1920735"/>
            <a:ext cx="167449" cy="10966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17985" y="1925294"/>
            <a:ext cx="63944" cy="103581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76683" y="2039543"/>
            <a:ext cx="176593" cy="7311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91910" y="1919211"/>
            <a:ext cx="146138" cy="11271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227876" y="1957285"/>
            <a:ext cx="94373" cy="13403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212825" y="2024303"/>
            <a:ext cx="127876" cy="85305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170191" y="1920735"/>
            <a:ext cx="165938" cy="9899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372667" y="1937486"/>
            <a:ext cx="129400" cy="169075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377708" y="1172857"/>
            <a:ext cx="271364" cy="270013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11402" y="2643211"/>
            <a:ext cx="8973293" cy="33728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86942" y="528548"/>
            <a:ext cx="158318" cy="137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9415" y="633641"/>
            <a:ext cx="176593" cy="21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6537" y="607745"/>
            <a:ext cx="126352" cy="654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77606" y="501129"/>
            <a:ext cx="152234" cy="883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475" y="507225"/>
            <a:ext cx="176593" cy="1401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95298" y="505701"/>
            <a:ext cx="127876" cy="974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83968" y="528548"/>
            <a:ext cx="135496" cy="13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37829" y="528548"/>
            <a:ext cx="138531" cy="1370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16036" y="528548"/>
            <a:ext cx="114173" cy="1340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30017" y="610793"/>
            <a:ext cx="126352" cy="685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91003" y="502653"/>
            <a:ext cx="176593" cy="1736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04134" y="488937"/>
            <a:ext cx="152234" cy="1127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87294" y="592518"/>
            <a:ext cx="127876" cy="8376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44660" y="488937"/>
            <a:ext cx="165938" cy="990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348660" y="505701"/>
            <a:ext cx="127876" cy="16906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80"/>
              </a:spcBef>
            </a:pPr>
            <a:r>
              <a:rPr spc="-5" dirty="0">
                <a:solidFill>
                  <a:srgbClr val="002060"/>
                </a:solidFill>
                <a:latin typeface="Times New Roman"/>
                <a:cs typeface="Times New Roman"/>
              </a:rPr>
              <a:t>7-</a:t>
            </a:r>
            <a:r>
              <a:rPr spc="-5" dirty="0">
                <a:solidFill>
                  <a:srgbClr val="002060"/>
                </a:solidFill>
              </a:rPr>
              <a:t>세그먼트 </a:t>
            </a:r>
            <a:r>
              <a:rPr spc="-10" dirty="0">
                <a:solidFill>
                  <a:srgbClr val="002060"/>
                </a:solidFill>
                <a:latin typeface="Times New Roman"/>
                <a:cs typeface="Times New Roman"/>
              </a:rPr>
              <a:t>FND</a:t>
            </a:r>
            <a:r>
              <a:rPr spc="-27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2060"/>
                </a:solidFill>
              </a:rPr>
              <a:t>출력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09915" y="1401838"/>
            <a:ext cx="65951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8450" algn="l"/>
              </a:tabLst>
            </a:pPr>
            <a:r>
              <a:rPr sz="1600" spc="-5" dirty="0">
                <a:latin typeface="Times New Roman"/>
                <a:cs typeface="Times New Roman"/>
              </a:rPr>
              <a:t>-	</a:t>
            </a:r>
            <a:r>
              <a:rPr sz="1600" b="1" spc="-5" dirty="0">
                <a:latin typeface="맑은 고딕"/>
                <a:cs typeface="맑은 고딕"/>
              </a:rPr>
              <a:t>모드</a:t>
            </a:r>
            <a:r>
              <a:rPr sz="1600" b="1" spc="-5" dirty="0">
                <a:latin typeface="Times New Roman"/>
                <a:cs typeface="Times New Roman"/>
              </a:rPr>
              <a:t>0,1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Wingdings"/>
                <a:cs typeface="Wingdings"/>
              </a:rPr>
              <a:t>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디지털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클럭</a:t>
            </a:r>
            <a:r>
              <a:rPr sz="1600" b="1" spc="-5" dirty="0">
                <a:latin typeface="Times New Roman"/>
                <a:cs typeface="Times New Roman"/>
              </a:rPr>
              <a:t>, </a:t>
            </a:r>
            <a:r>
              <a:rPr sz="1600" b="1" spc="-5" dirty="0">
                <a:latin typeface="맑은 고딕"/>
                <a:cs typeface="맑은 고딕"/>
              </a:rPr>
              <a:t>모드</a:t>
            </a:r>
            <a:r>
              <a:rPr sz="1600" b="1" spc="-5" dirty="0">
                <a:latin typeface="Times New Roman"/>
                <a:cs typeface="Times New Roman"/>
              </a:rPr>
              <a:t>2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Wingdings"/>
                <a:cs typeface="Wingdings"/>
              </a:rPr>
              <a:t>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알람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로직</a:t>
            </a:r>
            <a:r>
              <a:rPr sz="1600" b="1" spc="-5" dirty="0">
                <a:latin typeface="Times New Roman"/>
                <a:cs typeface="Times New Roman"/>
              </a:rPr>
              <a:t>, </a:t>
            </a:r>
            <a:r>
              <a:rPr sz="1600" b="1" spc="-5" dirty="0">
                <a:latin typeface="맑은 고딕"/>
                <a:cs typeface="맑은 고딕"/>
              </a:rPr>
              <a:t>모드</a:t>
            </a:r>
            <a:r>
              <a:rPr sz="1600" b="1" spc="-5" dirty="0">
                <a:latin typeface="Times New Roman"/>
                <a:cs typeface="Times New Roman"/>
              </a:rPr>
              <a:t>3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Wingdings"/>
                <a:cs typeface="Wingdings"/>
              </a:rPr>
              <a:t>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타이머</a:t>
            </a:r>
            <a:r>
              <a:rPr sz="1600" b="1" spc="-17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로직</a:t>
            </a:r>
            <a:r>
              <a:rPr sz="1600" b="1" spc="-16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출력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77708" y="1072324"/>
            <a:ext cx="271364" cy="27151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77708" y="1849145"/>
            <a:ext cx="271364" cy="27151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35761" y="2261920"/>
            <a:ext cx="6181256" cy="44629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406639" y="3229140"/>
            <a:ext cx="4737735" cy="1785620"/>
          </a:xfrm>
          <a:custGeom>
            <a:avLst/>
            <a:gdLst/>
            <a:ahLst/>
            <a:cxnLst/>
            <a:rect l="l" t="t" r="r" b="b"/>
            <a:pathLst>
              <a:path w="4737735" h="1785620">
                <a:moveTo>
                  <a:pt x="4731410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1779079"/>
                </a:lnTo>
                <a:lnTo>
                  <a:pt x="6083" y="1785175"/>
                </a:lnTo>
                <a:lnTo>
                  <a:pt x="4731410" y="1785175"/>
                </a:lnTo>
                <a:lnTo>
                  <a:pt x="4737506" y="1779079"/>
                </a:lnTo>
                <a:lnTo>
                  <a:pt x="4737506" y="1772983"/>
                </a:lnTo>
                <a:lnTo>
                  <a:pt x="24358" y="1772983"/>
                </a:lnTo>
                <a:lnTo>
                  <a:pt x="12179" y="1759280"/>
                </a:lnTo>
                <a:lnTo>
                  <a:pt x="24358" y="1759280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2"/>
                </a:lnTo>
                <a:lnTo>
                  <a:pt x="4737506" y="12192"/>
                </a:lnTo>
                <a:lnTo>
                  <a:pt x="4737506" y="6096"/>
                </a:lnTo>
                <a:lnTo>
                  <a:pt x="4731410" y="0"/>
                </a:lnTo>
                <a:close/>
              </a:path>
              <a:path w="4737735" h="1785620">
                <a:moveTo>
                  <a:pt x="24358" y="1759280"/>
                </a:moveTo>
                <a:lnTo>
                  <a:pt x="12179" y="1759280"/>
                </a:lnTo>
                <a:lnTo>
                  <a:pt x="24358" y="1772983"/>
                </a:lnTo>
                <a:lnTo>
                  <a:pt x="24358" y="1759280"/>
                </a:lnTo>
                <a:close/>
              </a:path>
              <a:path w="4737735" h="1785620">
                <a:moveTo>
                  <a:pt x="4711623" y="1759280"/>
                </a:moveTo>
                <a:lnTo>
                  <a:pt x="24358" y="1759280"/>
                </a:lnTo>
                <a:lnTo>
                  <a:pt x="24358" y="1772983"/>
                </a:lnTo>
                <a:lnTo>
                  <a:pt x="4711623" y="1772983"/>
                </a:lnTo>
                <a:lnTo>
                  <a:pt x="4711623" y="1759280"/>
                </a:lnTo>
                <a:close/>
              </a:path>
              <a:path w="4737735" h="1785620">
                <a:moveTo>
                  <a:pt x="4711623" y="12192"/>
                </a:moveTo>
                <a:lnTo>
                  <a:pt x="4711623" y="1772983"/>
                </a:lnTo>
                <a:lnTo>
                  <a:pt x="4723803" y="1759280"/>
                </a:lnTo>
                <a:lnTo>
                  <a:pt x="4737506" y="1759280"/>
                </a:lnTo>
                <a:lnTo>
                  <a:pt x="4737506" y="25895"/>
                </a:lnTo>
                <a:lnTo>
                  <a:pt x="4723803" y="25895"/>
                </a:lnTo>
                <a:lnTo>
                  <a:pt x="4711623" y="12192"/>
                </a:lnTo>
                <a:close/>
              </a:path>
              <a:path w="4737735" h="1785620">
                <a:moveTo>
                  <a:pt x="4737506" y="1759280"/>
                </a:moveTo>
                <a:lnTo>
                  <a:pt x="4723803" y="1759280"/>
                </a:lnTo>
                <a:lnTo>
                  <a:pt x="4711623" y="1772983"/>
                </a:lnTo>
                <a:lnTo>
                  <a:pt x="4737506" y="1772983"/>
                </a:lnTo>
                <a:lnTo>
                  <a:pt x="4737506" y="1759280"/>
                </a:lnTo>
                <a:close/>
              </a:path>
              <a:path w="4737735" h="1785620">
                <a:moveTo>
                  <a:pt x="24358" y="12192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2"/>
                </a:lnTo>
                <a:close/>
              </a:path>
              <a:path w="4737735" h="1785620">
                <a:moveTo>
                  <a:pt x="4711623" y="12192"/>
                </a:moveTo>
                <a:lnTo>
                  <a:pt x="24358" y="12192"/>
                </a:lnTo>
                <a:lnTo>
                  <a:pt x="24358" y="25895"/>
                </a:lnTo>
                <a:lnTo>
                  <a:pt x="4711623" y="25895"/>
                </a:lnTo>
                <a:lnTo>
                  <a:pt x="4711623" y="12192"/>
                </a:lnTo>
                <a:close/>
              </a:path>
              <a:path w="4737735" h="1785620">
                <a:moveTo>
                  <a:pt x="4737506" y="12192"/>
                </a:moveTo>
                <a:lnTo>
                  <a:pt x="4711623" y="12192"/>
                </a:lnTo>
                <a:lnTo>
                  <a:pt x="4723803" y="25895"/>
                </a:lnTo>
                <a:lnTo>
                  <a:pt x="4737506" y="25895"/>
                </a:lnTo>
                <a:lnTo>
                  <a:pt x="4737506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406639" y="5088940"/>
            <a:ext cx="4737735" cy="1785620"/>
          </a:xfrm>
          <a:custGeom>
            <a:avLst/>
            <a:gdLst/>
            <a:ahLst/>
            <a:cxnLst/>
            <a:rect l="l" t="t" r="r" b="b"/>
            <a:pathLst>
              <a:path w="4737735" h="1785620">
                <a:moveTo>
                  <a:pt x="4731410" y="0"/>
                </a:moveTo>
                <a:lnTo>
                  <a:pt x="6083" y="0"/>
                </a:lnTo>
                <a:lnTo>
                  <a:pt x="0" y="4571"/>
                </a:lnTo>
                <a:lnTo>
                  <a:pt x="0" y="1779079"/>
                </a:lnTo>
                <a:lnTo>
                  <a:pt x="6083" y="1785175"/>
                </a:lnTo>
                <a:lnTo>
                  <a:pt x="4731410" y="1785175"/>
                </a:lnTo>
                <a:lnTo>
                  <a:pt x="4737506" y="1779079"/>
                </a:lnTo>
                <a:lnTo>
                  <a:pt x="4737506" y="1772983"/>
                </a:lnTo>
                <a:lnTo>
                  <a:pt x="24358" y="1772983"/>
                </a:lnTo>
                <a:lnTo>
                  <a:pt x="12179" y="1759280"/>
                </a:lnTo>
                <a:lnTo>
                  <a:pt x="24358" y="1759280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4737506" y="12191"/>
                </a:lnTo>
                <a:lnTo>
                  <a:pt x="4737506" y="4571"/>
                </a:lnTo>
                <a:lnTo>
                  <a:pt x="4731410" y="0"/>
                </a:lnTo>
                <a:close/>
              </a:path>
              <a:path w="4737735" h="1785620">
                <a:moveTo>
                  <a:pt x="24358" y="1759280"/>
                </a:moveTo>
                <a:lnTo>
                  <a:pt x="12179" y="1759280"/>
                </a:lnTo>
                <a:lnTo>
                  <a:pt x="24358" y="1772983"/>
                </a:lnTo>
                <a:lnTo>
                  <a:pt x="24358" y="1759280"/>
                </a:lnTo>
                <a:close/>
              </a:path>
              <a:path w="4737735" h="1785620">
                <a:moveTo>
                  <a:pt x="4711623" y="1759280"/>
                </a:moveTo>
                <a:lnTo>
                  <a:pt x="24358" y="1759280"/>
                </a:lnTo>
                <a:lnTo>
                  <a:pt x="24358" y="1772983"/>
                </a:lnTo>
                <a:lnTo>
                  <a:pt x="4711623" y="1772983"/>
                </a:lnTo>
                <a:lnTo>
                  <a:pt x="4711623" y="1759280"/>
                </a:lnTo>
                <a:close/>
              </a:path>
              <a:path w="4737735" h="1785620">
                <a:moveTo>
                  <a:pt x="4711623" y="12191"/>
                </a:moveTo>
                <a:lnTo>
                  <a:pt x="4711623" y="1772983"/>
                </a:lnTo>
                <a:lnTo>
                  <a:pt x="4723803" y="1759280"/>
                </a:lnTo>
                <a:lnTo>
                  <a:pt x="4737506" y="1759280"/>
                </a:lnTo>
                <a:lnTo>
                  <a:pt x="4737506" y="24371"/>
                </a:lnTo>
                <a:lnTo>
                  <a:pt x="4723803" y="24371"/>
                </a:lnTo>
                <a:lnTo>
                  <a:pt x="4711623" y="12191"/>
                </a:lnTo>
                <a:close/>
              </a:path>
              <a:path w="4737735" h="1785620">
                <a:moveTo>
                  <a:pt x="4737506" y="1759280"/>
                </a:moveTo>
                <a:lnTo>
                  <a:pt x="4723803" y="1759280"/>
                </a:lnTo>
                <a:lnTo>
                  <a:pt x="4711623" y="1772983"/>
                </a:lnTo>
                <a:lnTo>
                  <a:pt x="4737506" y="1772983"/>
                </a:lnTo>
                <a:lnTo>
                  <a:pt x="4737506" y="1759280"/>
                </a:lnTo>
                <a:close/>
              </a:path>
              <a:path w="4737735" h="1785620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4737735" h="1785620">
                <a:moveTo>
                  <a:pt x="4711623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4711623" y="24371"/>
                </a:lnTo>
                <a:lnTo>
                  <a:pt x="4711623" y="12191"/>
                </a:lnTo>
                <a:close/>
              </a:path>
              <a:path w="4737735" h="1785620">
                <a:moveTo>
                  <a:pt x="4737506" y="12191"/>
                </a:moveTo>
                <a:lnTo>
                  <a:pt x="4711623" y="12191"/>
                </a:lnTo>
                <a:lnTo>
                  <a:pt x="4723803" y="24371"/>
                </a:lnTo>
                <a:lnTo>
                  <a:pt x="4737506" y="24371"/>
                </a:lnTo>
                <a:lnTo>
                  <a:pt x="4737506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55446" y="2589402"/>
            <a:ext cx="5852160" cy="595630"/>
          </a:xfrm>
          <a:custGeom>
            <a:avLst/>
            <a:gdLst/>
            <a:ahLst/>
            <a:cxnLst/>
            <a:rect l="l" t="t" r="r" b="b"/>
            <a:pathLst>
              <a:path w="5852159" h="595630">
                <a:moveTo>
                  <a:pt x="5845771" y="0"/>
                </a:moveTo>
                <a:lnTo>
                  <a:pt x="4571" y="0"/>
                </a:lnTo>
                <a:lnTo>
                  <a:pt x="0" y="6096"/>
                </a:lnTo>
                <a:lnTo>
                  <a:pt x="0" y="589470"/>
                </a:lnTo>
                <a:lnTo>
                  <a:pt x="4571" y="595566"/>
                </a:lnTo>
                <a:lnTo>
                  <a:pt x="5845771" y="595566"/>
                </a:lnTo>
                <a:lnTo>
                  <a:pt x="5851855" y="589470"/>
                </a:lnTo>
                <a:lnTo>
                  <a:pt x="5851855" y="581863"/>
                </a:lnTo>
                <a:lnTo>
                  <a:pt x="24358" y="581863"/>
                </a:lnTo>
                <a:lnTo>
                  <a:pt x="12179" y="569671"/>
                </a:lnTo>
                <a:lnTo>
                  <a:pt x="24358" y="569671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3716"/>
                </a:lnTo>
                <a:lnTo>
                  <a:pt x="5851855" y="13716"/>
                </a:lnTo>
                <a:lnTo>
                  <a:pt x="5851855" y="6096"/>
                </a:lnTo>
                <a:lnTo>
                  <a:pt x="5845771" y="0"/>
                </a:lnTo>
                <a:close/>
              </a:path>
              <a:path w="5852159" h="595630">
                <a:moveTo>
                  <a:pt x="24358" y="569671"/>
                </a:moveTo>
                <a:lnTo>
                  <a:pt x="12179" y="569671"/>
                </a:lnTo>
                <a:lnTo>
                  <a:pt x="24358" y="581863"/>
                </a:lnTo>
                <a:lnTo>
                  <a:pt x="24358" y="569671"/>
                </a:lnTo>
                <a:close/>
              </a:path>
              <a:path w="5852159" h="595630">
                <a:moveTo>
                  <a:pt x="5825985" y="569671"/>
                </a:moveTo>
                <a:lnTo>
                  <a:pt x="24358" y="569671"/>
                </a:lnTo>
                <a:lnTo>
                  <a:pt x="24358" y="581863"/>
                </a:lnTo>
                <a:lnTo>
                  <a:pt x="5825985" y="581863"/>
                </a:lnTo>
                <a:lnTo>
                  <a:pt x="5825985" y="569671"/>
                </a:lnTo>
                <a:close/>
              </a:path>
              <a:path w="5852159" h="595630">
                <a:moveTo>
                  <a:pt x="5825985" y="13716"/>
                </a:moveTo>
                <a:lnTo>
                  <a:pt x="5825985" y="581863"/>
                </a:lnTo>
                <a:lnTo>
                  <a:pt x="5838164" y="569671"/>
                </a:lnTo>
                <a:lnTo>
                  <a:pt x="5851855" y="569671"/>
                </a:lnTo>
                <a:lnTo>
                  <a:pt x="5851855" y="25895"/>
                </a:lnTo>
                <a:lnTo>
                  <a:pt x="5838164" y="25895"/>
                </a:lnTo>
                <a:lnTo>
                  <a:pt x="5825985" y="13716"/>
                </a:lnTo>
                <a:close/>
              </a:path>
              <a:path w="5852159" h="595630">
                <a:moveTo>
                  <a:pt x="5851855" y="569671"/>
                </a:moveTo>
                <a:lnTo>
                  <a:pt x="5838164" y="569671"/>
                </a:lnTo>
                <a:lnTo>
                  <a:pt x="5825985" y="581863"/>
                </a:lnTo>
                <a:lnTo>
                  <a:pt x="5851855" y="581863"/>
                </a:lnTo>
                <a:lnTo>
                  <a:pt x="5851855" y="569671"/>
                </a:lnTo>
                <a:close/>
              </a:path>
              <a:path w="5852159" h="595630">
                <a:moveTo>
                  <a:pt x="24358" y="13716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3716"/>
                </a:lnTo>
                <a:close/>
              </a:path>
              <a:path w="5852159" h="595630">
                <a:moveTo>
                  <a:pt x="5825985" y="13716"/>
                </a:moveTo>
                <a:lnTo>
                  <a:pt x="24358" y="13716"/>
                </a:lnTo>
                <a:lnTo>
                  <a:pt x="24358" y="25895"/>
                </a:lnTo>
                <a:lnTo>
                  <a:pt x="5825985" y="25895"/>
                </a:lnTo>
                <a:lnTo>
                  <a:pt x="5825985" y="13716"/>
                </a:lnTo>
                <a:close/>
              </a:path>
              <a:path w="5852159" h="595630">
                <a:moveTo>
                  <a:pt x="5851855" y="13716"/>
                </a:moveTo>
                <a:lnTo>
                  <a:pt x="5825985" y="13716"/>
                </a:lnTo>
                <a:lnTo>
                  <a:pt x="5838164" y="25895"/>
                </a:lnTo>
                <a:lnTo>
                  <a:pt x="5851855" y="25895"/>
                </a:lnTo>
                <a:lnTo>
                  <a:pt x="5851855" y="137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705013" y="3370795"/>
            <a:ext cx="4404360" cy="245745"/>
          </a:xfrm>
          <a:custGeom>
            <a:avLst/>
            <a:gdLst/>
            <a:ahLst/>
            <a:cxnLst/>
            <a:rect l="l" t="t" r="r" b="b"/>
            <a:pathLst>
              <a:path w="4404360" h="245745">
                <a:moveTo>
                  <a:pt x="439802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39141"/>
                </a:lnTo>
                <a:lnTo>
                  <a:pt x="6096" y="245237"/>
                </a:lnTo>
                <a:lnTo>
                  <a:pt x="4398022" y="245237"/>
                </a:lnTo>
                <a:lnTo>
                  <a:pt x="4404118" y="239141"/>
                </a:lnTo>
                <a:lnTo>
                  <a:pt x="4404118" y="233045"/>
                </a:lnTo>
                <a:lnTo>
                  <a:pt x="25882" y="233045"/>
                </a:lnTo>
                <a:lnTo>
                  <a:pt x="13703" y="219341"/>
                </a:lnTo>
                <a:lnTo>
                  <a:pt x="25882" y="219341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92"/>
                </a:lnTo>
                <a:lnTo>
                  <a:pt x="4404118" y="12192"/>
                </a:lnTo>
                <a:lnTo>
                  <a:pt x="4404118" y="6096"/>
                </a:lnTo>
                <a:lnTo>
                  <a:pt x="4398022" y="0"/>
                </a:lnTo>
                <a:close/>
              </a:path>
              <a:path w="4404360" h="245745">
                <a:moveTo>
                  <a:pt x="25882" y="219341"/>
                </a:moveTo>
                <a:lnTo>
                  <a:pt x="13703" y="219341"/>
                </a:lnTo>
                <a:lnTo>
                  <a:pt x="25882" y="233045"/>
                </a:lnTo>
                <a:lnTo>
                  <a:pt x="25882" y="219341"/>
                </a:lnTo>
                <a:close/>
              </a:path>
              <a:path w="4404360" h="245745">
                <a:moveTo>
                  <a:pt x="4378236" y="219341"/>
                </a:moveTo>
                <a:lnTo>
                  <a:pt x="25882" y="219341"/>
                </a:lnTo>
                <a:lnTo>
                  <a:pt x="25882" y="233045"/>
                </a:lnTo>
                <a:lnTo>
                  <a:pt x="4378236" y="233045"/>
                </a:lnTo>
                <a:lnTo>
                  <a:pt x="4378236" y="219341"/>
                </a:lnTo>
                <a:close/>
              </a:path>
              <a:path w="4404360" h="245745">
                <a:moveTo>
                  <a:pt x="4378236" y="12192"/>
                </a:moveTo>
                <a:lnTo>
                  <a:pt x="4378236" y="233045"/>
                </a:lnTo>
                <a:lnTo>
                  <a:pt x="4390415" y="219341"/>
                </a:lnTo>
                <a:lnTo>
                  <a:pt x="4404118" y="219341"/>
                </a:lnTo>
                <a:lnTo>
                  <a:pt x="4404118" y="25895"/>
                </a:lnTo>
                <a:lnTo>
                  <a:pt x="4390415" y="25895"/>
                </a:lnTo>
                <a:lnTo>
                  <a:pt x="4378236" y="12192"/>
                </a:lnTo>
                <a:close/>
              </a:path>
              <a:path w="4404360" h="245745">
                <a:moveTo>
                  <a:pt x="4404118" y="219341"/>
                </a:moveTo>
                <a:lnTo>
                  <a:pt x="4390415" y="219341"/>
                </a:lnTo>
                <a:lnTo>
                  <a:pt x="4378236" y="233045"/>
                </a:lnTo>
                <a:lnTo>
                  <a:pt x="4404118" y="233045"/>
                </a:lnTo>
                <a:lnTo>
                  <a:pt x="4404118" y="219341"/>
                </a:lnTo>
                <a:close/>
              </a:path>
              <a:path w="4404360" h="245745">
                <a:moveTo>
                  <a:pt x="25882" y="12192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92"/>
                </a:lnTo>
                <a:close/>
              </a:path>
              <a:path w="4404360" h="245745">
                <a:moveTo>
                  <a:pt x="4378236" y="12192"/>
                </a:moveTo>
                <a:lnTo>
                  <a:pt x="25882" y="12192"/>
                </a:lnTo>
                <a:lnTo>
                  <a:pt x="25882" y="25895"/>
                </a:lnTo>
                <a:lnTo>
                  <a:pt x="4378236" y="25895"/>
                </a:lnTo>
                <a:lnTo>
                  <a:pt x="4378236" y="12192"/>
                </a:lnTo>
                <a:close/>
              </a:path>
              <a:path w="4404360" h="245745">
                <a:moveTo>
                  <a:pt x="4404118" y="12192"/>
                </a:moveTo>
                <a:lnTo>
                  <a:pt x="4378236" y="12192"/>
                </a:lnTo>
                <a:lnTo>
                  <a:pt x="4390415" y="25895"/>
                </a:lnTo>
                <a:lnTo>
                  <a:pt x="4404118" y="25895"/>
                </a:lnTo>
                <a:lnTo>
                  <a:pt x="4404118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05013" y="5142255"/>
            <a:ext cx="4404360" cy="207645"/>
          </a:xfrm>
          <a:custGeom>
            <a:avLst/>
            <a:gdLst/>
            <a:ahLst/>
            <a:cxnLst/>
            <a:rect l="l" t="t" r="r" b="b"/>
            <a:pathLst>
              <a:path w="4404360" h="207645">
                <a:moveTo>
                  <a:pt x="4398022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01066"/>
                </a:lnTo>
                <a:lnTo>
                  <a:pt x="6096" y="207149"/>
                </a:lnTo>
                <a:lnTo>
                  <a:pt x="4398022" y="207149"/>
                </a:lnTo>
                <a:lnTo>
                  <a:pt x="4404118" y="201066"/>
                </a:lnTo>
                <a:lnTo>
                  <a:pt x="4404118" y="194970"/>
                </a:lnTo>
                <a:lnTo>
                  <a:pt x="25882" y="194970"/>
                </a:lnTo>
                <a:lnTo>
                  <a:pt x="13703" y="181267"/>
                </a:lnTo>
                <a:lnTo>
                  <a:pt x="25882" y="181267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6"/>
                </a:lnTo>
                <a:lnTo>
                  <a:pt x="4404118" y="13716"/>
                </a:lnTo>
                <a:lnTo>
                  <a:pt x="4404118" y="6096"/>
                </a:lnTo>
                <a:lnTo>
                  <a:pt x="4398022" y="0"/>
                </a:lnTo>
                <a:close/>
              </a:path>
              <a:path w="4404360" h="207645">
                <a:moveTo>
                  <a:pt x="25882" y="181267"/>
                </a:moveTo>
                <a:lnTo>
                  <a:pt x="13703" y="181267"/>
                </a:lnTo>
                <a:lnTo>
                  <a:pt x="25882" y="194970"/>
                </a:lnTo>
                <a:lnTo>
                  <a:pt x="25882" y="181267"/>
                </a:lnTo>
                <a:close/>
              </a:path>
              <a:path w="4404360" h="207645">
                <a:moveTo>
                  <a:pt x="4378236" y="181267"/>
                </a:moveTo>
                <a:lnTo>
                  <a:pt x="25882" y="181267"/>
                </a:lnTo>
                <a:lnTo>
                  <a:pt x="25882" y="194970"/>
                </a:lnTo>
                <a:lnTo>
                  <a:pt x="4378236" y="194970"/>
                </a:lnTo>
                <a:lnTo>
                  <a:pt x="4378236" y="181267"/>
                </a:lnTo>
                <a:close/>
              </a:path>
              <a:path w="4404360" h="207645">
                <a:moveTo>
                  <a:pt x="4378236" y="13716"/>
                </a:moveTo>
                <a:lnTo>
                  <a:pt x="4378236" y="194970"/>
                </a:lnTo>
                <a:lnTo>
                  <a:pt x="4390415" y="181267"/>
                </a:lnTo>
                <a:lnTo>
                  <a:pt x="4404118" y="181267"/>
                </a:lnTo>
                <a:lnTo>
                  <a:pt x="4404118" y="25895"/>
                </a:lnTo>
                <a:lnTo>
                  <a:pt x="4390415" y="25895"/>
                </a:lnTo>
                <a:lnTo>
                  <a:pt x="4378236" y="13716"/>
                </a:lnTo>
                <a:close/>
              </a:path>
              <a:path w="4404360" h="207645">
                <a:moveTo>
                  <a:pt x="4404118" y="181267"/>
                </a:moveTo>
                <a:lnTo>
                  <a:pt x="4390415" y="181267"/>
                </a:lnTo>
                <a:lnTo>
                  <a:pt x="4378236" y="194970"/>
                </a:lnTo>
                <a:lnTo>
                  <a:pt x="4404118" y="194970"/>
                </a:lnTo>
                <a:lnTo>
                  <a:pt x="4404118" y="181267"/>
                </a:lnTo>
                <a:close/>
              </a:path>
              <a:path w="4404360" h="207645">
                <a:moveTo>
                  <a:pt x="25882" y="13716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6"/>
                </a:lnTo>
                <a:close/>
              </a:path>
              <a:path w="4404360" h="207645">
                <a:moveTo>
                  <a:pt x="4378236" y="13716"/>
                </a:moveTo>
                <a:lnTo>
                  <a:pt x="25882" y="13716"/>
                </a:lnTo>
                <a:lnTo>
                  <a:pt x="25882" y="25895"/>
                </a:lnTo>
                <a:lnTo>
                  <a:pt x="4378236" y="25895"/>
                </a:lnTo>
                <a:lnTo>
                  <a:pt x="4378236" y="13716"/>
                </a:lnTo>
                <a:close/>
              </a:path>
              <a:path w="4404360" h="207645">
                <a:moveTo>
                  <a:pt x="4404118" y="13716"/>
                </a:moveTo>
                <a:lnTo>
                  <a:pt x="4378236" y="13716"/>
                </a:lnTo>
                <a:lnTo>
                  <a:pt x="4390415" y="25895"/>
                </a:lnTo>
                <a:lnTo>
                  <a:pt x="4404118" y="25895"/>
                </a:lnTo>
                <a:lnTo>
                  <a:pt x="4404118" y="1371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19147" y="5096833"/>
            <a:ext cx="5052631" cy="17516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402050" y="6717576"/>
            <a:ext cx="421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98989"/>
                </a:solidFill>
                <a:latin typeface="맑은 고딕"/>
                <a:cs typeface="맑은 고딕"/>
              </a:rPr>
              <a:t>20</a:t>
            </a:r>
            <a:r>
              <a:rPr sz="1200" dirty="0">
                <a:solidFill>
                  <a:srgbClr val="898989"/>
                </a:solidFill>
                <a:latin typeface="맑은 고딕"/>
                <a:cs typeface="맑은 고딕"/>
              </a:rPr>
              <a:t>/</a:t>
            </a:r>
            <a:r>
              <a:rPr sz="1200" spc="-5" dirty="0">
                <a:solidFill>
                  <a:srgbClr val="898989"/>
                </a:solidFill>
                <a:latin typeface="맑은 고딕"/>
                <a:cs typeface="맑은 고딕"/>
              </a:rPr>
              <a:t>66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49072" y="1035050"/>
            <a:ext cx="430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FND </a:t>
            </a:r>
            <a:r>
              <a:rPr lang="ko-KR" altLang="en-US" dirty="0" smtClean="0"/>
              <a:t>출력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05013" y="1849145"/>
            <a:ext cx="325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FND</a:t>
            </a:r>
            <a:r>
              <a:rPr lang="ko-KR" altLang="en-US" dirty="0" err="1" smtClean="0"/>
              <a:t>출력설계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86942" y="528548"/>
            <a:ext cx="158318" cy="137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9415" y="633641"/>
            <a:ext cx="176593" cy="21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6537" y="607745"/>
            <a:ext cx="126352" cy="654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77606" y="501129"/>
            <a:ext cx="152234" cy="883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475" y="507225"/>
            <a:ext cx="176593" cy="1401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95298" y="505701"/>
            <a:ext cx="127876" cy="974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83968" y="528548"/>
            <a:ext cx="135496" cy="134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37829" y="528548"/>
            <a:ext cx="138531" cy="1370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16036" y="528548"/>
            <a:ext cx="114173" cy="1340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30017" y="610793"/>
            <a:ext cx="126352" cy="685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91003" y="502653"/>
            <a:ext cx="176593" cy="1736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04134" y="488937"/>
            <a:ext cx="152234" cy="1127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87294" y="592518"/>
            <a:ext cx="127876" cy="8376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44660" y="488937"/>
            <a:ext cx="165938" cy="990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348660" y="505701"/>
            <a:ext cx="127876" cy="16906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80"/>
              </a:spcBef>
            </a:pPr>
            <a:r>
              <a:rPr spc="-5" dirty="0">
                <a:solidFill>
                  <a:srgbClr val="002060"/>
                </a:solidFill>
                <a:latin typeface="Times New Roman"/>
                <a:cs typeface="Times New Roman"/>
              </a:rPr>
              <a:t>7-</a:t>
            </a:r>
            <a:r>
              <a:rPr spc="-5" dirty="0">
                <a:solidFill>
                  <a:srgbClr val="002060"/>
                </a:solidFill>
              </a:rPr>
              <a:t>세그먼트 </a:t>
            </a:r>
            <a:r>
              <a:rPr spc="-10" dirty="0">
                <a:solidFill>
                  <a:srgbClr val="002060"/>
                </a:solidFill>
                <a:latin typeface="Times New Roman"/>
                <a:cs typeface="Times New Roman"/>
              </a:rPr>
              <a:t>FND</a:t>
            </a:r>
            <a:r>
              <a:rPr spc="-27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2060"/>
                </a:solidFill>
              </a:rPr>
              <a:t>출력</a:t>
            </a:r>
          </a:p>
        </p:txBody>
      </p:sp>
      <p:sp>
        <p:nvSpPr>
          <p:cNvPr id="23" name="object 23"/>
          <p:cNvSpPr/>
          <p:nvPr/>
        </p:nvSpPr>
        <p:spPr>
          <a:xfrm>
            <a:off x="1743075" y="1114971"/>
            <a:ext cx="4927769" cy="223907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37678" y="3654666"/>
            <a:ext cx="77895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499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1800" b="1" spc="-5" dirty="0">
                <a:solidFill>
                  <a:srgbClr val="0000FF"/>
                </a:solidFill>
                <a:latin typeface="맑은 고딕"/>
                <a:cs typeface="맑은 고딕"/>
              </a:rPr>
              <a:t>시</a:t>
            </a:r>
            <a:r>
              <a:rPr sz="1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맑은 고딕"/>
                <a:cs typeface="맑은 고딕"/>
              </a:rPr>
              <a:t>분</a:t>
            </a:r>
            <a:r>
              <a:rPr sz="1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FF"/>
                </a:solidFill>
                <a:latin typeface="맑은 고딕"/>
                <a:cs typeface="맑은 고딕"/>
              </a:rPr>
              <a:t>초를</a:t>
            </a:r>
            <a:r>
              <a:rPr sz="1800" b="1" spc="-19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000FF"/>
                </a:solidFill>
                <a:latin typeface="맑은 고딕"/>
                <a:cs typeface="맑은 고딕"/>
              </a:rPr>
              <a:t>모드에</a:t>
            </a:r>
            <a:r>
              <a:rPr sz="18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000FF"/>
                </a:solidFill>
                <a:latin typeface="맑은 고딕"/>
                <a:cs typeface="맑은 고딕"/>
              </a:rPr>
              <a:t>따라서</a:t>
            </a:r>
            <a:r>
              <a:rPr sz="18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10</a:t>
            </a:r>
            <a:r>
              <a:rPr sz="1800" b="1" spc="-5" dirty="0">
                <a:solidFill>
                  <a:srgbClr val="0000FF"/>
                </a:solidFill>
                <a:latin typeface="맑은 고딕"/>
                <a:cs typeface="맑은 고딕"/>
              </a:rPr>
              <a:t>의</a:t>
            </a:r>
            <a:r>
              <a:rPr sz="1800" b="1" spc="-19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000FF"/>
                </a:solidFill>
                <a:latin typeface="맑은 고딕"/>
                <a:cs typeface="맑은 고딕"/>
              </a:rPr>
              <a:t>자리와</a:t>
            </a:r>
            <a:r>
              <a:rPr sz="1800" b="1" spc="-19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800" b="1" spc="-5" dirty="0">
                <a:solidFill>
                  <a:srgbClr val="0000FF"/>
                </a:solidFill>
                <a:latin typeface="맑은 고딕"/>
                <a:cs typeface="맑은 고딕"/>
              </a:rPr>
              <a:t>의</a:t>
            </a:r>
            <a:r>
              <a:rPr sz="1800" b="1" spc="-200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000FF"/>
                </a:solidFill>
                <a:latin typeface="맑은 고딕"/>
                <a:cs typeface="맑은 고딕"/>
              </a:rPr>
              <a:t>자리로</a:t>
            </a:r>
            <a:r>
              <a:rPr sz="1800" b="1" spc="-185" dirty="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맑은 고딕"/>
                <a:cs typeface="맑은 고딕"/>
              </a:rPr>
              <a:t>분리</a:t>
            </a:r>
            <a:r>
              <a:rPr sz="1800" b="1" spc="-5" dirty="0">
                <a:latin typeface="맑은 고딕"/>
                <a:cs typeface="맑은 고딕"/>
              </a:rPr>
              <a:t>하여</a:t>
            </a:r>
            <a:r>
              <a:rPr sz="1800" b="1" spc="-200" dirty="0">
                <a:latin typeface="맑은 고딕"/>
                <a:cs typeface="맑은 고딕"/>
              </a:rPr>
              <a:t> </a:t>
            </a:r>
            <a:r>
              <a:rPr sz="1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hour10,</a:t>
            </a:r>
            <a:r>
              <a:rPr sz="1800" b="1" i="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hour0,  min10, min0, </a:t>
            </a:r>
            <a:r>
              <a:rPr sz="18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sec10, sec0 </a:t>
            </a:r>
            <a:r>
              <a:rPr sz="1800" b="1" dirty="0">
                <a:latin typeface="맑은 고딕"/>
                <a:cs typeface="맑은 고딕"/>
              </a:rPr>
              <a:t>출력 버퍼에</a:t>
            </a:r>
            <a:r>
              <a:rPr sz="1800" b="1" spc="-42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저장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94063" y="1172844"/>
            <a:ext cx="4125595" cy="1755139"/>
          </a:xfrm>
          <a:custGeom>
            <a:avLst/>
            <a:gdLst/>
            <a:ahLst/>
            <a:cxnLst/>
            <a:rect l="l" t="t" r="r" b="b"/>
            <a:pathLst>
              <a:path w="4125595" h="1755139">
                <a:moveTo>
                  <a:pt x="4119435" y="0"/>
                </a:moveTo>
                <a:lnTo>
                  <a:pt x="4559" y="0"/>
                </a:lnTo>
                <a:lnTo>
                  <a:pt x="0" y="6095"/>
                </a:lnTo>
                <a:lnTo>
                  <a:pt x="0" y="1748612"/>
                </a:lnTo>
                <a:lnTo>
                  <a:pt x="4559" y="1754708"/>
                </a:lnTo>
                <a:lnTo>
                  <a:pt x="4119435" y="1754708"/>
                </a:lnTo>
                <a:lnTo>
                  <a:pt x="4125518" y="1748612"/>
                </a:lnTo>
                <a:lnTo>
                  <a:pt x="4125518" y="1741004"/>
                </a:lnTo>
                <a:lnTo>
                  <a:pt x="24345" y="1741004"/>
                </a:lnTo>
                <a:lnTo>
                  <a:pt x="12166" y="1728812"/>
                </a:lnTo>
                <a:lnTo>
                  <a:pt x="24345" y="1728812"/>
                </a:lnTo>
                <a:lnTo>
                  <a:pt x="24345" y="25895"/>
                </a:lnTo>
                <a:lnTo>
                  <a:pt x="12166" y="25895"/>
                </a:lnTo>
                <a:lnTo>
                  <a:pt x="24345" y="12191"/>
                </a:lnTo>
                <a:lnTo>
                  <a:pt x="4125518" y="12191"/>
                </a:lnTo>
                <a:lnTo>
                  <a:pt x="4125518" y="6095"/>
                </a:lnTo>
                <a:lnTo>
                  <a:pt x="4119435" y="0"/>
                </a:lnTo>
                <a:close/>
              </a:path>
              <a:path w="4125595" h="1755139">
                <a:moveTo>
                  <a:pt x="24345" y="1728812"/>
                </a:moveTo>
                <a:lnTo>
                  <a:pt x="12166" y="1728812"/>
                </a:lnTo>
                <a:lnTo>
                  <a:pt x="24345" y="1741004"/>
                </a:lnTo>
                <a:lnTo>
                  <a:pt x="24345" y="1728812"/>
                </a:lnTo>
                <a:close/>
              </a:path>
              <a:path w="4125595" h="1755139">
                <a:moveTo>
                  <a:pt x="4099636" y="1728812"/>
                </a:moveTo>
                <a:lnTo>
                  <a:pt x="24345" y="1728812"/>
                </a:lnTo>
                <a:lnTo>
                  <a:pt x="24345" y="1741004"/>
                </a:lnTo>
                <a:lnTo>
                  <a:pt x="4099636" y="1741004"/>
                </a:lnTo>
                <a:lnTo>
                  <a:pt x="4099636" y="1728812"/>
                </a:lnTo>
                <a:close/>
              </a:path>
              <a:path w="4125595" h="1755139">
                <a:moveTo>
                  <a:pt x="4099636" y="12191"/>
                </a:moveTo>
                <a:lnTo>
                  <a:pt x="4099636" y="1741004"/>
                </a:lnTo>
                <a:lnTo>
                  <a:pt x="4111815" y="1728812"/>
                </a:lnTo>
                <a:lnTo>
                  <a:pt x="4125518" y="1728812"/>
                </a:lnTo>
                <a:lnTo>
                  <a:pt x="4125518" y="25895"/>
                </a:lnTo>
                <a:lnTo>
                  <a:pt x="4111815" y="25895"/>
                </a:lnTo>
                <a:lnTo>
                  <a:pt x="4099636" y="12191"/>
                </a:lnTo>
                <a:close/>
              </a:path>
              <a:path w="4125595" h="1755139">
                <a:moveTo>
                  <a:pt x="4125518" y="1728812"/>
                </a:moveTo>
                <a:lnTo>
                  <a:pt x="4111815" y="1728812"/>
                </a:lnTo>
                <a:lnTo>
                  <a:pt x="4099636" y="1741004"/>
                </a:lnTo>
                <a:lnTo>
                  <a:pt x="4125518" y="1741004"/>
                </a:lnTo>
                <a:lnTo>
                  <a:pt x="4125518" y="1728812"/>
                </a:lnTo>
                <a:close/>
              </a:path>
              <a:path w="4125595" h="1755139">
                <a:moveTo>
                  <a:pt x="24345" y="12191"/>
                </a:moveTo>
                <a:lnTo>
                  <a:pt x="12166" y="25895"/>
                </a:lnTo>
                <a:lnTo>
                  <a:pt x="24345" y="25895"/>
                </a:lnTo>
                <a:lnTo>
                  <a:pt x="24345" y="12191"/>
                </a:lnTo>
                <a:close/>
              </a:path>
              <a:path w="4125595" h="1755139">
                <a:moveTo>
                  <a:pt x="4099636" y="12191"/>
                </a:moveTo>
                <a:lnTo>
                  <a:pt x="24345" y="12191"/>
                </a:lnTo>
                <a:lnTo>
                  <a:pt x="24345" y="25895"/>
                </a:lnTo>
                <a:lnTo>
                  <a:pt x="4099636" y="25895"/>
                </a:lnTo>
                <a:lnTo>
                  <a:pt x="4099636" y="12191"/>
                </a:lnTo>
                <a:close/>
              </a:path>
              <a:path w="4125595" h="1755139">
                <a:moveTo>
                  <a:pt x="4125518" y="12191"/>
                </a:moveTo>
                <a:lnTo>
                  <a:pt x="4099636" y="12191"/>
                </a:lnTo>
                <a:lnTo>
                  <a:pt x="4111815" y="25895"/>
                </a:lnTo>
                <a:lnTo>
                  <a:pt x="4125518" y="25895"/>
                </a:lnTo>
                <a:lnTo>
                  <a:pt x="4125518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3795" y="1046429"/>
            <a:ext cx="9102090" cy="6152515"/>
          </a:xfrm>
          <a:custGeom>
            <a:avLst/>
            <a:gdLst/>
            <a:ahLst/>
            <a:cxnLst/>
            <a:rect l="l" t="t" r="r" b="b"/>
            <a:pathLst>
              <a:path w="9102090" h="6152515">
                <a:moveTo>
                  <a:pt x="0" y="6152121"/>
                </a:moveTo>
                <a:lnTo>
                  <a:pt x="9102039" y="6152121"/>
                </a:lnTo>
                <a:lnTo>
                  <a:pt x="9102039" y="0"/>
                </a:lnTo>
                <a:lnTo>
                  <a:pt x="0" y="0"/>
                </a:lnTo>
                <a:lnTo>
                  <a:pt x="0" y="6152121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1829" y="938288"/>
            <a:ext cx="9134475" cy="108585"/>
          </a:xfrm>
          <a:custGeom>
            <a:avLst/>
            <a:gdLst/>
            <a:ahLst/>
            <a:cxnLst/>
            <a:rect l="l" t="t" r="r" b="b"/>
            <a:pathLst>
              <a:path w="9134475" h="108584">
                <a:moveTo>
                  <a:pt x="9134005" y="0"/>
                </a:moveTo>
                <a:lnTo>
                  <a:pt x="0" y="0"/>
                </a:lnTo>
                <a:lnTo>
                  <a:pt x="0" y="108140"/>
                </a:lnTo>
                <a:lnTo>
                  <a:pt x="9134005" y="108140"/>
                </a:lnTo>
                <a:lnTo>
                  <a:pt x="9134005" y="0"/>
                </a:lnTo>
                <a:close/>
              </a:path>
            </a:pathLst>
          </a:custGeom>
          <a:solidFill>
            <a:srgbClr val="6F2F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87236" y="5719533"/>
            <a:ext cx="3311080" cy="1355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45234" y="366738"/>
            <a:ext cx="209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igital_Clo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k_Exa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_0.xpr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5639" y="343598"/>
            <a:ext cx="5984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Times New Roman"/>
                <a:cs typeface="Times New Roman"/>
              </a:rPr>
              <a:t>Example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5639" y="962469"/>
            <a:ext cx="6888480" cy="2028189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 </a:t>
            </a:r>
            <a:r>
              <a:rPr sz="36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13-2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160" dirty="0">
                <a:solidFill>
                  <a:srgbClr val="0000FF"/>
                </a:solidFill>
                <a:latin typeface="Times New Roman"/>
                <a:cs typeface="Times New Roman"/>
              </a:rPr>
              <a:t>Digital_Clock_Timer(2)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 </a:t>
            </a:r>
            <a:r>
              <a:rPr sz="36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13-3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150" dirty="0">
                <a:solidFill>
                  <a:srgbClr val="0000FF"/>
                </a:solidFill>
                <a:latin typeface="Times New Roman"/>
                <a:cs typeface="Times New Roman"/>
              </a:rPr>
              <a:t>Digital_Clock_Alarm(3)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 </a:t>
            </a:r>
            <a:r>
              <a:rPr sz="36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13-4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150" dirty="0">
                <a:solidFill>
                  <a:srgbClr val="0000FF"/>
                </a:solidFill>
                <a:latin typeface="Times New Roman"/>
                <a:cs typeface="Times New Roman"/>
              </a:rPr>
              <a:t>Digital_Clock_Blink(4)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63053" y="931519"/>
            <a:ext cx="2179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Digital_Clock</a:t>
            </a:r>
            <a:r>
              <a:rPr sz="2000" b="1" i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1402" y="2643211"/>
            <a:ext cx="8973293" cy="3372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1829" y="350329"/>
            <a:ext cx="9134475" cy="533400"/>
          </a:xfrm>
          <a:prstGeom prst="rect">
            <a:avLst/>
          </a:prstGeom>
          <a:solidFill>
            <a:srgbClr val="E6DFEC"/>
          </a:solidFill>
        </p:spPr>
        <p:txBody>
          <a:bodyPr vert="horz" wrap="square" lIns="0" tIns="0" rIns="0" bIns="0" rtlCol="0">
            <a:spAutoFit/>
          </a:bodyPr>
          <a:lstStyle/>
          <a:p>
            <a:pPr marL="112395">
              <a:lnSpc>
                <a:spcPts val="3700"/>
              </a:lnSpc>
              <a:tabLst>
                <a:tab pos="6985634" algn="l"/>
                <a:tab pos="7328534" algn="l"/>
              </a:tabLst>
            </a:pPr>
            <a:r>
              <a:rPr sz="3600" i="1" spc="-5" dirty="0">
                <a:latin typeface="Times New Roman"/>
                <a:cs typeface="Times New Roman"/>
              </a:rPr>
              <a:t>Example</a:t>
            </a:r>
            <a:r>
              <a:rPr sz="3600" i="1" spc="15" dirty="0">
                <a:latin typeface="Times New Roman"/>
                <a:cs typeface="Times New Roman"/>
              </a:rPr>
              <a:t>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	</a:t>
            </a:r>
            <a:r>
              <a:rPr sz="1800" b="0" baseline="-4629" dirty="0">
                <a:solidFill>
                  <a:srgbClr val="0000FF"/>
                </a:solidFill>
                <a:latin typeface="Wingdings"/>
                <a:cs typeface="Wingdings"/>
              </a:rPr>
              <a:t></a:t>
            </a:r>
            <a:r>
              <a:rPr sz="1800" b="0" baseline="-4629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800" i="1" baseline="-4629" dirty="0">
                <a:solidFill>
                  <a:srgbClr val="0000FF"/>
                </a:solidFill>
                <a:latin typeface="Times New Roman"/>
                <a:cs typeface="Times New Roman"/>
              </a:rPr>
              <a:t>Digital_Clock_Exam_0.xpr</a:t>
            </a:r>
            <a:endParaRPr sz="1800" baseline="-4629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771829" y="755497"/>
            <a:ext cx="9134475" cy="128270"/>
          </a:xfrm>
          <a:custGeom>
            <a:avLst/>
            <a:gdLst/>
            <a:ahLst/>
            <a:cxnLst/>
            <a:rect l="l" t="t" r="r" b="b"/>
            <a:pathLst>
              <a:path w="9134475" h="128269">
                <a:moveTo>
                  <a:pt x="0" y="127952"/>
                </a:moveTo>
                <a:lnTo>
                  <a:pt x="9134005" y="127952"/>
                </a:lnTo>
                <a:lnTo>
                  <a:pt x="9134005" y="0"/>
                </a:lnTo>
                <a:lnTo>
                  <a:pt x="0" y="0"/>
                </a:lnTo>
                <a:lnTo>
                  <a:pt x="0" y="127952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829" y="350329"/>
            <a:ext cx="9134475" cy="405765"/>
          </a:xfrm>
          <a:custGeom>
            <a:avLst/>
            <a:gdLst/>
            <a:ahLst/>
            <a:cxnLst/>
            <a:rect l="l" t="t" r="r" b="b"/>
            <a:pathLst>
              <a:path w="9134475" h="405765">
                <a:moveTo>
                  <a:pt x="0" y="405168"/>
                </a:moveTo>
                <a:lnTo>
                  <a:pt x="9134005" y="405168"/>
                </a:lnTo>
                <a:lnTo>
                  <a:pt x="9134005" y="0"/>
                </a:lnTo>
                <a:lnTo>
                  <a:pt x="0" y="0"/>
                </a:lnTo>
                <a:lnTo>
                  <a:pt x="0" y="405168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86063" y="755497"/>
            <a:ext cx="1510665" cy="6333490"/>
          </a:xfrm>
          <a:custGeom>
            <a:avLst/>
            <a:gdLst/>
            <a:ahLst/>
            <a:cxnLst/>
            <a:rect l="l" t="t" r="r" b="b"/>
            <a:pathLst>
              <a:path w="1510665" h="6333490">
                <a:moveTo>
                  <a:pt x="1510156" y="0"/>
                </a:moveTo>
                <a:lnTo>
                  <a:pt x="0" y="0"/>
                </a:lnTo>
                <a:lnTo>
                  <a:pt x="0" y="6333388"/>
                </a:lnTo>
                <a:lnTo>
                  <a:pt x="1510156" y="6333388"/>
                </a:lnTo>
                <a:lnTo>
                  <a:pt x="15101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73884" y="743318"/>
            <a:ext cx="1534795" cy="6358255"/>
          </a:xfrm>
          <a:custGeom>
            <a:avLst/>
            <a:gdLst/>
            <a:ahLst/>
            <a:cxnLst/>
            <a:rect l="l" t="t" r="r" b="b"/>
            <a:pathLst>
              <a:path w="1534795" h="6358255">
                <a:moveTo>
                  <a:pt x="1528432" y="0"/>
                </a:moveTo>
                <a:lnTo>
                  <a:pt x="6096" y="0"/>
                </a:lnTo>
                <a:lnTo>
                  <a:pt x="0" y="4559"/>
                </a:lnTo>
                <a:lnTo>
                  <a:pt x="0" y="6353175"/>
                </a:lnTo>
                <a:lnTo>
                  <a:pt x="6096" y="6357747"/>
                </a:lnTo>
                <a:lnTo>
                  <a:pt x="1528432" y="6357747"/>
                </a:lnTo>
                <a:lnTo>
                  <a:pt x="1534515" y="6353175"/>
                </a:lnTo>
                <a:lnTo>
                  <a:pt x="1534515" y="6345567"/>
                </a:lnTo>
                <a:lnTo>
                  <a:pt x="25882" y="6345567"/>
                </a:lnTo>
                <a:lnTo>
                  <a:pt x="12179" y="6333375"/>
                </a:lnTo>
                <a:lnTo>
                  <a:pt x="25882" y="6333375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1534515" y="12179"/>
                </a:lnTo>
                <a:lnTo>
                  <a:pt x="1534515" y="4559"/>
                </a:lnTo>
                <a:lnTo>
                  <a:pt x="1528432" y="0"/>
                </a:lnTo>
                <a:close/>
              </a:path>
              <a:path w="1534795" h="6358255">
                <a:moveTo>
                  <a:pt x="25882" y="6333375"/>
                </a:moveTo>
                <a:lnTo>
                  <a:pt x="12179" y="6333375"/>
                </a:lnTo>
                <a:lnTo>
                  <a:pt x="25882" y="6345567"/>
                </a:lnTo>
                <a:lnTo>
                  <a:pt x="25882" y="6333375"/>
                </a:lnTo>
                <a:close/>
              </a:path>
              <a:path w="1534795" h="6358255">
                <a:moveTo>
                  <a:pt x="1508633" y="6333375"/>
                </a:moveTo>
                <a:lnTo>
                  <a:pt x="25882" y="6333375"/>
                </a:lnTo>
                <a:lnTo>
                  <a:pt x="25882" y="6345567"/>
                </a:lnTo>
                <a:lnTo>
                  <a:pt x="1508633" y="6345567"/>
                </a:lnTo>
                <a:lnTo>
                  <a:pt x="1508633" y="6333375"/>
                </a:lnTo>
                <a:close/>
              </a:path>
              <a:path w="1534795" h="6358255">
                <a:moveTo>
                  <a:pt x="1508633" y="12179"/>
                </a:moveTo>
                <a:lnTo>
                  <a:pt x="1508633" y="6345567"/>
                </a:lnTo>
                <a:lnTo>
                  <a:pt x="1522336" y="6333375"/>
                </a:lnTo>
                <a:lnTo>
                  <a:pt x="1534515" y="6333375"/>
                </a:lnTo>
                <a:lnTo>
                  <a:pt x="1534515" y="24371"/>
                </a:lnTo>
                <a:lnTo>
                  <a:pt x="1522336" y="24371"/>
                </a:lnTo>
                <a:lnTo>
                  <a:pt x="1508633" y="12179"/>
                </a:lnTo>
                <a:close/>
              </a:path>
              <a:path w="1534795" h="6358255">
                <a:moveTo>
                  <a:pt x="1534515" y="6333375"/>
                </a:moveTo>
                <a:lnTo>
                  <a:pt x="1522336" y="6333375"/>
                </a:lnTo>
                <a:lnTo>
                  <a:pt x="1508633" y="6345567"/>
                </a:lnTo>
                <a:lnTo>
                  <a:pt x="1534515" y="6345567"/>
                </a:lnTo>
                <a:lnTo>
                  <a:pt x="1534515" y="6333375"/>
                </a:lnTo>
                <a:close/>
              </a:path>
              <a:path w="1534795" h="6358255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534795" h="6358255">
                <a:moveTo>
                  <a:pt x="1508633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508633" y="24371"/>
                </a:lnTo>
                <a:lnTo>
                  <a:pt x="1508633" y="12179"/>
                </a:lnTo>
                <a:close/>
              </a:path>
              <a:path w="1534795" h="6358255">
                <a:moveTo>
                  <a:pt x="1534515" y="12179"/>
                </a:moveTo>
                <a:lnTo>
                  <a:pt x="1508633" y="12179"/>
                </a:lnTo>
                <a:lnTo>
                  <a:pt x="1522336" y="24371"/>
                </a:lnTo>
                <a:lnTo>
                  <a:pt x="1534515" y="24371"/>
                </a:lnTo>
                <a:lnTo>
                  <a:pt x="153451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88260" y="781583"/>
            <a:ext cx="1104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Basys 3</a:t>
            </a:r>
            <a:r>
              <a:rPr sz="14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FPGA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0739" y="1427225"/>
            <a:ext cx="1895475" cy="4293870"/>
          </a:xfrm>
          <a:custGeom>
            <a:avLst/>
            <a:gdLst/>
            <a:ahLst/>
            <a:cxnLst/>
            <a:rect l="l" t="t" r="r" b="b"/>
            <a:pathLst>
              <a:path w="1895475" h="4293870">
                <a:moveTo>
                  <a:pt x="1895309" y="0"/>
                </a:moveTo>
                <a:lnTo>
                  <a:pt x="0" y="0"/>
                </a:lnTo>
                <a:lnTo>
                  <a:pt x="0" y="4293844"/>
                </a:lnTo>
                <a:lnTo>
                  <a:pt x="1895309" y="4293844"/>
                </a:lnTo>
                <a:lnTo>
                  <a:pt x="189530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07035" y="1415033"/>
            <a:ext cx="1922780" cy="4319905"/>
          </a:xfrm>
          <a:custGeom>
            <a:avLst/>
            <a:gdLst/>
            <a:ahLst/>
            <a:cxnLst/>
            <a:rect l="l" t="t" r="r" b="b"/>
            <a:pathLst>
              <a:path w="1922779" h="4319905">
                <a:moveTo>
                  <a:pt x="1916620" y="0"/>
                </a:moveTo>
                <a:lnTo>
                  <a:pt x="6083" y="0"/>
                </a:lnTo>
                <a:lnTo>
                  <a:pt x="0" y="4571"/>
                </a:lnTo>
                <a:lnTo>
                  <a:pt x="0" y="4313643"/>
                </a:lnTo>
                <a:lnTo>
                  <a:pt x="6083" y="4319739"/>
                </a:lnTo>
                <a:lnTo>
                  <a:pt x="1916620" y="4319739"/>
                </a:lnTo>
                <a:lnTo>
                  <a:pt x="1922703" y="4313643"/>
                </a:lnTo>
                <a:lnTo>
                  <a:pt x="1922703" y="4306036"/>
                </a:lnTo>
                <a:lnTo>
                  <a:pt x="25869" y="4306036"/>
                </a:lnTo>
                <a:lnTo>
                  <a:pt x="13703" y="4293844"/>
                </a:lnTo>
                <a:lnTo>
                  <a:pt x="25869" y="4293844"/>
                </a:lnTo>
                <a:lnTo>
                  <a:pt x="25869" y="24371"/>
                </a:lnTo>
                <a:lnTo>
                  <a:pt x="13703" y="24371"/>
                </a:lnTo>
                <a:lnTo>
                  <a:pt x="25869" y="12191"/>
                </a:lnTo>
                <a:lnTo>
                  <a:pt x="1922703" y="12191"/>
                </a:lnTo>
                <a:lnTo>
                  <a:pt x="1922703" y="4571"/>
                </a:lnTo>
                <a:lnTo>
                  <a:pt x="1916620" y="0"/>
                </a:lnTo>
                <a:close/>
              </a:path>
              <a:path w="1922779" h="4319905">
                <a:moveTo>
                  <a:pt x="25869" y="4293844"/>
                </a:moveTo>
                <a:lnTo>
                  <a:pt x="13703" y="4293844"/>
                </a:lnTo>
                <a:lnTo>
                  <a:pt x="25869" y="4306036"/>
                </a:lnTo>
                <a:lnTo>
                  <a:pt x="25869" y="4293844"/>
                </a:lnTo>
                <a:close/>
              </a:path>
              <a:path w="1922779" h="4319905">
                <a:moveTo>
                  <a:pt x="1896821" y="4293844"/>
                </a:moveTo>
                <a:lnTo>
                  <a:pt x="25869" y="4293844"/>
                </a:lnTo>
                <a:lnTo>
                  <a:pt x="25869" y="4306036"/>
                </a:lnTo>
                <a:lnTo>
                  <a:pt x="1896821" y="4306036"/>
                </a:lnTo>
                <a:lnTo>
                  <a:pt x="1896821" y="4293844"/>
                </a:lnTo>
                <a:close/>
              </a:path>
              <a:path w="1922779" h="4319905">
                <a:moveTo>
                  <a:pt x="1896821" y="12191"/>
                </a:moveTo>
                <a:lnTo>
                  <a:pt x="1896821" y="4306036"/>
                </a:lnTo>
                <a:lnTo>
                  <a:pt x="1909000" y="4293844"/>
                </a:lnTo>
                <a:lnTo>
                  <a:pt x="1922703" y="4293844"/>
                </a:lnTo>
                <a:lnTo>
                  <a:pt x="1922703" y="24371"/>
                </a:lnTo>
                <a:lnTo>
                  <a:pt x="1909000" y="24371"/>
                </a:lnTo>
                <a:lnTo>
                  <a:pt x="1896821" y="12191"/>
                </a:lnTo>
                <a:close/>
              </a:path>
              <a:path w="1922779" h="4319905">
                <a:moveTo>
                  <a:pt x="1922703" y="4293844"/>
                </a:moveTo>
                <a:lnTo>
                  <a:pt x="1909000" y="4293844"/>
                </a:lnTo>
                <a:lnTo>
                  <a:pt x="1896821" y="4306036"/>
                </a:lnTo>
                <a:lnTo>
                  <a:pt x="1922703" y="4306036"/>
                </a:lnTo>
                <a:lnTo>
                  <a:pt x="1922703" y="4293844"/>
                </a:lnTo>
                <a:close/>
              </a:path>
              <a:path w="1922779" h="4319905">
                <a:moveTo>
                  <a:pt x="25869" y="12191"/>
                </a:moveTo>
                <a:lnTo>
                  <a:pt x="13703" y="24371"/>
                </a:lnTo>
                <a:lnTo>
                  <a:pt x="25869" y="24371"/>
                </a:lnTo>
                <a:lnTo>
                  <a:pt x="25869" y="12191"/>
                </a:lnTo>
                <a:close/>
              </a:path>
              <a:path w="1922779" h="4319905">
                <a:moveTo>
                  <a:pt x="1896821" y="12191"/>
                </a:moveTo>
                <a:lnTo>
                  <a:pt x="25869" y="12191"/>
                </a:lnTo>
                <a:lnTo>
                  <a:pt x="25869" y="24371"/>
                </a:lnTo>
                <a:lnTo>
                  <a:pt x="1896821" y="24371"/>
                </a:lnTo>
                <a:lnTo>
                  <a:pt x="1896821" y="12191"/>
                </a:lnTo>
                <a:close/>
              </a:path>
              <a:path w="1922779" h="4319905">
                <a:moveTo>
                  <a:pt x="1922703" y="12191"/>
                </a:moveTo>
                <a:lnTo>
                  <a:pt x="1896821" y="12191"/>
                </a:lnTo>
                <a:lnTo>
                  <a:pt x="1909000" y="24371"/>
                </a:lnTo>
                <a:lnTo>
                  <a:pt x="1922703" y="24371"/>
                </a:lnTo>
                <a:lnTo>
                  <a:pt x="1922703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65074" y="1453235"/>
            <a:ext cx="1204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top_fndcontrol2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5657" y="3052445"/>
            <a:ext cx="944244" cy="3762375"/>
          </a:xfrm>
          <a:custGeom>
            <a:avLst/>
            <a:gdLst/>
            <a:ahLst/>
            <a:cxnLst/>
            <a:rect l="l" t="t" r="r" b="b"/>
            <a:pathLst>
              <a:path w="944245" h="3762375">
                <a:moveTo>
                  <a:pt x="943851" y="0"/>
                </a:moveTo>
                <a:lnTo>
                  <a:pt x="0" y="0"/>
                </a:lnTo>
                <a:lnTo>
                  <a:pt x="0" y="3762260"/>
                </a:lnTo>
                <a:lnTo>
                  <a:pt x="943851" y="3762260"/>
                </a:lnTo>
                <a:lnTo>
                  <a:pt x="9438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63491" y="3038741"/>
            <a:ext cx="968375" cy="3788410"/>
          </a:xfrm>
          <a:custGeom>
            <a:avLst/>
            <a:gdLst/>
            <a:ahLst/>
            <a:cxnLst/>
            <a:rect l="l" t="t" r="r" b="b"/>
            <a:pathLst>
              <a:path w="968375" h="3788409">
                <a:moveTo>
                  <a:pt x="962113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3782059"/>
                </a:lnTo>
                <a:lnTo>
                  <a:pt x="6083" y="3788155"/>
                </a:lnTo>
                <a:lnTo>
                  <a:pt x="962113" y="3788155"/>
                </a:lnTo>
                <a:lnTo>
                  <a:pt x="968197" y="3782059"/>
                </a:lnTo>
                <a:lnTo>
                  <a:pt x="968197" y="3775964"/>
                </a:lnTo>
                <a:lnTo>
                  <a:pt x="25869" y="3775964"/>
                </a:lnTo>
                <a:lnTo>
                  <a:pt x="12166" y="3762260"/>
                </a:lnTo>
                <a:lnTo>
                  <a:pt x="25869" y="3762260"/>
                </a:lnTo>
                <a:lnTo>
                  <a:pt x="25869" y="25895"/>
                </a:lnTo>
                <a:lnTo>
                  <a:pt x="12166" y="25895"/>
                </a:lnTo>
                <a:lnTo>
                  <a:pt x="25869" y="13715"/>
                </a:lnTo>
                <a:lnTo>
                  <a:pt x="968197" y="13715"/>
                </a:lnTo>
                <a:lnTo>
                  <a:pt x="968197" y="6095"/>
                </a:lnTo>
                <a:lnTo>
                  <a:pt x="962113" y="0"/>
                </a:lnTo>
                <a:close/>
              </a:path>
              <a:path w="968375" h="3788409">
                <a:moveTo>
                  <a:pt x="25869" y="3762260"/>
                </a:moveTo>
                <a:lnTo>
                  <a:pt x="12166" y="3762260"/>
                </a:lnTo>
                <a:lnTo>
                  <a:pt x="25869" y="3775964"/>
                </a:lnTo>
                <a:lnTo>
                  <a:pt x="25869" y="3762260"/>
                </a:lnTo>
                <a:close/>
              </a:path>
              <a:path w="968375" h="3788409">
                <a:moveTo>
                  <a:pt x="942314" y="3762260"/>
                </a:moveTo>
                <a:lnTo>
                  <a:pt x="25869" y="3762260"/>
                </a:lnTo>
                <a:lnTo>
                  <a:pt x="25869" y="3775964"/>
                </a:lnTo>
                <a:lnTo>
                  <a:pt x="942314" y="3775964"/>
                </a:lnTo>
                <a:lnTo>
                  <a:pt x="942314" y="3762260"/>
                </a:lnTo>
                <a:close/>
              </a:path>
              <a:path w="968375" h="3788409">
                <a:moveTo>
                  <a:pt x="942314" y="13715"/>
                </a:moveTo>
                <a:lnTo>
                  <a:pt x="942314" y="3775964"/>
                </a:lnTo>
                <a:lnTo>
                  <a:pt x="956017" y="3762260"/>
                </a:lnTo>
                <a:lnTo>
                  <a:pt x="968197" y="3762260"/>
                </a:lnTo>
                <a:lnTo>
                  <a:pt x="968197" y="25895"/>
                </a:lnTo>
                <a:lnTo>
                  <a:pt x="956017" y="25895"/>
                </a:lnTo>
                <a:lnTo>
                  <a:pt x="942314" y="13715"/>
                </a:lnTo>
                <a:close/>
              </a:path>
              <a:path w="968375" h="3788409">
                <a:moveTo>
                  <a:pt x="968197" y="3762260"/>
                </a:moveTo>
                <a:lnTo>
                  <a:pt x="956017" y="3762260"/>
                </a:lnTo>
                <a:lnTo>
                  <a:pt x="942314" y="3775964"/>
                </a:lnTo>
                <a:lnTo>
                  <a:pt x="968197" y="3775964"/>
                </a:lnTo>
                <a:lnTo>
                  <a:pt x="968197" y="3762260"/>
                </a:lnTo>
                <a:close/>
              </a:path>
              <a:path w="968375" h="3788409">
                <a:moveTo>
                  <a:pt x="25869" y="13715"/>
                </a:moveTo>
                <a:lnTo>
                  <a:pt x="12166" y="25895"/>
                </a:lnTo>
                <a:lnTo>
                  <a:pt x="25869" y="25895"/>
                </a:lnTo>
                <a:lnTo>
                  <a:pt x="25869" y="13715"/>
                </a:lnTo>
                <a:close/>
              </a:path>
              <a:path w="968375" h="3788409">
                <a:moveTo>
                  <a:pt x="942314" y="13715"/>
                </a:moveTo>
                <a:lnTo>
                  <a:pt x="25869" y="13715"/>
                </a:lnTo>
                <a:lnTo>
                  <a:pt x="25869" y="25895"/>
                </a:lnTo>
                <a:lnTo>
                  <a:pt x="942314" y="25895"/>
                </a:lnTo>
                <a:lnTo>
                  <a:pt x="942314" y="13715"/>
                </a:lnTo>
                <a:close/>
              </a:path>
              <a:path w="968375" h="3788409">
                <a:moveTo>
                  <a:pt x="968197" y="13715"/>
                </a:moveTo>
                <a:lnTo>
                  <a:pt x="942314" y="13715"/>
                </a:lnTo>
                <a:lnTo>
                  <a:pt x="956017" y="25895"/>
                </a:lnTo>
                <a:lnTo>
                  <a:pt x="968197" y="25895"/>
                </a:lnTo>
                <a:lnTo>
                  <a:pt x="968197" y="137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75657" y="3052445"/>
            <a:ext cx="944244" cy="376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Times New Roman"/>
              <a:cs typeface="Times New Roman"/>
            </a:endParaRPr>
          </a:p>
          <a:p>
            <a:pPr marL="229870">
              <a:lnSpc>
                <a:spcPts val="2160"/>
              </a:lnSpc>
              <a:spcBef>
                <a:spcPts val="5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FND</a:t>
            </a:r>
            <a:endParaRPr sz="1800">
              <a:latin typeface="Times New Roman"/>
              <a:cs typeface="Times New Roman"/>
            </a:endParaRPr>
          </a:p>
          <a:p>
            <a:pPr marL="115570">
              <a:lnSpc>
                <a:spcPct val="100000"/>
              </a:lnSpc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77063" y="4028821"/>
            <a:ext cx="616585" cy="1436370"/>
          </a:xfrm>
          <a:custGeom>
            <a:avLst/>
            <a:gdLst/>
            <a:ahLst/>
            <a:cxnLst/>
            <a:rect l="l" t="t" r="r" b="b"/>
            <a:pathLst>
              <a:path w="616584" h="1436370">
                <a:moveTo>
                  <a:pt x="616546" y="0"/>
                </a:moveTo>
                <a:lnTo>
                  <a:pt x="0" y="0"/>
                </a:lnTo>
                <a:lnTo>
                  <a:pt x="0" y="1436357"/>
                </a:lnTo>
                <a:lnTo>
                  <a:pt x="616546" y="1436357"/>
                </a:lnTo>
                <a:lnTo>
                  <a:pt x="616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64884" y="4016628"/>
            <a:ext cx="642620" cy="1461135"/>
          </a:xfrm>
          <a:custGeom>
            <a:avLst/>
            <a:gdLst/>
            <a:ahLst/>
            <a:cxnLst/>
            <a:rect l="l" t="t" r="r" b="b"/>
            <a:pathLst>
              <a:path w="642620" h="1461135">
                <a:moveTo>
                  <a:pt x="636333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1454632"/>
                </a:lnTo>
                <a:lnTo>
                  <a:pt x="6083" y="1460728"/>
                </a:lnTo>
                <a:lnTo>
                  <a:pt x="636333" y="1460728"/>
                </a:lnTo>
                <a:lnTo>
                  <a:pt x="642416" y="1454632"/>
                </a:lnTo>
                <a:lnTo>
                  <a:pt x="642416" y="1448549"/>
                </a:lnTo>
                <a:lnTo>
                  <a:pt x="25882" y="1448549"/>
                </a:lnTo>
                <a:lnTo>
                  <a:pt x="12179" y="1434833"/>
                </a:lnTo>
                <a:lnTo>
                  <a:pt x="25882" y="1434833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642416" y="12179"/>
                </a:lnTo>
                <a:lnTo>
                  <a:pt x="642416" y="4572"/>
                </a:lnTo>
                <a:lnTo>
                  <a:pt x="636333" y="0"/>
                </a:lnTo>
                <a:close/>
              </a:path>
              <a:path w="642620" h="1461135">
                <a:moveTo>
                  <a:pt x="25882" y="1434833"/>
                </a:moveTo>
                <a:lnTo>
                  <a:pt x="12179" y="1434833"/>
                </a:lnTo>
                <a:lnTo>
                  <a:pt x="25882" y="1448549"/>
                </a:lnTo>
                <a:lnTo>
                  <a:pt x="25882" y="1434833"/>
                </a:lnTo>
                <a:close/>
              </a:path>
              <a:path w="642620" h="1461135">
                <a:moveTo>
                  <a:pt x="616546" y="1434833"/>
                </a:moveTo>
                <a:lnTo>
                  <a:pt x="25882" y="1434833"/>
                </a:lnTo>
                <a:lnTo>
                  <a:pt x="25882" y="1448549"/>
                </a:lnTo>
                <a:lnTo>
                  <a:pt x="616546" y="1448549"/>
                </a:lnTo>
                <a:lnTo>
                  <a:pt x="616546" y="1434833"/>
                </a:lnTo>
                <a:close/>
              </a:path>
              <a:path w="642620" h="1461135">
                <a:moveTo>
                  <a:pt x="616546" y="12179"/>
                </a:moveTo>
                <a:lnTo>
                  <a:pt x="616546" y="1448549"/>
                </a:lnTo>
                <a:lnTo>
                  <a:pt x="628726" y="1434833"/>
                </a:lnTo>
                <a:lnTo>
                  <a:pt x="642416" y="1434833"/>
                </a:lnTo>
                <a:lnTo>
                  <a:pt x="642416" y="24371"/>
                </a:lnTo>
                <a:lnTo>
                  <a:pt x="628726" y="24371"/>
                </a:lnTo>
                <a:lnTo>
                  <a:pt x="616546" y="12179"/>
                </a:lnTo>
                <a:close/>
              </a:path>
              <a:path w="642620" h="1461135">
                <a:moveTo>
                  <a:pt x="642416" y="1434833"/>
                </a:moveTo>
                <a:lnTo>
                  <a:pt x="628726" y="1434833"/>
                </a:lnTo>
                <a:lnTo>
                  <a:pt x="616546" y="1448549"/>
                </a:lnTo>
                <a:lnTo>
                  <a:pt x="642416" y="1448549"/>
                </a:lnTo>
                <a:lnTo>
                  <a:pt x="642416" y="1434833"/>
                </a:lnTo>
                <a:close/>
              </a:path>
              <a:path w="642620" h="1461135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642620" h="1461135">
                <a:moveTo>
                  <a:pt x="616546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616546" y="24371"/>
                </a:lnTo>
                <a:lnTo>
                  <a:pt x="616546" y="12179"/>
                </a:lnTo>
                <a:close/>
              </a:path>
              <a:path w="642620" h="1461135">
                <a:moveTo>
                  <a:pt x="642416" y="12179"/>
                </a:moveTo>
                <a:lnTo>
                  <a:pt x="616546" y="12179"/>
                </a:lnTo>
                <a:lnTo>
                  <a:pt x="628726" y="24371"/>
                </a:lnTo>
                <a:lnTo>
                  <a:pt x="642416" y="24371"/>
                </a:lnTo>
                <a:lnTo>
                  <a:pt x="642416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98412" y="4454550"/>
            <a:ext cx="372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>
              <a:lnSpc>
                <a:spcPct val="100000"/>
              </a:lnSpc>
              <a:spcBef>
                <a:spcPts val="100"/>
              </a:spcBef>
            </a:pPr>
            <a:r>
              <a:rPr sz="12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Data  </a:t>
            </a:r>
            <a:r>
              <a:rPr sz="12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2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1200" b="1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ts val="1440"/>
              </a:lnSpc>
            </a:pPr>
            <a:r>
              <a:rPr sz="1200" b="1" i="1" dirty="0">
                <a:solidFill>
                  <a:srgbClr val="FFFFFF"/>
                </a:solidFill>
                <a:latin typeface="Times New Roman"/>
                <a:cs typeface="Times New Roman"/>
              </a:rPr>
              <a:t>4x1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74367" y="4341063"/>
            <a:ext cx="1334135" cy="818515"/>
          </a:xfrm>
          <a:custGeom>
            <a:avLst/>
            <a:gdLst/>
            <a:ahLst/>
            <a:cxnLst/>
            <a:rect l="l" t="t" r="r" b="b"/>
            <a:pathLst>
              <a:path w="1334134" h="818514">
                <a:moveTo>
                  <a:pt x="1327467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811860"/>
                </a:lnTo>
                <a:lnTo>
                  <a:pt x="6083" y="817956"/>
                </a:lnTo>
                <a:lnTo>
                  <a:pt x="1327467" y="817956"/>
                </a:lnTo>
                <a:lnTo>
                  <a:pt x="1333563" y="811860"/>
                </a:lnTo>
                <a:lnTo>
                  <a:pt x="1333563" y="804240"/>
                </a:lnTo>
                <a:lnTo>
                  <a:pt x="25869" y="804240"/>
                </a:lnTo>
                <a:lnTo>
                  <a:pt x="13690" y="792060"/>
                </a:lnTo>
                <a:lnTo>
                  <a:pt x="25869" y="792060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1333563" y="12191"/>
                </a:lnTo>
                <a:lnTo>
                  <a:pt x="1333563" y="6095"/>
                </a:lnTo>
                <a:lnTo>
                  <a:pt x="1327467" y="0"/>
                </a:lnTo>
                <a:close/>
              </a:path>
              <a:path w="1334134" h="818514">
                <a:moveTo>
                  <a:pt x="25869" y="792060"/>
                </a:moveTo>
                <a:lnTo>
                  <a:pt x="13690" y="792060"/>
                </a:lnTo>
                <a:lnTo>
                  <a:pt x="25869" y="804240"/>
                </a:lnTo>
                <a:lnTo>
                  <a:pt x="25869" y="792060"/>
                </a:lnTo>
                <a:close/>
              </a:path>
              <a:path w="1334134" h="818514">
                <a:moveTo>
                  <a:pt x="1307680" y="792060"/>
                </a:moveTo>
                <a:lnTo>
                  <a:pt x="25869" y="792060"/>
                </a:lnTo>
                <a:lnTo>
                  <a:pt x="25869" y="804240"/>
                </a:lnTo>
                <a:lnTo>
                  <a:pt x="1307680" y="804240"/>
                </a:lnTo>
                <a:lnTo>
                  <a:pt x="1307680" y="792060"/>
                </a:lnTo>
                <a:close/>
              </a:path>
              <a:path w="1334134" h="818514">
                <a:moveTo>
                  <a:pt x="1307680" y="12191"/>
                </a:moveTo>
                <a:lnTo>
                  <a:pt x="1307680" y="804240"/>
                </a:lnTo>
                <a:lnTo>
                  <a:pt x="1321384" y="792060"/>
                </a:lnTo>
                <a:lnTo>
                  <a:pt x="1333563" y="792060"/>
                </a:lnTo>
                <a:lnTo>
                  <a:pt x="1333563" y="25895"/>
                </a:lnTo>
                <a:lnTo>
                  <a:pt x="1321384" y="25895"/>
                </a:lnTo>
                <a:lnTo>
                  <a:pt x="1307680" y="12191"/>
                </a:lnTo>
                <a:close/>
              </a:path>
              <a:path w="1334134" h="818514">
                <a:moveTo>
                  <a:pt x="1333563" y="792060"/>
                </a:moveTo>
                <a:lnTo>
                  <a:pt x="1321384" y="792060"/>
                </a:lnTo>
                <a:lnTo>
                  <a:pt x="1307680" y="804240"/>
                </a:lnTo>
                <a:lnTo>
                  <a:pt x="1333563" y="804240"/>
                </a:lnTo>
                <a:lnTo>
                  <a:pt x="1333563" y="792060"/>
                </a:lnTo>
                <a:close/>
              </a:path>
              <a:path w="1334134" h="818514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1334134" h="818514">
                <a:moveTo>
                  <a:pt x="1307680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1307680" y="25895"/>
                </a:lnTo>
                <a:lnTo>
                  <a:pt x="1307680" y="12191"/>
                </a:lnTo>
                <a:close/>
              </a:path>
              <a:path w="1334134" h="818514">
                <a:moveTo>
                  <a:pt x="1333563" y="12191"/>
                </a:moveTo>
                <a:lnTo>
                  <a:pt x="1307680" y="12191"/>
                </a:lnTo>
                <a:lnTo>
                  <a:pt x="1321384" y="25895"/>
                </a:lnTo>
                <a:lnTo>
                  <a:pt x="1333563" y="25895"/>
                </a:lnTo>
                <a:lnTo>
                  <a:pt x="1333563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36139" y="4516945"/>
            <a:ext cx="8096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1400" b="1" i="1" spc="5" dirty="0">
                <a:solidFill>
                  <a:srgbClr val="BF0000"/>
                </a:solidFill>
                <a:latin typeface="Times New Roman"/>
                <a:cs typeface="Times New Roman"/>
              </a:rPr>
              <a:t>7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-S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e</a:t>
            </a:r>
            <a:r>
              <a:rPr sz="1400" b="1" i="1" spc="-10" dirty="0">
                <a:solidFill>
                  <a:srgbClr val="BF0000"/>
                </a:solidFill>
                <a:latin typeface="Times New Roman"/>
                <a:cs typeface="Times New Roman"/>
              </a:rPr>
              <a:t>g</a:t>
            </a:r>
            <a:r>
              <a:rPr sz="1400" b="1" i="1" spc="10" dirty="0">
                <a:solidFill>
                  <a:srgbClr val="BF0000"/>
                </a:solidFill>
                <a:latin typeface="Times New Roman"/>
                <a:cs typeface="Times New Roman"/>
              </a:rPr>
              <a:t>m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e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n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t  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FND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44484" y="3935895"/>
            <a:ext cx="934719" cy="417830"/>
          </a:xfrm>
          <a:custGeom>
            <a:avLst/>
            <a:gdLst/>
            <a:ahLst/>
            <a:cxnLst/>
            <a:rect l="l" t="t" r="r" b="b"/>
            <a:pathLst>
              <a:path w="934720" h="417829">
                <a:moveTo>
                  <a:pt x="892098" y="341198"/>
                </a:moveTo>
                <a:lnTo>
                  <a:pt x="858596" y="341198"/>
                </a:lnTo>
                <a:lnTo>
                  <a:pt x="896658" y="417360"/>
                </a:lnTo>
                <a:lnTo>
                  <a:pt x="927871" y="354901"/>
                </a:lnTo>
                <a:lnTo>
                  <a:pt x="892098" y="354901"/>
                </a:lnTo>
                <a:lnTo>
                  <a:pt x="892098" y="341198"/>
                </a:lnTo>
                <a:close/>
              </a:path>
              <a:path w="934720" h="417829">
                <a:moveTo>
                  <a:pt x="892098" y="4572"/>
                </a:moveTo>
                <a:lnTo>
                  <a:pt x="892098" y="354901"/>
                </a:lnTo>
                <a:lnTo>
                  <a:pt x="901230" y="354901"/>
                </a:lnTo>
                <a:lnTo>
                  <a:pt x="901230" y="10667"/>
                </a:lnTo>
                <a:lnTo>
                  <a:pt x="896658" y="10667"/>
                </a:lnTo>
                <a:lnTo>
                  <a:pt x="892098" y="4572"/>
                </a:lnTo>
                <a:close/>
              </a:path>
              <a:path w="934720" h="417829">
                <a:moveTo>
                  <a:pt x="934720" y="341198"/>
                </a:moveTo>
                <a:lnTo>
                  <a:pt x="901230" y="341198"/>
                </a:lnTo>
                <a:lnTo>
                  <a:pt x="901230" y="354901"/>
                </a:lnTo>
                <a:lnTo>
                  <a:pt x="927871" y="354901"/>
                </a:lnTo>
                <a:lnTo>
                  <a:pt x="934720" y="341198"/>
                </a:lnTo>
                <a:close/>
              </a:path>
              <a:path w="934720" h="417829">
                <a:moveTo>
                  <a:pt x="899706" y="0"/>
                </a:moveTo>
                <a:lnTo>
                  <a:pt x="0" y="0"/>
                </a:lnTo>
                <a:lnTo>
                  <a:pt x="0" y="10667"/>
                </a:lnTo>
                <a:lnTo>
                  <a:pt x="892098" y="10667"/>
                </a:lnTo>
                <a:lnTo>
                  <a:pt x="892098" y="4572"/>
                </a:lnTo>
                <a:lnTo>
                  <a:pt x="901230" y="4572"/>
                </a:lnTo>
                <a:lnTo>
                  <a:pt x="901230" y="3048"/>
                </a:lnTo>
                <a:lnTo>
                  <a:pt x="899706" y="0"/>
                </a:lnTo>
                <a:close/>
              </a:path>
              <a:path w="934720" h="417829">
                <a:moveTo>
                  <a:pt x="901230" y="4572"/>
                </a:moveTo>
                <a:lnTo>
                  <a:pt x="892098" y="4572"/>
                </a:lnTo>
                <a:lnTo>
                  <a:pt x="896658" y="10667"/>
                </a:lnTo>
                <a:lnTo>
                  <a:pt x="901230" y="10667"/>
                </a:lnTo>
                <a:lnTo>
                  <a:pt x="901230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42973" y="4711191"/>
            <a:ext cx="245084" cy="76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93610" y="4708156"/>
            <a:ext cx="165925" cy="76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44321" y="3611460"/>
            <a:ext cx="1014094" cy="659765"/>
          </a:xfrm>
          <a:custGeom>
            <a:avLst/>
            <a:gdLst/>
            <a:ahLst/>
            <a:cxnLst/>
            <a:rect l="l" t="t" r="r" b="b"/>
            <a:pathLst>
              <a:path w="1014095" h="659764">
                <a:moveTo>
                  <a:pt x="1007783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653440"/>
                </a:lnTo>
                <a:lnTo>
                  <a:pt x="6083" y="659536"/>
                </a:lnTo>
                <a:lnTo>
                  <a:pt x="1007783" y="659536"/>
                </a:lnTo>
                <a:lnTo>
                  <a:pt x="1013866" y="653440"/>
                </a:lnTo>
                <a:lnTo>
                  <a:pt x="1013866" y="647357"/>
                </a:lnTo>
                <a:lnTo>
                  <a:pt x="25869" y="647357"/>
                </a:lnTo>
                <a:lnTo>
                  <a:pt x="13690" y="633641"/>
                </a:lnTo>
                <a:lnTo>
                  <a:pt x="25869" y="633641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1013866" y="12191"/>
                </a:lnTo>
                <a:lnTo>
                  <a:pt x="1013866" y="6095"/>
                </a:lnTo>
                <a:lnTo>
                  <a:pt x="1007783" y="0"/>
                </a:lnTo>
                <a:close/>
              </a:path>
              <a:path w="1014095" h="659764">
                <a:moveTo>
                  <a:pt x="25869" y="633641"/>
                </a:moveTo>
                <a:lnTo>
                  <a:pt x="13690" y="633641"/>
                </a:lnTo>
                <a:lnTo>
                  <a:pt x="25869" y="647357"/>
                </a:lnTo>
                <a:lnTo>
                  <a:pt x="25869" y="633641"/>
                </a:lnTo>
                <a:close/>
              </a:path>
              <a:path w="1014095" h="659764">
                <a:moveTo>
                  <a:pt x="987983" y="633641"/>
                </a:moveTo>
                <a:lnTo>
                  <a:pt x="25869" y="633641"/>
                </a:lnTo>
                <a:lnTo>
                  <a:pt x="25869" y="647357"/>
                </a:lnTo>
                <a:lnTo>
                  <a:pt x="987983" y="647357"/>
                </a:lnTo>
                <a:lnTo>
                  <a:pt x="987983" y="633641"/>
                </a:lnTo>
                <a:close/>
              </a:path>
              <a:path w="1014095" h="659764">
                <a:moveTo>
                  <a:pt x="987983" y="12191"/>
                </a:moveTo>
                <a:lnTo>
                  <a:pt x="987983" y="647357"/>
                </a:lnTo>
                <a:lnTo>
                  <a:pt x="1000163" y="633641"/>
                </a:lnTo>
                <a:lnTo>
                  <a:pt x="1013866" y="633641"/>
                </a:lnTo>
                <a:lnTo>
                  <a:pt x="1013866" y="25895"/>
                </a:lnTo>
                <a:lnTo>
                  <a:pt x="1000163" y="25895"/>
                </a:lnTo>
                <a:lnTo>
                  <a:pt x="987983" y="12191"/>
                </a:lnTo>
                <a:close/>
              </a:path>
              <a:path w="1014095" h="659764">
                <a:moveTo>
                  <a:pt x="1013866" y="633641"/>
                </a:moveTo>
                <a:lnTo>
                  <a:pt x="1000163" y="633641"/>
                </a:lnTo>
                <a:lnTo>
                  <a:pt x="987983" y="647357"/>
                </a:lnTo>
                <a:lnTo>
                  <a:pt x="1013866" y="647357"/>
                </a:lnTo>
                <a:lnTo>
                  <a:pt x="1013866" y="633641"/>
                </a:lnTo>
                <a:close/>
              </a:path>
              <a:path w="1014095" h="659764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1014095" h="659764">
                <a:moveTo>
                  <a:pt x="987983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987983" y="25895"/>
                </a:lnTo>
                <a:lnTo>
                  <a:pt x="987983" y="12191"/>
                </a:lnTo>
                <a:close/>
              </a:path>
              <a:path w="1014095" h="659764">
                <a:moveTo>
                  <a:pt x="1013866" y="12191"/>
                </a:moveTo>
                <a:lnTo>
                  <a:pt x="987983" y="12191"/>
                </a:lnTo>
                <a:lnTo>
                  <a:pt x="1000163" y="25895"/>
                </a:lnTo>
                <a:lnTo>
                  <a:pt x="1013866" y="25895"/>
                </a:lnTo>
                <a:lnTo>
                  <a:pt x="1013866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76896" y="3708361"/>
            <a:ext cx="7461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ND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  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MUX</a:t>
            </a:r>
            <a:r>
              <a:rPr sz="14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4x1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44321" y="2922981"/>
            <a:ext cx="1008380" cy="484505"/>
          </a:xfrm>
          <a:custGeom>
            <a:avLst/>
            <a:gdLst/>
            <a:ahLst/>
            <a:cxnLst/>
            <a:rect l="l" t="t" r="r" b="b"/>
            <a:pathLst>
              <a:path w="1008379" h="484504">
                <a:moveTo>
                  <a:pt x="1001687" y="0"/>
                </a:moveTo>
                <a:lnTo>
                  <a:pt x="4559" y="0"/>
                </a:lnTo>
                <a:lnTo>
                  <a:pt x="0" y="6096"/>
                </a:lnTo>
                <a:lnTo>
                  <a:pt x="0" y="478281"/>
                </a:lnTo>
                <a:lnTo>
                  <a:pt x="4559" y="484377"/>
                </a:lnTo>
                <a:lnTo>
                  <a:pt x="1001687" y="484377"/>
                </a:lnTo>
                <a:lnTo>
                  <a:pt x="1007783" y="478281"/>
                </a:lnTo>
                <a:lnTo>
                  <a:pt x="1007783" y="472186"/>
                </a:lnTo>
                <a:lnTo>
                  <a:pt x="24358" y="472186"/>
                </a:lnTo>
                <a:lnTo>
                  <a:pt x="12179" y="458482"/>
                </a:lnTo>
                <a:lnTo>
                  <a:pt x="24358" y="458482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1007783" y="12191"/>
                </a:lnTo>
                <a:lnTo>
                  <a:pt x="1007783" y="6096"/>
                </a:lnTo>
                <a:lnTo>
                  <a:pt x="1001687" y="0"/>
                </a:lnTo>
                <a:close/>
              </a:path>
              <a:path w="1008379" h="484504">
                <a:moveTo>
                  <a:pt x="24358" y="458482"/>
                </a:moveTo>
                <a:lnTo>
                  <a:pt x="12179" y="458482"/>
                </a:lnTo>
                <a:lnTo>
                  <a:pt x="24358" y="472186"/>
                </a:lnTo>
                <a:lnTo>
                  <a:pt x="24358" y="458482"/>
                </a:lnTo>
                <a:close/>
              </a:path>
              <a:path w="1008379" h="484504">
                <a:moveTo>
                  <a:pt x="981900" y="458482"/>
                </a:moveTo>
                <a:lnTo>
                  <a:pt x="24358" y="458482"/>
                </a:lnTo>
                <a:lnTo>
                  <a:pt x="24358" y="472186"/>
                </a:lnTo>
                <a:lnTo>
                  <a:pt x="981900" y="472186"/>
                </a:lnTo>
                <a:lnTo>
                  <a:pt x="981900" y="458482"/>
                </a:lnTo>
                <a:close/>
              </a:path>
              <a:path w="1008379" h="484504">
                <a:moveTo>
                  <a:pt x="981900" y="12191"/>
                </a:moveTo>
                <a:lnTo>
                  <a:pt x="981900" y="472186"/>
                </a:lnTo>
                <a:lnTo>
                  <a:pt x="994079" y="458482"/>
                </a:lnTo>
                <a:lnTo>
                  <a:pt x="1007783" y="458482"/>
                </a:lnTo>
                <a:lnTo>
                  <a:pt x="1007783" y="24371"/>
                </a:lnTo>
                <a:lnTo>
                  <a:pt x="994079" y="24371"/>
                </a:lnTo>
                <a:lnTo>
                  <a:pt x="981900" y="12191"/>
                </a:lnTo>
                <a:close/>
              </a:path>
              <a:path w="1008379" h="484504">
                <a:moveTo>
                  <a:pt x="1007783" y="458482"/>
                </a:moveTo>
                <a:lnTo>
                  <a:pt x="994079" y="458482"/>
                </a:lnTo>
                <a:lnTo>
                  <a:pt x="981900" y="472186"/>
                </a:lnTo>
                <a:lnTo>
                  <a:pt x="1007783" y="472186"/>
                </a:lnTo>
                <a:lnTo>
                  <a:pt x="1007783" y="458482"/>
                </a:lnTo>
                <a:close/>
              </a:path>
              <a:path w="1008379" h="484504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1008379" h="484504">
                <a:moveTo>
                  <a:pt x="981900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981900" y="24371"/>
                </a:lnTo>
                <a:lnTo>
                  <a:pt x="981900" y="12191"/>
                </a:lnTo>
                <a:close/>
              </a:path>
              <a:path w="1008379" h="484504">
                <a:moveTo>
                  <a:pt x="1007783" y="12191"/>
                </a:moveTo>
                <a:lnTo>
                  <a:pt x="981900" y="12191"/>
                </a:lnTo>
                <a:lnTo>
                  <a:pt x="994079" y="24371"/>
                </a:lnTo>
                <a:lnTo>
                  <a:pt x="1007783" y="24371"/>
                </a:lnTo>
                <a:lnTo>
                  <a:pt x="1007783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30643" y="3038678"/>
            <a:ext cx="631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47356" y="4287748"/>
            <a:ext cx="1008380" cy="918844"/>
          </a:xfrm>
          <a:custGeom>
            <a:avLst/>
            <a:gdLst/>
            <a:ahLst/>
            <a:cxnLst/>
            <a:rect l="l" t="t" r="r" b="b"/>
            <a:pathLst>
              <a:path w="1008379" h="918845">
                <a:moveTo>
                  <a:pt x="1001699" y="0"/>
                </a:moveTo>
                <a:lnTo>
                  <a:pt x="4572" y="0"/>
                </a:lnTo>
                <a:lnTo>
                  <a:pt x="0" y="4572"/>
                </a:lnTo>
                <a:lnTo>
                  <a:pt x="0" y="912393"/>
                </a:lnTo>
                <a:lnTo>
                  <a:pt x="4572" y="918489"/>
                </a:lnTo>
                <a:lnTo>
                  <a:pt x="1001699" y="918489"/>
                </a:lnTo>
                <a:lnTo>
                  <a:pt x="1007795" y="912393"/>
                </a:lnTo>
                <a:lnTo>
                  <a:pt x="1007795" y="906297"/>
                </a:lnTo>
                <a:lnTo>
                  <a:pt x="24358" y="906297"/>
                </a:lnTo>
                <a:lnTo>
                  <a:pt x="12179" y="892594"/>
                </a:lnTo>
                <a:lnTo>
                  <a:pt x="24358" y="892594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1007795" y="12191"/>
                </a:lnTo>
                <a:lnTo>
                  <a:pt x="1007795" y="4572"/>
                </a:lnTo>
                <a:lnTo>
                  <a:pt x="1001699" y="0"/>
                </a:lnTo>
                <a:close/>
              </a:path>
              <a:path w="1008379" h="918845">
                <a:moveTo>
                  <a:pt x="24358" y="892594"/>
                </a:moveTo>
                <a:lnTo>
                  <a:pt x="12179" y="892594"/>
                </a:lnTo>
                <a:lnTo>
                  <a:pt x="24358" y="906297"/>
                </a:lnTo>
                <a:lnTo>
                  <a:pt x="24358" y="892594"/>
                </a:lnTo>
                <a:close/>
              </a:path>
              <a:path w="1008379" h="918845">
                <a:moveTo>
                  <a:pt x="981913" y="892594"/>
                </a:moveTo>
                <a:lnTo>
                  <a:pt x="24358" y="892594"/>
                </a:lnTo>
                <a:lnTo>
                  <a:pt x="24358" y="906297"/>
                </a:lnTo>
                <a:lnTo>
                  <a:pt x="981913" y="906297"/>
                </a:lnTo>
                <a:lnTo>
                  <a:pt x="981913" y="892594"/>
                </a:lnTo>
                <a:close/>
              </a:path>
              <a:path w="1008379" h="918845">
                <a:moveTo>
                  <a:pt x="981913" y="12191"/>
                </a:moveTo>
                <a:lnTo>
                  <a:pt x="981913" y="906297"/>
                </a:lnTo>
                <a:lnTo>
                  <a:pt x="995616" y="892594"/>
                </a:lnTo>
                <a:lnTo>
                  <a:pt x="1007795" y="892594"/>
                </a:lnTo>
                <a:lnTo>
                  <a:pt x="1007795" y="24371"/>
                </a:lnTo>
                <a:lnTo>
                  <a:pt x="995616" y="24371"/>
                </a:lnTo>
                <a:lnTo>
                  <a:pt x="981913" y="12191"/>
                </a:lnTo>
                <a:close/>
              </a:path>
              <a:path w="1008379" h="918845">
                <a:moveTo>
                  <a:pt x="1007795" y="892594"/>
                </a:moveTo>
                <a:lnTo>
                  <a:pt x="995616" y="892594"/>
                </a:lnTo>
                <a:lnTo>
                  <a:pt x="981913" y="906297"/>
                </a:lnTo>
                <a:lnTo>
                  <a:pt x="1007795" y="906297"/>
                </a:lnTo>
                <a:lnTo>
                  <a:pt x="1007795" y="892594"/>
                </a:lnTo>
                <a:close/>
              </a:path>
              <a:path w="1008379" h="918845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1008379" h="918845">
                <a:moveTo>
                  <a:pt x="981913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981913" y="24371"/>
                </a:lnTo>
                <a:lnTo>
                  <a:pt x="981913" y="12191"/>
                </a:lnTo>
                <a:close/>
              </a:path>
              <a:path w="1008379" h="918845">
                <a:moveTo>
                  <a:pt x="1007795" y="12191"/>
                </a:moveTo>
                <a:lnTo>
                  <a:pt x="981913" y="12191"/>
                </a:lnTo>
                <a:lnTo>
                  <a:pt x="995616" y="24371"/>
                </a:lnTo>
                <a:lnTo>
                  <a:pt x="1007795" y="24371"/>
                </a:lnTo>
                <a:lnTo>
                  <a:pt x="1007795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07948" y="4300727"/>
            <a:ext cx="6832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FND</a:t>
            </a:r>
            <a:endParaRPr sz="140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Decoder 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4x8  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(case</a:t>
            </a:r>
            <a:r>
              <a:rPr sz="14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맑은 고딕"/>
                <a:cs typeface="맑은 고딕"/>
              </a:rPr>
              <a:t>문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79731" y="1998408"/>
            <a:ext cx="849630" cy="301625"/>
          </a:xfrm>
          <a:custGeom>
            <a:avLst/>
            <a:gdLst/>
            <a:ahLst/>
            <a:cxnLst/>
            <a:rect l="l" t="t" r="r" b="b"/>
            <a:pathLst>
              <a:path w="849629" h="301625">
                <a:moveTo>
                  <a:pt x="844892" y="0"/>
                </a:moveTo>
                <a:lnTo>
                  <a:pt x="4571" y="0"/>
                </a:lnTo>
                <a:lnTo>
                  <a:pt x="0" y="6095"/>
                </a:lnTo>
                <a:lnTo>
                  <a:pt x="0" y="297027"/>
                </a:lnTo>
                <a:lnTo>
                  <a:pt x="4571" y="301599"/>
                </a:lnTo>
                <a:lnTo>
                  <a:pt x="844892" y="301599"/>
                </a:lnTo>
                <a:lnTo>
                  <a:pt x="849464" y="297027"/>
                </a:lnTo>
                <a:lnTo>
                  <a:pt x="849464" y="289407"/>
                </a:lnTo>
                <a:lnTo>
                  <a:pt x="24358" y="289407"/>
                </a:lnTo>
                <a:lnTo>
                  <a:pt x="12179" y="277228"/>
                </a:lnTo>
                <a:lnTo>
                  <a:pt x="24358" y="277228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1"/>
                </a:lnTo>
                <a:lnTo>
                  <a:pt x="849464" y="12191"/>
                </a:lnTo>
                <a:lnTo>
                  <a:pt x="849464" y="6095"/>
                </a:lnTo>
                <a:lnTo>
                  <a:pt x="844892" y="0"/>
                </a:lnTo>
                <a:close/>
              </a:path>
              <a:path w="849629" h="301625">
                <a:moveTo>
                  <a:pt x="24358" y="277228"/>
                </a:moveTo>
                <a:lnTo>
                  <a:pt x="12179" y="277228"/>
                </a:lnTo>
                <a:lnTo>
                  <a:pt x="24358" y="289407"/>
                </a:lnTo>
                <a:lnTo>
                  <a:pt x="24358" y="277228"/>
                </a:lnTo>
                <a:close/>
              </a:path>
              <a:path w="849629" h="301625">
                <a:moveTo>
                  <a:pt x="825106" y="277228"/>
                </a:moveTo>
                <a:lnTo>
                  <a:pt x="24358" y="277228"/>
                </a:lnTo>
                <a:lnTo>
                  <a:pt x="24358" y="289407"/>
                </a:lnTo>
                <a:lnTo>
                  <a:pt x="825106" y="289407"/>
                </a:lnTo>
                <a:lnTo>
                  <a:pt x="825106" y="277228"/>
                </a:lnTo>
                <a:close/>
              </a:path>
              <a:path w="849629" h="301625">
                <a:moveTo>
                  <a:pt x="825106" y="12191"/>
                </a:moveTo>
                <a:lnTo>
                  <a:pt x="825106" y="289407"/>
                </a:lnTo>
                <a:lnTo>
                  <a:pt x="837285" y="277228"/>
                </a:lnTo>
                <a:lnTo>
                  <a:pt x="849464" y="277228"/>
                </a:lnTo>
                <a:lnTo>
                  <a:pt x="849464" y="25895"/>
                </a:lnTo>
                <a:lnTo>
                  <a:pt x="837285" y="25895"/>
                </a:lnTo>
                <a:lnTo>
                  <a:pt x="825106" y="12191"/>
                </a:lnTo>
                <a:close/>
              </a:path>
              <a:path w="849629" h="301625">
                <a:moveTo>
                  <a:pt x="849464" y="277228"/>
                </a:moveTo>
                <a:lnTo>
                  <a:pt x="837285" y="277228"/>
                </a:lnTo>
                <a:lnTo>
                  <a:pt x="825106" y="289407"/>
                </a:lnTo>
                <a:lnTo>
                  <a:pt x="849464" y="289407"/>
                </a:lnTo>
                <a:lnTo>
                  <a:pt x="849464" y="277228"/>
                </a:lnTo>
                <a:close/>
              </a:path>
              <a:path w="849629" h="301625">
                <a:moveTo>
                  <a:pt x="24358" y="12191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1"/>
                </a:lnTo>
                <a:close/>
              </a:path>
              <a:path w="849629" h="301625">
                <a:moveTo>
                  <a:pt x="825106" y="12191"/>
                </a:moveTo>
                <a:lnTo>
                  <a:pt x="24358" y="12191"/>
                </a:lnTo>
                <a:lnTo>
                  <a:pt x="24358" y="25895"/>
                </a:lnTo>
                <a:lnTo>
                  <a:pt x="825106" y="25895"/>
                </a:lnTo>
                <a:lnTo>
                  <a:pt x="825106" y="12191"/>
                </a:lnTo>
                <a:close/>
              </a:path>
              <a:path w="849629" h="301625">
                <a:moveTo>
                  <a:pt x="849464" y="12191"/>
                </a:moveTo>
                <a:lnTo>
                  <a:pt x="825106" y="12191"/>
                </a:lnTo>
                <a:lnTo>
                  <a:pt x="837285" y="25895"/>
                </a:lnTo>
                <a:lnTo>
                  <a:pt x="849464" y="25895"/>
                </a:lnTo>
                <a:lnTo>
                  <a:pt x="849464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36906" y="2047824"/>
            <a:ext cx="5346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1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73635" y="2603119"/>
            <a:ext cx="851535" cy="304800"/>
          </a:xfrm>
          <a:custGeom>
            <a:avLst/>
            <a:gdLst/>
            <a:ahLst/>
            <a:cxnLst/>
            <a:rect l="l" t="t" r="r" b="b"/>
            <a:pathLst>
              <a:path w="851534" h="304800">
                <a:moveTo>
                  <a:pt x="846429" y="0"/>
                </a:moveTo>
                <a:lnTo>
                  <a:pt x="6096" y="0"/>
                </a:lnTo>
                <a:lnTo>
                  <a:pt x="0" y="6095"/>
                </a:lnTo>
                <a:lnTo>
                  <a:pt x="0" y="298538"/>
                </a:lnTo>
                <a:lnTo>
                  <a:pt x="6096" y="304634"/>
                </a:lnTo>
                <a:lnTo>
                  <a:pt x="846429" y="304634"/>
                </a:lnTo>
                <a:lnTo>
                  <a:pt x="850988" y="298538"/>
                </a:lnTo>
                <a:lnTo>
                  <a:pt x="850988" y="292442"/>
                </a:lnTo>
                <a:lnTo>
                  <a:pt x="25882" y="292442"/>
                </a:lnTo>
                <a:lnTo>
                  <a:pt x="13703" y="278739"/>
                </a:lnTo>
                <a:lnTo>
                  <a:pt x="25882" y="278739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850988" y="12179"/>
                </a:lnTo>
                <a:lnTo>
                  <a:pt x="850988" y="6095"/>
                </a:lnTo>
                <a:lnTo>
                  <a:pt x="846429" y="0"/>
                </a:lnTo>
                <a:close/>
              </a:path>
              <a:path w="851534" h="304800">
                <a:moveTo>
                  <a:pt x="25882" y="278739"/>
                </a:moveTo>
                <a:lnTo>
                  <a:pt x="13703" y="278739"/>
                </a:lnTo>
                <a:lnTo>
                  <a:pt x="25882" y="292442"/>
                </a:lnTo>
                <a:lnTo>
                  <a:pt x="25882" y="278739"/>
                </a:lnTo>
                <a:close/>
              </a:path>
              <a:path w="851534" h="304800">
                <a:moveTo>
                  <a:pt x="826630" y="278739"/>
                </a:moveTo>
                <a:lnTo>
                  <a:pt x="25882" y="278739"/>
                </a:lnTo>
                <a:lnTo>
                  <a:pt x="25882" y="292442"/>
                </a:lnTo>
                <a:lnTo>
                  <a:pt x="826630" y="292442"/>
                </a:lnTo>
                <a:lnTo>
                  <a:pt x="826630" y="278739"/>
                </a:lnTo>
                <a:close/>
              </a:path>
              <a:path w="851534" h="304800">
                <a:moveTo>
                  <a:pt x="826630" y="12179"/>
                </a:moveTo>
                <a:lnTo>
                  <a:pt x="826630" y="292442"/>
                </a:lnTo>
                <a:lnTo>
                  <a:pt x="838809" y="278739"/>
                </a:lnTo>
                <a:lnTo>
                  <a:pt x="850988" y="278739"/>
                </a:lnTo>
                <a:lnTo>
                  <a:pt x="850988" y="25895"/>
                </a:lnTo>
                <a:lnTo>
                  <a:pt x="838809" y="25895"/>
                </a:lnTo>
                <a:lnTo>
                  <a:pt x="826630" y="12179"/>
                </a:lnTo>
                <a:close/>
              </a:path>
              <a:path w="851534" h="304800">
                <a:moveTo>
                  <a:pt x="850988" y="278739"/>
                </a:moveTo>
                <a:lnTo>
                  <a:pt x="838809" y="278739"/>
                </a:lnTo>
                <a:lnTo>
                  <a:pt x="826630" y="292442"/>
                </a:lnTo>
                <a:lnTo>
                  <a:pt x="850988" y="292442"/>
                </a:lnTo>
                <a:lnTo>
                  <a:pt x="850988" y="278739"/>
                </a:lnTo>
                <a:close/>
              </a:path>
              <a:path w="851534" h="304800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851534" h="304800">
                <a:moveTo>
                  <a:pt x="826630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826630" y="25895"/>
                </a:lnTo>
                <a:lnTo>
                  <a:pt x="826630" y="12179"/>
                </a:lnTo>
                <a:close/>
              </a:path>
              <a:path w="851534" h="304800">
                <a:moveTo>
                  <a:pt x="850988" y="12179"/>
                </a:moveTo>
                <a:lnTo>
                  <a:pt x="826630" y="12179"/>
                </a:lnTo>
                <a:lnTo>
                  <a:pt x="838809" y="25895"/>
                </a:lnTo>
                <a:lnTo>
                  <a:pt x="850988" y="25895"/>
                </a:lnTo>
                <a:lnTo>
                  <a:pt x="85098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080353" y="2653715"/>
            <a:ext cx="6362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1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56501" y="1978609"/>
            <a:ext cx="982344" cy="758825"/>
          </a:xfrm>
          <a:custGeom>
            <a:avLst/>
            <a:gdLst/>
            <a:ahLst/>
            <a:cxnLst/>
            <a:rect l="l" t="t" r="r" b="b"/>
            <a:pathLst>
              <a:path w="982345" h="758825">
                <a:moveTo>
                  <a:pt x="981900" y="0"/>
                </a:moveTo>
                <a:lnTo>
                  <a:pt x="0" y="0"/>
                </a:lnTo>
                <a:lnTo>
                  <a:pt x="0" y="758545"/>
                </a:lnTo>
                <a:lnTo>
                  <a:pt x="981900" y="758545"/>
                </a:lnTo>
                <a:lnTo>
                  <a:pt x="981900" y="0"/>
                </a:lnTo>
                <a:close/>
              </a:path>
            </a:pathLst>
          </a:custGeom>
          <a:solidFill>
            <a:srgbClr val="C6D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44321" y="1966429"/>
            <a:ext cx="1008380" cy="782955"/>
          </a:xfrm>
          <a:custGeom>
            <a:avLst/>
            <a:gdLst/>
            <a:ahLst/>
            <a:cxnLst/>
            <a:rect l="l" t="t" r="r" b="b"/>
            <a:pathLst>
              <a:path w="1008379" h="782955">
                <a:moveTo>
                  <a:pt x="1001687" y="0"/>
                </a:moveTo>
                <a:lnTo>
                  <a:pt x="4559" y="0"/>
                </a:lnTo>
                <a:lnTo>
                  <a:pt x="0" y="6083"/>
                </a:lnTo>
                <a:lnTo>
                  <a:pt x="0" y="778344"/>
                </a:lnTo>
                <a:lnTo>
                  <a:pt x="4559" y="782916"/>
                </a:lnTo>
                <a:lnTo>
                  <a:pt x="1001687" y="782916"/>
                </a:lnTo>
                <a:lnTo>
                  <a:pt x="1007783" y="778344"/>
                </a:lnTo>
                <a:lnTo>
                  <a:pt x="1007783" y="770724"/>
                </a:lnTo>
                <a:lnTo>
                  <a:pt x="24358" y="770724"/>
                </a:lnTo>
                <a:lnTo>
                  <a:pt x="12179" y="758545"/>
                </a:lnTo>
                <a:lnTo>
                  <a:pt x="24358" y="758545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79"/>
                </a:lnTo>
                <a:lnTo>
                  <a:pt x="1007783" y="12179"/>
                </a:lnTo>
                <a:lnTo>
                  <a:pt x="1007783" y="6083"/>
                </a:lnTo>
                <a:lnTo>
                  <a:pt x="1001687" y="0"/>
                </a:lnTo>
                <a:close/>
              </a:path>
              <a:path w="1008379" h="782955">
                <a:moveTo>
                  <a:pt x="24358" y="758545"/>
                </a:moveTo>
                <a:lnTo>
                  <a:pt x="12179" y="758545"/>
                </a:lnTo>
                <a:lnTo>
                  <a:pt x="24358" y="770724"/>
                </a:lnTo>
                <a:lnTo>
                  <a:pt x="24358" y="758545"/>
                </a:lnTo>
                <a:close/>
              </a:path>
              <a:path w="1008379" h="782955">
                <a:moveTo>
                  <a:pt x="981900" y="758545"/>
                </a:moveTo>
                <a:lnTo>
                  <a:pt x="24358" y="758545"/>
                </a:lnTo>
                <a:lnTo>
                  <a:pt x="24358" y="770724"/>
                </a:lnTo>
                <a:lnTo>
                  <a:pt x="981900" y="770724"/>
                </a:lnTo>
                <a:lnTo>
                  <a:pt x="981900" y="758545"/>
                </a:lnTo>
                <a:close/>
              </a:path>
              <a:path w="1008379" h="782955">
                <a:moveTo>
                  <a:pt x="981900" y="12179"/>
                </a:moveTo>
                <a:lnTo>
                  <a:pt x="981900" y="770724"/>
                </a:lnTo>
                <a:lnTo>
                  <a:pt x="994079" y="758545"/>
                </a:lnTo>
                <a:lnTo>
                  <a:pt x="1007783" y="758545"/>
                </a:lnTo>
                <a:lnTo>
                  <a:pt x="1007783" y="25895"/>
                </a:lnTo>
                <a:lnTo>
                  <a:pt x="994079" y="25895"/>
                </a:lnTo>
                <a:lnTo>
                  <a:pt x="981900" y="12179"/>
                </a:lnTo>
                <a:close/>
              </a:path>
              <a:path w="1008379" h="782955">
                <a:moveTo>
                  <a:pt x="1007783" y="758545"/>
                </a:moveTo>
                <a:lnTo>
                  <a:pt x="994079" y="758545"/>
                </a:lnTo>
                <a:lnTo>
                  <a:pt x="981900" y="770724"/>
                </a:lnTo>
                <a:lnTo>
                  <a:pt x="1007783" y="770724"/>
                </a:lnTo>
                <a:lnTo>
                  <a:pt x="1007783" y="758545"/>
                </a:lnTo>
                <a:close/>
              </a:path>
              <a:path w="1008379" h="782955">
                <a:moveTo>
                  <a:pt x="24358" y="12179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79"/>
                </a:lnTo>
                <a:close/>
              </a:path>
              <a:path w="1008379" h="782955">
                <a:moveTo>
                  <a:pt x="981900" y="12179"/>
                </a:moveTo>
                <a:lnTo>
                  <a:pt x="24358" y="12179"/>
                </a:lnTo>
                <a:lnTo>
                  <a:pt x="24358" y="25895"/>
                </a:lnTo>
                <a:lnTo>
                  <a:pt x="981900" y="25895"/>
                </a:lnTo>
                <a:lnTo>
                  <a:pt x="981900" y="12179"/>
                </a:lnTo>
                <a:close/>
              </a:path>
              <a:path w="1008379" h="782955">
                <a:moveTo>
                  <a:pt x="1007783" y="12179"/>
                </a:moveTo>
                <a:lnTo>
                  <a:pt x="981900" y="12179"/>
                </a:lnTo>
                <a:lnTo>
                  <a:pt x="994079" y="25895"/>
                </a:lnTo>
                <a:lnTo>
                  <a:pt x="1007783" y="25895"/>
                </a:lnTo>
                <a:lnTo>
                  <a:pt x="1007783" y="12179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306309" y="2018715"/>
            <a:ext cx="68199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Clock  Divider 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1_000</a:t>
            </a:r>
            <a:r>
              <a:rPr sz="1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455050" y="2916897"/>
            <a:ext cx="1172210" cy="233045"/>
          </a:xfrm>
          <a:custGeom>
            <a:avLst/>
            <a:gdLst/>
            <a:ahLst/>
            <a:cxnLst/>
            <a:rect l="l" t="t" r="r" b="b"/>
            <a:pathLst>
              <a:path w="1172209" h="233044">
                <a:moveTo>
                  <a:pt x="1172197" y="0"/>
                </a:moveTo>
                <a:lnTo>
                  <a:pt x="0" y="0"/>
                </a:lnTo>
                <a:lnTo>
                  <a:pt x="0" y="233045"/>
                </a:lnTo>
                <a:lnTo>
                  <a:pt x="1172197" y="233045"/>
                </a:lnTo>
                <a:lnTo>
                  <a:pt x="1172197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442871" y="2903181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0459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52844"/>
                </a:lnTo>
                <a:lnTo>
                  <a:pt x="6083" y="258940"/>
                </a:lnTo>
                <a:lnTo>
                  <a:pt x="1190459" y="258940"/>
                </a:lnTo>
                <a:lnTo>
                  <a:pt x="1196555" y="252844"/>
                </a:lnTo>
                <a:lnTo>
                  <a:pt x="1196555" y="246761"/>
                </a:lnTo>
                <a:lnTo>
                  <a:pt x="25882" y="246761"/>
                </a:lnTo>
                <a:lnTo>
                  <a:pt x="12179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96"/>
                </a:lnTo>
                <a:lnTo>
                  <a:pt x="1190459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2179" y="233045"/>
                </a:lnTo>
                <a:lnTo>
                  <a:pt x="25882" y="246761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61"/>
                </a:lnTo>
                <a:lnTo>
                  <a:pt x="1172197" y="246761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61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61"/>
                </a:lnTo>
                <a:lnTo>
                  <a:pt x="1196555" y="246761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455050" y="2935020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output</a:t>
            </a:r>
            <a:r>
              <a:rPr sz="1050" b="1" i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5" dirty="0">
                <a:solidFill>
                  <a:srgbClr val="BEBEBE"/>
                </a:solidFill>
                <a:latin typeface="Times New Roman"/>
                <a:cs typeface="Times New Roman"/>
              </a:rPr>
              <a:t>FND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418512" y="1453108"/>
            <a:ext cx="1215390" cy="303530"/>
          </a:xfrm>
          <a:custGeom>
            <a:avLst/>
            <a:gdLst/>
            <a:ahLst/>
            <a:cxnLst/>
            <a:rect l="l" t="t" r="r" b="b"/>
            <a:pathLst>
              <a:path w="1215390" h="303530">
                <a:moveTo>
                  <a:pt x="120873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97027"/>
                </a:lnTo>
                <a:lnTo>
                  <a:pt x="6083" y="303123"/>
                </a:lnTo>
                <a:lnTo>
                  <a:pt x="1208735" y="303123"/>
                </a:lnTo>
                <a:lnTo>
                  <a:pt x="1214818" y="297027"/>
                </a:lnTo>
                <a:lnTo>
                  <a:pt x="1214818" y="289407"/>
                </a:lnTo>
                <a:lnTo>
                  <a:pt x="25882" y="289407"/>
                </a:lnTo>
                <a:lnTo>
                  <a:pt x="13703" y="277228"/>
                </a:lnTo>
                <a:lnTo>
                  <a:pt x="25882" y="277228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5"/>
                </a:lnTo>
                <a:lnTo>
                  <a:pt x="1214818" y="13715"/>
                </a:lnTo>
                <a:lnTo>
                  <a:pt x="1214818" y="6096"/>
                </a:lnTo>
                <a:lnTo>
                  <a:pt x="1208735" y="0"/>
                </a:lnTo>
                <a:close/>
              </a:path>
              <a:path w="1215390" h="303530">
                <a:moveTo>
                  <a:pt x="25882" y="277228"/>
                </a:moveTo>
                <a:lnTo>
                  <a:pt x="13703" y="277228"/>
                </a:lnTo>
                <a:lnTo>
                  <a:pt x="25882" y="289407"/>
                </a:lnTo>
                <a:lnTo>
                  <a:pt x="25882" y="277228"/>
                </a:lnTo>
                <a:close/>
              </a:path>
              <a:path w="1215390" h="303530">
                <a:moveTo>
                  <a:pt x="1188935" y="277228"/>
                </a:moveTo>
                <a:lnTo>
                  <a:pt x="25882" y="277228"/>
                </a:lnTo>
                <a:lnTo>
                  <a:pt x="25882" y="289407"/>
                </a:lnTo>
                <a:lnTo>
                  <a:pt x="1188935" y="289407"/>
                </a:lnTo>
                <a:lnTo>
                  <a:pt x="1188935" y="277228"/>
                </a:lnTo>
                <a:close/>
              </a:path>
              <a:path w="1215390" h="303530">
                <a:moveTo>
                  <a:pt x="1188935" y="13715"/>
                </a:moveTo>
                <a:lnTo>
                  <a:pt x="1188935" y="289407"/>
                </a:lnTo>
                <a:lnTo>
                  <a:pt x="1202639" y="277228"/>
                </a:lnTo>
                <a:lnTo>
                  <a:pt x="1214818" y="277228"/>
                </a:lnTo>
                <a:lnTo>
                  <a:pt x="1214818" y="25895"/>
                </a:lnTo>
                <a:lnTo>
                  <a:pt x="1202639" y="25895"/>
                </a:lnTo>
                <a:lnTo>
                  <a:pt x="1188935" y="13715"/>
                </a:lnTo>
                <a:close/>
              </a:path>
              <a:path w="1215390" h="303530">
                <a:moveTo>
                  <a:pt x="1214818" y="277228"/>
                </a:moveTo>
                <a:lnTo>
                  <a:pt x="1202639" y="277228"/>
                </a:lnTo>
                <a:lnTo>
                  <a:pt x="1188935" y="289407"/>
                </a:lnTo>
                <a:lnTo>
                  <a:pt x="1214818" y="289407"/>
                </a:lnTo>
                <a:lnTo>
                  <a:pt x="1214818" y="277228"/>
                </a:lnTo>
                <a:close/>
              </a:path>
              <a:path w="1215390" h="303530">
                <a:moveTo>
                  <a:pt x="25882" y="13715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5"/>
                </a:lnTo>
                <a:close/>
              </a:path>
              <a:path w="1215390" h="303530">
                <a:moveTo>
                  <a:pt x="1188935" y="13715"/>
                </a:moveTo>
                <a:lnTo>
                  <a:pt x="25882" y="13715"/>
                </a:lnTo>
                <a:lnTo>
                  <a:pt x="25882" y="25895"/>
                </a:lnTo>
                <a:lnTo>
                  <a:pt x="1188935" y="25895"/>
                </a:lnTo>
                <a:lnTo>
                  <a:pt x="1188935" y="13715"/>
                </a:lnTo>
                <a:close/>
              </a:path>
              <a:path w="1215390" h="303530">
                <a:moveTo>
                  <a:pt x="1214818" y="13715"/>
                </a:moveTo>
                <a:lnTo>
                  <a:pt x="1188935" y="13715"/>
                </a:lnTo>
                <a:lnTo>
                  <a:pt x="1202639" y="25895"/>
                </a:lnTo>
                <a:lnTo>
                  <a:pt x="1214818" y="25895"/>
                </a:lnTo>
                <a:lnTo>
                  <a:pt x="1214818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455050" y="1466824"/>
            <a:ext cx="1172210" cy="276225"/>
          </a:xfrm>
          <a:prstGeom prst="rect">
            <a:avLst/>
          </a:prstGeom>
          <a:solidFill>
            <a:srgbClr val="FDE9D9"/>
          </a:solidFill>
        </p:spPr>
        <p:txBody>
          <a:bodyPr vert="horz" wrap="square" lIns="0" tIns="5080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400"/>
              </a:spcBef>
            </a:pPr>
            <a:r>
              <a:rPr sz="1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clk</a:t>
            </a:r>
            <a:r>
              <a:rPr sz="10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50" i="1" spc="-30" dirty="0">
                <a:solidFill>
                  <a:srgbClr val="FF0000"/>
                </a:solidFill>
                <a:latin typeface="Wingdings"/>
                <a:cs typeface="Wingdings"/>
              </a:rPr>
              <a:t></a:t>
            </a:r>
            <a:r>
              <a:rPr sz="10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450478" y="1795830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36774" y="1782127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48"/>
                </a:lnTo>
                <a:lnTo>
                  <a:pt x="25882" y="246748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82"/>
                </a:lnTo>
                <a:lnTo>
                  <a:pt x="13703" y="25882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83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48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48"/>
                </a:lnTo>
                <a:lnTo>
                  <a:pt x="1172197" y="246748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48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82"/>
                </a:lnTo>
                <a:lnTo>
                  <a:pt x="1184376" y="25882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48"/>
                </a:lnTo>
                <a:lnTo>
                  <a:pt x="1196555" y="246748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82"/>
                </a:lnTo>
                <a:lnTo>
                  <a:pt x="25882" y="25882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82"/>
                </a:lnTo>
                <a:lnTo>
                  <a:pt x="1172197" y="25882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82"/>
                </a:lnTo>
                <a:lnTo>
                  <a:pt x="1196555" y="25882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455050" y="1813814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05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450478" y="2077618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36774" y="2063915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48"/>
                </a:lnTo>
                <a:lnTo>
                  <a:pt x="25882" y="246748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83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48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48"/>
                </a:lnTo>
                <a:lnTo>
                  <a:pt x="1172197" y="246748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48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48"/>
                </a:lnTo>
                <a:lnTo>
                  <a:pt x="1196555" y="246748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455050" y="2095677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</a:t>
            </a:r>
            <a:r>
              <a:rPr sz="1050" b="1" i="1" spc="21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5" dirty="0">
                <a:solidFill>
                  <a:srgbClr val="BEBEBE"/>
                </a:solidFill>
                <a:latin typeface="Times New Roman"/>
                <a:cs typeface="Times New Roman"/>
              </a:rPr>
              <a:t>UpDown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450478" y="2350274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36774" y="2336558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61"/>
                </a:lnTo>
                <a:lnTo>
                  <a:pt x="25882" y="246761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96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61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61"/>
                </a:lnTo>
                <a:lnTo>
                  <a:pt x="1172197" y="246761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61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61"/>
                </a:lnTo>
                <a:lnTo>
                  <a:pt x="1196555" y="246761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455050" y="2368232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 [3:0]</a:t>
            </a:r>
            <a:r>
              <a:rPr sz="1050" b="1" i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-5" dirty="0">
                <a:solidFill>
                  <a:srgbClr val="BEBEBE"/>
                </a:solidFill>
                <a:latin typeface="Times New Roman"/>
                <a:cs typeface="Times New Roman"/>
              </a:rPr>
              <a:t>iny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450478" y="2624442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436774" y="2612250"/>
            <a:ext cx="1196975" cy="257810"/>
          </a:xfrm>
          <a:custGeom>
            <a:avLst/>
            <a:gdLst/>
            <a:ahLst/>
            <a:cxnLst/>
            <a:rect l="l" t="t" r="r" b="b"/>
            <a:pathLst>
              <a:path w="1196975" h="257810">
                <a:moveTo>
                  <a:pt x="1191996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251332"/>
                </a:lnTo>
                <a:lnTo>
                  <a:pt x="6096" y="257416"/>
                </a:lnTo>
                <a:lnTo>
                  <a:pt x="1191996" y="257416"/>
                </a:lnTo>
                <a:lnTo>
                  <a:pt x="1196555" y="251332"/>
                </a:lnTo>
                <a:lnTo>
                  <a:pt x="1196555" y="245237"/>
                </a:lnTo>
                <a:lnTo>
                  <a:pt x="25882" y="245237"/>
                </a:lnTo>
                <a:lnTo>
                  <a:pt x="13703" y="233044"/>
                </a:lnTo>
                <a:lnTo>
                  <a:pt x="25882" y="233044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1196555" y="12191"/>
                </a:lnTo>
                <a:lnTo>
                  <a:pt x="1196555" y="4571"/>
                </a:lnTo>
                <a:lnTo>
                  <a:pt x="1191996" y="0"/>
                </a:lnTo>
                <a:close/>
              </a:path>
              <a:path w="1196975" h="257810">
                <a:moveTo>
                  <a:pt x="25882" y="233044"/>
                </a:moveTo>
                <a:lnTo>
                  <a:pt x="13703" y="233044"/>
                </a:lnTo>
                <a:lnTo>
                  <a:pt x="25882" y="245237"/>
                </a:lnTo>
                <a:lnTo>
                  <a:pt x="25882" y="233044"/>
                </a:lnTo>
                <a:close/>
              </a:path>
              <a:path w="1196975" h="257810">
                <a:moveTo>
                  <a:pt x="1172197" y="233044"/>
                </a:moveTo>
                <a:lnTo>
                  <a:pt x="25882" y="233044"/>
                </a:lnTo>
                <a:lnTo>
                  <a:pt x="25882" y="245237"/>
                </a:lnTo>
                <a:lnTo>
                  <a:pt x="1172197" y="245237"/>
                </a:lnTo>
                <a:lnTo>
                  <a:pt x="1172197" y="233044"/>
                </a:lnTo>
                <a:close/>
              </a:path>
              <a:path w="1196975" h="257810">
                <a:moveTo>
                  <a:pt x="1172197" y="12191"/>
                </a:moveTo>
                <a:lnTo>
                  <a:pt x="1172197" y="245237"/>
                </a:lnTo>
                <a:lnTo>
                  <a:pt x="1184376" y="233044"/>
                </a:lnTo>
                <a:lnTo>
                  <a:pt x="1196555" y="233044"/>
                </a:lnTo>
                <a:lnTo>
                  <a:pt x="1196555" y="24371"/>
                </a:lnTo>
                <a:lnTo>
                  <a:pt x="1184376" y="24371"/>
                </a:lnTo>
                <a:lnTo>
                  <a:pt x="1172197" y="12191"/>
                </a:lnTo>
                <a:close/>
              </a:path>
              <a:path w="1196975" h="257810">
                <a:moveTo>
                  <a:pt x="1196555" y="233044"/>
                </a:moveTo>
                <a:lnTo>
                  <a:pt x="1184376" y="233044"/>
                </a:lnTo>
                <a:lnTo>
                  <a:pt x="1172197" y="245237"/>
                </a:lnTo>
                <a:lnTo>
                  <a:pt x="1196555" y="245237"/>
                </a:lnTo>
                <a:lnTo>
                  <a:pt x="1196555" y="233044"/>
                </a:lnTo>
                <a:close/>
              </a:path>
              <a:path w="1196975" h="257810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1196975" h="257810">
                <a:moveTo>
                  <a:pt x="1172197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1172197" y="24371"/>
                </a:lnTo>
                <a:lnTo>
                  <a:pt x="1172197" y="12191"/>
                </a:lnTo>
                <a:close/>
              </a:path>
              <a:path w="1196975" h="257810">
                <a:moveTo>
                  <a:pt x="1196555" y="12191"/>
                </a:moveTo>
                <a:lnTo>
                  <a:pt x="1172197" y="12191"/>
                </a:lnTo>
                <a:lnTo>
                  <a:pt x="1184376" y="24371"/>
                </a:lnTo>
                <a:lnTo>
                  <a:pt x="1196555" y="24371"/>
                </a:lnTo>
                <a:lnTo>
                  <a:pt x="1196555" y="12191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455050" y="2642781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19509" y="4171987"/>
            <a:ext cx="1056640" cy="76200"/>
          </a:xfrm>
          <a:custGeom>
            <a:avLst/>
            <a:gdLst/>
            <a:ahLst/>
            <a:cxnLst/>
            <a:rect l="l" t="t" r="r" b="b"/>
            <a:pathLst>
              <a:path w="1056639" h="76200">
                <a:moveTo>
                  <a:pt x="980389" y="0"/>
                </a:moveTo>
                <a:lnTo>
                  <a:pt x="980389" y="76161"/>
                </a:lnTo>
                <a:lnTo>
                  <a:pt x="1047360" y="42659"/>
                </a:lnTo>
                <a:lnTo>
                  <a:pt x="994092" y="42659"/>
                </a:lnTo>
                <a:lnTo>
                  <a:pt x="994092" y="33515"/>
                </a:lnTo>
                <a:lnTo>
                  <a:pt x="1047363" y="33515"/>
                </a:lnTo>
                <a:lnTo>
                  <a:pt x="980389" y="0"/>
                </a:lnTo>
                <a:close/>
              </a:path>
              <a:path w="1056639" h="76200">
                <a:moveTo>
                  <a:pt x="980389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980389" y="42659"/>
                </a:lnTo>
                <a:lnTo>
                  <a:pt x="980389" y="33515"/>
                </a:lnTo>
                <a:close/>
              </a:path>
              <a:path w="1056639" h="76200">
                <a:moveTo>
                  <a:pt x="1047363" y="33515"/>
                </a:moveTo>
                <a:lnTo>
                  <a:pt x="994092" y="33515"/>
                </a:lnTo>
                <a:lnTo>
                  <a:pt x="994092" y="42659"/>
                </a:lnTo>
                <a:lnTo>
                  <a:pt x="1047360" y="42659"/>
                </a:lnTo>
                <a:lnTo>
                  <a:pt x="1056500" y="38087"/>
                </a:lnTo>
                <a:lnTo>
                  <a:pt x="1047363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610144" y="2737154"/>
            <a:ext cx="76123" cy="1980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611668" y="3393643"/>
            <a:ext cx="76123" cy="2300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78485" y="2319807"/>
            <a:ext cx="478155" cy="402590"/>
          </a:xfrm>
          <a:custGeom>
            <a:avLst/>
            <a:gdLst/>
            <a:ahLst/>
            <a:cxnLst/>
            <a:rect l="l" t="t" r="r" b="b"/>
            <a:pathLst>
              <a:path w="478154" h="402589">
                <a:moveTo>
                  <a:pt x="234442" y="392976"/>
                </a:moveTo>
                <a:lnTo>
                  <a:pt x="0" y="392976"/>
                </a:lnTo>
                <a:lnTo>
                  <a:pt x="0" y="402120"/>
                </a:lnTo>
                <a:lnTo>
                  <a:pt x="242049" y="402120"/>
                </a:lnTo>
                <a:lnTo>
                  <a:pt x="243573" y="400596"/>
                </a:lnTo>
                <a:lnTo>
                  <a:pt x="243573" y="397548"/>
                </a:lnTo>
                <a:lnTo>
                  <a:pt x="234442" y="397548"/>
                </a:lnTo>
                <a:lnTo>
                  <a:pt x="234442" y="392976"/>
                </a:lnTo>
                <a:close/>
              </a:path>
              <a:path w="478154" h="402589">
                <a:moveTo>
                  <a:pt x="401891" y="33502"/>
                </a:moveTo>
                <a:lnTo>
                  <a:pt x="235953" y="33502"/>
                </a:lnTo>
                <a:lnTo>
                  <a:pt x="234442" y="35026"/>
                </a:lnTo>
                <a:lnTo>
                  <a:pt x="234442" y="397548"/>
                </a:lnTo>
                <a:lnTo>
                  <a:pt x="239001" y="392976"/>
                </a:lnTo>
                <a:lnTo>
                  <a:pt x="243573" y="392976"/>
                </a:lnTo>
                <a:lnTo>
                  <a:pt x="243573" y="42646"/>
                </a:lnTo>
                <a:lnTo>
                  <a:pt x="239001" y="42646"/>
                </a:lnTo>
                <a:lnTo>
                  <a:pt x="243573" y="38074"/>
                </a:lnTo>
                <a:lnTo>
                  <a:pt x="401891" y="38074"/>
                </a:lnTo>
                <a:lnTo>
                  <a:pt x="401891" y="33502"/>
                </a:lnTo>
                <a:close/>
              </a:path>
              <a:path w="478154" h="402589">
                <a:moveTo>
                  <a:pt x="243573" y="392976"/>
                </a:moveTo>
                <a:lnTo>
                  <a:pt x="239001" y="392976"/>
                </a:lnTo>
                <a:lnTo>
                  <a:pt x="234442" y="397548"/>
                </a:lnTo>
                <a:lnTo>
                  <a:pt x="243573" y="397548"/>
                </a:lnTo>
                <a:lnTo>
                  <a:pt x="243573" y="392976"/>
                </a:lnTo>
                <a:close/>
              </a:path>
              <a:path w="478154" h="402589">
                <a:moveTo>
                  <a:pt x="401891" y="0"/>
                </a:moveTo>
                <a:lnTo>
                  <a:pt x="401891" y="76161"/>
                </a:lnTo>
                <a:lnTo>
                  <a:pt x="468877" y="42646"/>
                </a:lnTo>
                <a:lnTo>
                  <a:pt x="414070" y="42646"/>
                </a:lnTo>
                <a:lnTo>
                  <a:pt x="414070" y="33502"/>
                </a:lnTo>
                <a:lnTo>
                  <a:pt x="468874" y="33502"/>
                </a:lnTo>
                <a:lnTo>
                  <a:pt x="401891" y="0"/>
                </a:lnTo>
                <a:close/>
              </a:path>
              <a:path w="478154" h="402589">
                <a:moveTo>
                  <a:pt x="243573" y="38074"/>
                </a:moveTo>
                <a:lnTo>
                  <a:pt x="239001" y="42646"/>
                </a:lnTo>
                <a:lnTo>
                  <a:pt x="243573" y="42646"/>
                </a:lnTo>
                <a:lnTo>
                  <a:pt x="243573" y="38074"/>
                </a:lnTo>
                <a:close/>
              </a:path>
              <a:path w="478154" h="402589">
                <a:moveTo>
                  <a:pt x="401891" y="38074"/>
                </a:moveTo>
                <a:lnTo>
                  <a:pt x="243573" y="38074"/>
                </a:lnTo>
                <a:lnTo>
                  <a:pt x="243573" y="42646"/>
                </a:lnTo>
                <a:lnTo>
                  <a:pt x="401891" y="42646"/>
                </a:lnTo>
                <a:lnTo>
                  <a:pt x="401891" y="38074"/>
                </a:lnTo>
                <a:close/>
              </a:path>
              <a:path w="478154" h="402589">
                <a:moveTo>
                  <a:pt x="468874" y="33502"/>
                </a:moveTo>
                <a:lnTo>
                  <a:pt x="414070" y="33502"/>
                </a:lnTo>
                <a:lnTo>
                  <a:pt x="414070" y="42646"/>
                </a:lnTo>
                <a:lnTo>
                  <a:pt x="468877" y="42646"/>
                </a:lnTo>
                <a:lnTo>
                  <a:pt x="478015" y="38074"/>
                </a:lnTo>
                <a:lnTo>
                  <a:pt x="468874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78485" y="2834639"/>
            <a:ext cx="478155" cy="368935"/>
          </a:xfrm>
          <a:custGeom>
            <a:avLst/>
            <a:gdLst/>
            <a:ahLst/>
            <a:cxnLst/>
            <a:rect l="l" t="t" r="r" b="b"/>
            <a:pathLst>
              <a:path w="478154" h="368935">
                <a:moveTo>
                  <a:pt x="401891" y="292455"/>
                </a:moveTo>
                <a:lnTo>
                  <a:pt x="401891" y="368604"/>
                </a:lnTo>
                <a:lnTo>
                  <a:pt x="468874" y="335102"/>
                </a:lnTo>
                <a:lnTo>
                  <a:pt x="414070" y="335102"/>
                </a:lnTo>
                <a:lnTo>
                  <a:pt x="414070" y="325958"/>
                </a:lnTo>
                <a:lnTo>
                  <a:pt x="468874" y="325958"/>
                </a:lnTo>
                <a:lnTo>
                  <a:pt x="401891" y="292455"/>
                </a:lnTo>
                <a:close/>
              </a:path>
              <a:path w="478154" h="368935">
                <a:moveTo>
                  <a:pt x="234442" y="4572"/>
                </a:moveTo>
                <a:lnTo>
                  <a:pt x="234442" y="333578"/>
                </a:lnTo>
                <a:lnTo>
                  <a:pt x="235953" y="335102"/>
                </a:lnTo>
                <a:lnTo>
                  <a:pt x="401891" y="335102"/>
                </a:lnTo>
                <a:lnTo>
                  <a:pt x="401891" y="330530"/>
                </a:lnTo>
                <a:lnTo>
                  <a:pt x="243573" y="330530"/>
                </a:lnTo>
                <a:lnTo>
                  <a:pt x="239001" y="325958"/>
                </a:lnTo>
                <a:lnTo>
                  <a:pt x="243573" y="325958"/>
                </a:lnTo>
                <a:lnTo>
                  <a:pt x="243573" y="9144"/>
                </a:lnTo>
                <a:lnTo>
                  <a:pt x="239001" y="9144"/>
                </a:lnTo>
                <a:lnTo>
                  <a:pt x="234442" y="4572"/>
                </a:lnTo>
                <a:close/>
              </a:path>
              <a:path w="478154" h="368935">
                <a:moveTo>
                  <a:pt x="468874" y="325958"/>
                </a:moveTo>
                <a:lnTo>
                  <a:pt x="414070" y="325958"/>
                </a:lnTo>
                <a:lnTo>
                  <a:pt x="414070" y="335102"/>
                </a:lnTo>
                <a:lnTo>
                  <a:pt x="468874" y="335102"/>
                </a:lnTo>
                <a:lnTo>
                  <a:pt x="478015" y="330530"/>
                </a:lnTo>
                <a:lnTo>
                  <a:pt x="468874" y="325958"/>
                </a:lnTo>
                <a:close/>
              </a:path>
              <a:path w="478154" h="368935">
                <a:moveTo>
                  <a:pt x="243573" y="325958"/>
                </a:moveTo>
                <a:lnTo>
                  <a:pt x="239001" y="325958"/>
                </a:lnTo>
                <a:lnTo>
                  <a:pt x="243573" y="330530"/>
                </a:lnTo>
                <a:lnTo>
                  <a:pt x="243573" y="325958"/>
                </a:lnTo>
                <a:close/>
              </a:path>
              <a:path w="478154" h="368935">
                <a:moveTo>
                  <a:pt x="401891" y="325958"/>
                </a:moveTo>
                <a:lnTo>
                  <a:pt x="243573" y="325958"/>
                </a:lnTo>
                <a:lnTo>
                  <a:pt x="243573" y="330530"/>
                </a:lnTo>
                <a:lnTo>
                  <a:pt x="401891" y="330530"/>
                </a:lnTo>
                <a:lnTo>
                  <a:pt x="401891" y="325958"/>
                </a:lnTo>
                <a:close/>
              </a:path>
              <a:path w="478154" h="368935">
                <a:moveTo>
                  <a:pt x="242049" y="0"/>
                </a:moveTo>
                <a:lnTo>
                  <a:pt x="0" y="0"/>
                </a:lnTo>
                <a:lnTo>
                  <a:pt x="0" y="9144"/>
                </a:lnTo>
                <a:lnTo>
                  <a:pt x="234442" y="9144"/>
                </a:lnTo>
                <a:lnTo>
                  <a:pt x="234442" y="4572"/>
                </a:lnTo>
                <a:lnTo>
                  <a:pt x="243573" y="4572"/>
                </a:lnTo>
                <a:lnTo>
                  <a:pt x="243573" y="1524"/>
                </a:lnTo>
                <a:lnTo>
                  <a:pt x="242049" y="0"/>
                </a:lnTo>
                <a:close/>
              </a:path>
              <a:path w="478154" h="368935">
                <a:moveTo>
                  <a:pt x="243573" y="4572"/>
                </a:moveTo>
                <a:lnTo>
                  <a:pt x="234442" y="4572"/>
                </a:lnTo>
                <a:lnTo>
                  <a:pt x="239001" y="9144"/>
                </a:lnTo>
                <a:lnTo>
                  <a:pt x="243573" y="9144"/>
                </a:lnTo>
                <a:lnTo>
                  <a:pt x="243573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78485" y="1745564"/>
            <a:ext cx="1008380" cy="425450"/>
          </a:xfrm>
          <a:custGeom>
            <a:avLst/>
            <a:gdLst/>
            <a:ahLst/>
            <a:cxnLst/>
            <a:rect l="l" t="t" r="r" b="b"/>
            <a:pathLst>
              <a:path w="1008379" h="425450">
                <a:moveTo>
                  <a:pt x="234442" y="415823"/>
                </a:moveTo>
                <a:lnTo>
                  <a:pt x="0" y="415823"/>
                </a:lnTo>
                <a:lnTo>
                  <a:pt x="0" y="424967"/>
                </a:lnTo>
                <a:lnTo>
                  <a:pt x="242049" y="424967"/>
                </a:lnTo>
                <a:lnTo>
                  <a:pt x="243573" y="423443"/>
                </a:lnTo>
                <a:lnTo>
                  <a:pt x="243573" y="420395"/>
                </a:lnTo>
                <a:lnTo>
                  <a:pt x="234442" y="420395"/>
                </a:lnTo>
                <a:lnTo>
                  <a:pt x="234442" y="415823"/>
                </a:lnTo>
                <a:close/>
              </a:path>
              <a:path w="1008379" h="425450">
                <a:moveTo>
                  <a:pt x="971245" y="0"/>
                </a:moveTo>
                <a:lnTo>
                  <a:pt x="235953" y="0"/>
                </a:lnTo>
                <a:lnTo>
                  <a:pt x="234442" y="3047"/>
                </a:lnTo>
                <a:lnTo>
                  <a:pt x="234442" y="420395"/>
                </a:lnTo>
                <a:lnTo>
                  <a:pt x="239001" y="415823"/>
                </a:lnTo>
                <a:lnTo>
                  <a:pt x="243573" y="415823"/>
                </a:lnTo>
                <a:lnTo>
                  <a:pt x="243573" y="9143"/>
                </a:lnTo>
                <a:lnTo>
                  <a:pt x="239001" y="9143"/>
                </a:lnTo>
                <a:lnTo>
                  <a:pt x="243573" y="4571"/>
                </a:lnTo>
                <a:lnTo>
                  <a:pt x="974293" y="4571"/>
                </a:lnTo>
                <a:lnTo>
                  <a:pt x="974293" y="3047"/>
                </a:lnTo>
                <a:lnTo>
                  <a:pt x="971245" y="0"/>
                </a:lnTo>
                <a:close/>
              </a:path>
              <a:path w="1008379" h="425450">
                <a:moveTo>
                  <a:pt x="243573" y="415823"/>
                </a:moveTo>
                <a:lnTo>
                  <a:pt x="239001" y="415823"/>
                </a:lnTo>
                <a:lnTo>
                  <a:pt x="234442" y="420395"/>
                </a:lnTo>
                <a:lnTo>
                  <a:pt x="243573" y="420395"/>
                </a:lnTo>
                <a:lnTo>
                  <a:pt x="243573" y="415823"/>
                </a:lnTo>
                <a:close/>
              </a:path>
              <a:path w="1008379" h="425450">
                <a:moveTo>
                  <a:pt x="965161" y="156883"/>
                </a:moveTo>
                <a:lnTo>
                  <a:pt x="931659" y="156883"/>
                </a:lnTo>
                <a:lnTo>
                  <a:pt x="969721" y="233044"/>
                </a:lnTo>
                <a:lnTo>
                  <a:pt x="1000928" y="170599"/>
                </a:lnTo>
                <a:lnTo>
                  <a:pt x="965161" y="170599"/>
                </a:lnTo>
                <a:lnTo>
                  <a:pt x="965161" y="156883"/>
                </a:lnTo>
                <a:close/>
              </a:path>
              <a:path w="1008379" h="425450">
                <a:moveTo>
                  <a:pt x="965161" y="4571"/>
                </a:moveTo>
                <a:lnTo>
                  <a:pt x="965161" y="170599"/>
                </a:lnTo>
                <a:lnTo>
                  <a:pt x="974293" y="170599"/>
                </a:lnTo>
                <a:lnTo>
                  <a:pt x="974293" y="9143"/>
                </a:lnTo>
                <a:lnTo>
                  <a:pt x="969721" y="9143"/>
                </a:lnTo>
                <a:lnTo>
                  <a:pt x="965161" y="4571"/>
                </a:lnTo>
                <a:close/>
              </a:path>
              <a:path w="1008379" h="425450">
                <a:moveTo>
                  <a:pt x="1007783" y="156883"/>
                </a:moveTo>
                <a:lnTo>
                  <a:pt x="974293" y="156883"/>
                </a:lnTo>
                <a:lnTo>
                  <a:pt x="974293" y="170599"/>
                </a:lnTo>
                <a:lnTo>
                  <a:pt x="1000928" y="170599"/>
                </a:lnTo>
                <a:lnTo>
                  <a:pt x="1007783" y="156883"/>
                </a:lnTo>
                <a:close/>
              </a:path>
              <a:path w="1008379" h="425450">
                <a:moveTo>
                  <a:pt x="243573" y="4571"/>
                </a:moveTo>
                <a:lnTo>
                  <a:pt x="239001" y="9143"/>
                </a:lnTo>
                <a:lnTo>
                  <a:pt x="243573" y="9143"/>
                </a:lnTo>
                <a:lnTo>
                  <a:pt x="243573" y="4571"/>
                </a:lnTo>
                <a:close/>
              </a:path>
              <a:path w="1008379" h="425450">
                <a:moveTo>
                  <a:pt x="965161" y="4571"/>
                </a:moveTo>
                <a:lnTo>
                  <a:pt x="243573" y="4571"/>
                </a:lnTo>
                <a:lnTo>
                  <a:pt x="243573" y="9143"/>
                </a:lnTo>
                <a:lnTo>
                  <a:pt x="965161" y="9143"/>
                </a:lnTo>
                <a:lnTo>
                  <a:pt x="965161" y="4571"/>
                </a:lnTo>
                <a:close/>
              </a:path>
              <a:path w="1008379" h="425450">
                <a:moveTo>
                  <a:pt x="974293" y="4571"/>
                </a:moveTo>
                <a:lnTo>
                  <a:pt x="965161" y="4571"/>
                </a:lnTo>
                <a:lnTo>
                  <a:pt x="969721" y="9143"/>
                </a:lnTo>
                <a:lnTo>
                  <a:pt x="974293" y="9143"/>
                </a:lnTo>
                <a:lnTo>
                  <a:pt x="974293" y="45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46759" y="86633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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374367" y="5948019"/>
            <a:ext cx="1334135" cy="362585"/>
          </a:xfrm>
          <a:custGeom>
            <a:avLst/>
            <a:gdLst/>
            <a:ahLst/>
            <a:cxnLst/>
            <a:rect l="l" t="t" r="r" b="b"/>
            <a:pathLst>
              <a:path w="1334134" h="362585">
                <a:moveTo>
                  <a:pt x="1327467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356425"/>
                </a:lnTo>
                <a:lnTo>
                  <a:pt x="6083" y="362521"/>
                </a:lnTo>
                <a:lnTo>
                  <a:pt x="1327467" y="362521"/>
                </a:lnTo>
                <a:lnTo>
                  <a:pt x="1333563" y="356425"/>
                </a:lnTo>
                <a:lnTo>
                  <a:pt x="1333563" y="348805"/>
                </a:lnTo>
                <a:lnTo>
                  <a:pt x="25869" y="348805"/>
                </a:lnTo>
                <a:lnTo>
                  <a:pt x="13690" y="336626"/>
                </a:lnTo>
                <a:lnTo>
                  <a:pt x="25869" y="33662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15"/>
                </a:lnTo>
                <a:lnTo>
                  <a:pt x="1333563" y="13715"/>
                </a:lnTo>
                <a:lnTo>
                  <a:pt x="1333563" y="6095"/>
                </a:lnTo>
                <a:lnTo>
                  <a:pt x="1327467" y="0"/>
                </a:lnTo>
                <a:close/>
              </a:path>
              <a:path w="1334134" h="362585">
                <a:moveTo>
                  <a:pt x="25869" y="336626"/>
                </a:moveTo>
                <a:lnTo>
                  <a:pt x="13690" y="336626"/>
                </a:lnTo>
                <a:lnTo>
                  <a:pt x="25869" y="348805"/>
                </a:lnTo>
                <a:lnTo>
                  <a:pt x="25869" y="336626"/>
                </a:lnTo>
                <a:close/>
              </a:path>
              <a:path w="1334134" h="362585">
                <a:moveTo>
                  <a:pt x="1307680" y="336626"/>
                </a:moveTo>
                <a:lnTo>
                  <a:pt x="25869" y="336626"/>
                </a:lnTo>
                <a:lnTo>
                  <a:pt x="25869" y="348805"/>
                </a:lnTo>
                <a:lnTo>
                  <a:pt x="1307680" y="348805"/>
                </a:lnTo>
                <a:lnTo>
                  <a:pt x="1307680" y="336626"/>
                </a:lnTo>
                <a:close/>
              </a:path>
              <a:path w="1334134" h="362585">
                <a:moveTo>
                  <a:pt x="1307680" y="13715"/>
                </a:moveTo>
                <a:lnTo>
                  <a:pt x="1307680" y="348805"/>
                </a:lnTo>
                <a:lnTo>
                  <a:pt x="1321384" y="336626"/>
                </a:lnTo>
                <a:lnTo>
                  <a:pt x="1333563" y="336626"/>
                </a:lnTo>
                <a:lnTo>
                  <a:pt x="1333563" y="25895"/>
                </a:lnTo>
                <a:lnTo>
                  <a:pt x="1321384" y="25895"/>
                </a:lnTo>
                <a:lnTo>
                  <a:pt x="1307680" y="13715"/>
                </a:lnTo>
                <a:close/>
              </a:path>
              <a:path w="1334134" h="362585">
                <a:moveTo>
                  <a:pt x="1333563" y="336626"/>
                </a:moveTo>
                <a:lnTo>
                  <a:pt x="1321384" y="336626"/>
                </a:lnTo>
                <a:lnTo>
                  <a:pt x="1307680" y="348805"/>
                </a:lnTo>
                <a:lnTo>
                  <a:pt x="1333563" y="348805"/>
                </a:lnTo>
                <a:lnTo>
                  <a:pt x="1333563" y="336626"/>
                </a:lnTo>
                <a:close/>
              </a:path>
              <a:path w="1334134" h="362585">
                <a:moveTo>
                  <a:pt x="25869" y="13715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15"/>
                </a:lnTo>
                <a:close/>
              </a:path>
              <a:path w="1334134" h="362585">
                <a:moveTo>
                  <a:pt x="1307680" y="13715"/>
                </a:moveTo>
                <a:lnTo>
                  <a:pt x="25869" y="13715"/>
                </a:lnTo>
                <a:lnTo>
                  <a:pt x="25869" y="25895"/>
                </a:lnTo>
                <a:lnTo>
                  <a:pt x="1307680" y="25895"/>
                </a:lnTo>
                <a:lnTo>
                  <a:pt x="1307680" y="13715"/>
                </a:lnTo>
                <a:close/>
              </a:path>
              <a:path w="1334134" h="362585">
                <a:moveTo>
                  <a:pt x="1333563" y="13715"/>
                </a:moveTo>
                <a:lnTo>
                  <a:pt x="1307680" y="13715"/>
                </a:lnTo>
                <a:lnTo>
                  <a:pt x="1321384" y="25895"/>
                </a:lnTo>
                <a:lnTo>
                  <a:pt x="1333563" y="25895"/>
                </a:lnTo>
                <a:lnTo>
                  <a:pt x="1333563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850820" y="6003035"/>
            <a:ext cx="381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419509" y="4415701"/>
            <a:ext cx="1055370" cy="76200"/>
          </a:xfrm>
          <a:custGeom>
            <a:avLst/>
            <a:gdLst/>
            <a:ahLst/>
            <a:cxnLst/>
            <a:rect l="l" t="t" r="r" b="b"/>
            <a:pathLst>
              <a:path w="1055370" h="76200">
                <a:moveTo>
                  <a:pt x="978865" y="0"/>
                </a:moveTo>
                <a:lnTo>
                  <a:pt x="978865" y="76161"/>
                </a:lnTo>
                <a:lnTo>
                  <a:pt x="1045839" y="42646"/>
                </a:lnTo>
                <a:lnTo>
                  <a:pt x="991044" y="42646"/>
                </a:lnTo>
                <a:lnTo>
                  <a:pt x="991044" y="33515"/>
                </a:lnTo>
                <a:lnTo>
                  <a:pt x="1045862" y="33515"/>
                </a:lnTo>
                <a:lnTo>
                  <a:pt x="978865" y="0"/>
                </a:lnTo>
                <a:close/>
              </a:path>
              <a:path w="1055370" h="76200">
                <a:moveTo>
                  <a:pt x="978865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978865" y="42646"/>
                </a:lnTo>
                <a:lnTo>
                  <a:pt x="978865" y="33515"/>
                </a:lnTo>
                <a:close/>
              </a:path>
              <a:path w="1055370" h="76200">
                <a:moveTo>
                  <a:pt x="1045862" y="33515"/>
                </a:moveTo>
                <a:lnTo>
                  <a:pt x="991044" y="33515"/>
                </a:lnTo>
                <a:lnTo>
                  <a:pt x="991044" y="42646"/>
                </a:lnTo>
                <a:lnTo>
                  <a:pt x="1045839" y="42646"/>
                </a:lnTo>
                <a:lnTo>
                  <a:pt x="1054976" y="38074"/>
                </a:lnTo>
                <a:lnTo>
                  <a:pt x="1045862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19509" y="4631994"/>
            <a:ext cx="1052195" cy="76200"/>
          </a:xfrm>
          <a:custGeom>
            <a:avLst/>
            <a:gdLst/>
            <a:ahLst/>
            <a:cxnLst/>
            <a:rect l="l" t="t" r="r" b="b"/>
            <a:pathLst>
              <a:path w="1052195" h="76200">
                <a:moveTo>
                  <a:pt x="975817" y="0"/>
                </a:moveTo>
                <a:lnTo>
                  <a:pt x="975817" y="76161"/>
                </a:lnTo>
                <a:lnTo>
                  <a:pt x="1042803" y="42646"/>
                </a:lnTo>
                <a:lnTo>
                  <a:pt x="989520" y="42646"/>
                </a:lnTo>
                <a:lnTo>
                  <a:pt x="989520" y="31978"/>
                </a:lnTo>
                <a:lnTo>
                  <a:pt x="1039753" y="31978"/>
                </a:lnTo>
                <a:lnTo>
                  <a:pt x="975817" y="0"/>
                </a:lnTo>
                <a:close/>
              </a:path>
              <a:path w="1052195" h="76200">
                <a:moveTo>
                  <a:pt x="975817" y="31978"/>
                </a:moveTo>
                <a:lnTo>
                  <a:pt x="0" y="31978"/>
                </a:lnTo>
                <a:lnTo>
                  <a:pt x="0" y="42646"/>
                </a:lnTo>
                <a:lnTo>
                  <a:pt x="975817" y="42646"/>
                </a:lnTo>
                <a:lnTo>
                  <a:pt x="975817" y="31978"/>
                </a:lnTo>
                <a:close/>
              </a:path>
              <a:path w="1052195" h="76200">
                <a:moveTo>
                  <a:pt x="1039753" y="31978"/>
                </a:moveTo>
                <a:lnTo>
                  <a:pt x="989520" y="31978"/>
                </a:lnTo>
                <a:lnTo>
                  <a:pt x="989520" y="42646"/>
                </a:lnTo>
                <a:lnTo>
                  <a:pt x="1042803" y="42646"/>
                </a:lnTo>
                <a:lnTo>
                  <a:pt x="1051940" y="38074"/>
                </a:lnTo>
                <a:lnTo>
                  <a:pt x="1039753" y="319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19509" y="4819345"/>
            <a:ext cx="1052195" cy="76200"/>
          </a:xfrm>
          <a:custGeom>
            <a:avLst/>
            <a:gdLst/>
            <a:ahLst/>
            <a:cxnLst/>
            <a:rect l="l" t="t" r="r" b="b"/>
            <a:pathLst>
              <a:path w="1052195" h="76200">
                <a:moveTo>
                  <a:pt x="975817" y="0"/>
                </a:moveTo>
                <a:lnTo>
                  <a:pt x="975817" y="76161"/>
                </a:lnTo>
                <a:lnTo>
                  <a:pt x="1042803" y="42646"/>
                </a:lnTo>
                <a:lnTo>
                  <a:pt x="989520" y="42646"/>
                </a:lnTo>
                <a:lnTo>
                  <a:pt x="989520" y="33515"/>
                </a:lnTo>
                <a:lnTo>
                  <a:pt x="1042825" y="33515"/>
                </a:lnTo>
                <a:lnTo>
                  <a:pt x="975817" y="0"/>
                </a:lnTo>
                <a:close/>
              </a:path>
              <a:path w="1052195" h="76200">
                <a:moveTo>
                  <a:pt x="975817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975817" y="42646"/>
                </a:lnTo>
                <a:lnTo>
                  <a:pt x="975817" y="33515"/>
                </a:lnTo>
                <a:close/>
              </a:path>
              <a:path w="1052195" h="76200">
                <a:moveTo>
                  <a:pt x="1042825" y="33515"/>
                </a:moveTo>
                <a:lnTo>
                  <a:pt x="989520" y="33515"/>
                </a:lnTo>
                <a:lnTo>
                  <a:pt x="989520" y="42646"/>
                </a:lnTo>
                <a:lnTo>
                  <a:pt x="1042803" y="42646"/>
                </a:lnTo>
                <a:lnTo>
                  <a:pt x="1051940" y="38074"/>
                </a:lnTo>
                <a:lnTo>
                  <a:pt x="1042825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97202" y="5583974"/>
            <a:ext cx="1288415" cy="175260"/>
          </a:xfrm>
          <a:custGeom>
            <a:avLst/>
            <a:gdLst/>
            <a:ahLst/>
            <a:cxnLst/>
            <a:rect l="l" t="t" r="r" b="b"/>
            <a:pathLst>
              <a:path w="1288415" h="175260">
                <a:moveTo>
                  <a:pt x="1287894" y="0"/>
                </a:moveTo>
                <a:lnTo>
                  <a:pt x="0" y="0"/>
                </a:lnTo>
                <a:lnTo>
                  <a:pt x="0" y="175171"/>
                </a:lnTo>
                <a:lnTo>
                  <a:pt x="1287894" y="175171"/>
                </a:lnTo>
                <a:lnTo>
                  <a:pt x="1287894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83498" y="5570270"/>
            <a:ext cx="1315720" cy="201295"/>
          </a:xfrm>
          <a:custGeom>
            <a:avLst/>
            <a:gdLst/>
            <a:ahLst/>
            <a:cxnLst/>
            <a:rect l="l" t="t" r="r" b="b"/>
            <a:pathLst>
              <a:path w="1315720" h="201295">
                <a:moveTo>
                  <a:pt x="1309204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194970"/>
                </a:lnTo>
                <a:lnTo>
                  <a:pt x="6083" y="201066"/>
                </a:lnTo>
                <a:lnTo>
                  <a:pt x="1309204" y="201066"/>
                </a:lnTo>
                <a:lnTo>
                  <a:pt x="1315300" y="194970"/>
                </a:lnTo>
                <a:lnTo>
                  <a:pt x="1315300" y="188874"/>
                </a:lnTo>
                <a:lnTo>
                  <a:pt x="25882" y="188874"/>
                </a:lnTo>
                <a:lnTo>
                  <a:pt x="13703" y="175171"/>
                </a:lnTo>
                <a:lnTo>
                  <a:pt x="25882" y="175171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5"/>
                </a:lnTo>
                <a:lnTo>
                  <a:pt x="1315300" y="13715"/>
                </a:lnTo>
                <a:lnTo>
                  <a:pt x="1315300" y="6095"/>
                </a:lnTo>
                <a:lnTo>
                  <a:pt x="1309204" y="0"/>
                </a:lnTo>
                <a:close/>
              </a:path>
              <a:path w="1315720" h="201295">
                <a:moveTo>
                  <a:pt x="25882" y="175171"/>
                </a:moveTo>
                <a:lnTo>
                  <a:pt x="13703" y="175171"/>
                </a:lnTo>
                <a:lnTo>
                  <a:pt x="25882" y="188874"/>
                </a:lnTo>
                <a:lnTo>
                  <a:pt x="25882" y="175171"/>
                </a:lnTo>
                <a:close/>
              </a:path>
              <a:path w="1315720" h="201295">
                <a:moveTo>
                  <a:pt x="1289418" y="175171"/>
                </a:moveTo>
                <a:lnTo>
                  <a:pt x="25882" y="175171"/>
                </a:lnTo>
                <a:lnTo>
                  <a:pt x="25882" y="188874"/>
                </a:lnTo>
                <a:lnTo>
                  <a:pt x="1289418" y="188874"/>
                </a:lnTo>
                <a:lnTo>
                  <a:pt x="1289418" y="175171"/>
                </a:lnTo>
                <a:close/>
              </a:path>
              <a:path w="1315720" h="201295">
                <a:moveTo>
                  <a:pt x="1289418" y="13715"/>
                </a:moveTo>
                <a:lnTo>
                  <a:pt x="1289418" y="188874"/>
                </a:lnTo>
                <a:lnTo>
                  <a:pt x="1301597" y="175171"/>
                </a:lnTo>
                <a:lnTo>
                  <a:pt x="1315300" y="175171"/>
                </a:lnTo>
                <a:lnTo>
                  <a:pt x="1315300" y="25895"/>
                </a:lnTo>
                <a:lnTo>
                  <a:pt x="1301597" y="25895"/>
                </a:lnTo>
                <a:lnTo>
                  <a:pt x="1289418" y="13715"/>
                </a:lnTo>
                <a:close/>
              </a:path>
              <a:path w="1315720" h="201295">
                <a:moveTo>
                  <a:pt x="1315300" y="175171"/>
                </a:moveTo>
                <a:lnTo>
                  <a:pt x="1301597" y="175171"/>
                </a:lnTo>
                <a:lnTo>
                  <a:pt x="1289418" y="188874"/>
                </a:lnTo>
                <a:lnTo>
                  <a:pt x="1315300" y="188874"/>
                </a:lnTo>
                <a:lnTo>
                  <a:pt x="1315300" y="175171"/>
                </a:lnTo>
                <a:close/>
              </a:path>
              <a:path w="1315720" h="201295">
                <a:moveTo>
                  <a:pt x="25882" y="13715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5"/>
                </a:lnTo>
                <a:close/>
              </a:path>
              <a:path w="1315720" h="201295">
                <a:moveTo>
                  <a:pt x="1289418" y="13715"/>
                </a:moveTo>
                <a:lnTo>
                  <a:pt x="25882" y="13715"/>
                </a:lnTo>
                <a:lnTo>
                  <a:pt x="25882" y="25895"/>
                </a:lnTo>
                <a:lnTo>
                  <a:pt x="1289418" y="25895"/>
                </a:lnTo>
                <a:lnTo>
                  <a:pt x="1289418" y="13715"/>
                </a:lnTo>
                <a:close/>
              </a:path>
              <a:path w="1315720" h="201295">
                <a:moveTo>
                  <a:pt x="1315300" y="13715"/>
                </a:moveTo>
                <a:lnTo>
                  <a:pt x="1289418" y="13715"/>
                </a:lnTo>
                <a:lnTo>
                  <a:pt x="1301597" y="25895"/>
                </a:lnTo>
                <a:lnTo>
                  <a:pt x="1315300" y="25895"/>
                </a:lnTo>
                <a:lnTo>
                  <a:pt x="1315300" y="1371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397202" y="5583974"/>
            <a:ext cx="1288415" cy="175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5"/>
              </a:spcBef>
            </a:pPr>
            <a:r>
              <a:rPr sz="90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intput</a:t>
            </a:r>
            <a:r>
              <a:rPr sz="900" b="1" i="1" spc="17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900" b="1" i="1" spc="-5" dirty="0">
                <a:solidFill>
                  <a:srgbClr val="BEBEBE"/>
                </a:solidFill>
                <a:latin typeface="Times New Roman"/>
                <a:cs typeface="Times New Roman"/>
              </a:rPr>
              <a:t>UpDown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397202" y="6679145"/>
            <a:ext cx="1288415" cy="233045"/>
          </a:xfrm>
          <a:custGeom>
            <a:avLst/>
            <a:gdLst/>
            <a:ahLst/>
            <a:cxnLst/>
            <a:rect l="l" t="t" r="r" b="b"/>
            <a:pathLst>
              <a:path w="1288415" h="233045">
                <a:moveTo>
                  <a:pt x="1287894" y="0"/>
                </a:moveTo>
                <a:lnTo>
                  <a:pt x="0" y="0"/>
                </a:lnTo>
                <a:lnTo>
                  <a:pt x="0" y="233044"/>
                </a:lnTo>
                <a:lnTo>
                  <a:pt x="1287894" y="233044"/>
                </a:lnTo>
                <a:lnTo>
                  <a:pt x="1287894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383498" y="6666966"/>
            <a:ext cx="1315720" cy="259079"/>
          </a:xfrm>
          <a:custGeom>
            <a:avLst/>
            <a:gdLst/>
            <a:ahLst/>
            <a:cxnLst/>
            <a:rect l="l" t="t" r="r" b="b"/>
            <a:pathLst>
              <a:path w="1315720" h="259079">
                <a:moveTo>
                  <a:pt x="1309204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252844"/>
                </a:lnTo>
                <a:lnTo>
                  <a:pt x="6083" y="258940"/>
                </a:lnTo>
                <a:lnTo>
                  <a:pt x="1309204" y="258940"/>
                </a:lnTo>
                <a:lnTo>
                  <a:pt x="1315300" y="252844"/>
                </a:lnTo>
                <a:lnTo>
                  <a:pt x="1315300" y="245224"/>
                </a:lnTo>
                <a:lnTo>
                  <a:pt x="25882" y="245224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1315300" y="12179"/>
                </a:lnTo>
                <a:lnTo>
                  <a:pt x="1315300" y="6083"/>
                </a:lnTo>
                <a:lnTo>
                  <a:pt x="1309204" y="0"/>
                </a:lnTo>
                <a:close/>
              </a:path>
              <a:path w="1315720" h="259079">
                <a:moveTo>
                  <a:pt x="25882" y="233045"/>
                </a:moveTo>
                <a:lnTo>
                  <a:pt x="13703" y="233045"/>
                </a:lnTo>
                <a:lnTo>
                  <a:pt x="25882" y="245224"/>
                </a:lnTo>
                <a:lnTo>
                  <a:pt x="25882" y="233045"/>
                </a:lnTo>
                <a:close/>
              </a:path>
              <a:path w="1315720" h="259079">
                <a:moveTo>
                  <a:pt x="1289418" y="233045"/>
                </a:moveTo>
                <a:lnTo>
                  <a:pt x="25882" y="233045"/>
                </a:lnTo>
                <a:lnTo>
                  <a:pt x="25882" y="245224"/>
                </a:lnTo>
                <a:lnTo>
                  <a:pt x="1289418" y="245224"/>
                </a:lnTo>
                <a:lnTo>
                  <a:pt x="1289418" y="233045"/>
                </a:lnTo>
                <a:close/>
              </a:path>
              <a:path w="1315720" h="259079">
                <a:moveTo>
                  <a:pt x="1289418" y="12179"/>
                </a:moveTo>
                <a:lnTo>
                  <a:pt x="1289418" y="245224"/>
                </a:lnTo>
                <a:lnTo>
                  <a:pt x="1301597" y="233045"/>
                </a:lnTo>
                <a:lnTo>
                  <a:pt x="1315300" y="233045"/>
                </a:lnTo>
                <a:lnTo>
                  <a:pt x="1315300" y="25895"/>
                </a:lnTo>
                <a:lnTo>
                  <a:pt x="1301597" y="25895"/>
                </a:lnTo>
                <a:lnTo>
                  <a:pt x="1289418" y="12179"/>
                </a:lnTo>
                <a:close/>
              </a:path>
              <a:path w="1315720" h="259079">
                <a:moveTo>
                  <a:pt x="1315300" y="233045"/>
                </a:moveTo>
                <a:lnTo>
                  <a:pt x="1301597" y="233045"/>
                </a:lnTo>
                <a:lnTo>
                  <a:pt x="1289418" y="245224"/>
                </a:lnTo>
                <a:lnTo>
                  <a:pt x="1315300" y="245224"/>
                </a:lnTo>
                <a:lnTo>
                  <a:pt x="1315300" y="233045"/>
                </a:lnTo>
                <a:close/>
              </a:path>
              <a:path w="1315720" h="259079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315720" h="259079">
                <a:moveTo>
                  <a:pt x="1289418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289418" y="25895"/>
                </a:lnTo>
                <a:lnTo>
                  <a:pt x="1289418" y="12179"/>
                </a:lnTo>
                <a:close/>
              </a:path>
              <a:path w="1315720" h="259079">
                <a:moveTo>
                  <a:pt x="1315300" y="12179"/>
                </a:moveTo>
                <a:lnTo>
                  <a:pt x="1289418" y="12179"/>
                </a:lnTo>
                <a:lnTo>
                  <a:pt x="1301597" y="25895"/>
                </a:lnTo>
                <a:lnTo>
                  <a:pt x="1315300" y="25895"/>
                </a:lnTo>
                <a:lnTo>
                  <a:pt x="1315300" y="1217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97202" y="6371463"/>
            <a:ext cx="1288415" cy="233045"/>
          </a:xfrm>
          <a:custGeom>
            <a:avLst/>
            <a:gdLst/>
            <a:ahLst/>
            <a:cxnLst/>
            <a:rect l="l" t="t" r="r" b="b"/>
            <a:pathLst>
              <a:path w="1288415" h="233045">
                <a:moveTo>
                  <a:pt x="1287894" y="0"/>
                </a:moveTo>
                <a:lnTo>
                  <a:pt x="0" y="0"/>
                </a:lnTo>
                <a:lnTo>
                  <a:pt x="0" y="233045"/>
                </a:lnTo>
                <a:lnTo>
                  <a:pt x="1287894" y="233045"/>
                </a:lnTo>
                <a:lnTo>
                  <a:pt x="1287894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383498" y="6359283"/>
            <a:ext cx="1315720" cy="259079"/>
          </a:xfrm>
          <a:custGeom>
            <a:avLst/>
            <a:gdLst/>
            <a:ahLst/>
            <a:cxnLst/>
            <a:rect l="l" t="t" r="r" b="b"/>
            <a:pathLst>
              <a:path w="1315720" h="259079">
                <a:moveTo>
                  <a:pt x="1309204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252844"/>
                </a:lnTo>
                <a:lnTo>
                  <a:pt x="6083" y="258940"/>
                </a:lnTo>
                <a:lnTo>
                  <a:pt x="1309204" y="258940"/>
                </a:lnTo>
                <a:lnTo>
                  <a:pt x="1315300" y="252844"/>
                </a:lnTo>
                <a:lnTo>
                  <a:pt x="1315300" y="245224"/>
                </a:lnTo>
                <a:lnTo>
                  <a:pt x="25882" y="245224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1315300" y="12179"/>
                </a:lnTo>
                <a:lnTo>
                  <a:pt x="1315300" y="6083"/>
                </a:lnTo>
                <a:lnTo>
                  <a:pt x="1309204" y="0"/>
                </a:lnTo>
                <a:close/>
              </a:path>
              <a:path w="1315720" h="259079">
                <a:moveTo>
                  <a:pt x="25882" y="233045"/>
                </a:moveTo>
                <a:lnTo>
                  <a:pt x="13703" y="233045"/>
                </a:lnTo>
                <a:lnTo>
                  <a:pt x="25882" y="245224"/>
                </a:lnTo>
                <a:lnTo>
                  <a:pt x="25882" y="233045"/>
                </a:lnTo>
                <a:close/>
              </a:path>
              <a:path w="1315720" h="259079">
                <a:moveTo>
                  <a:pt x="1289418" y="233045"/>
                </a:moveTo>
                <a:lnTo>
                  <a:pt x="25882" y="233045"/>
                </a:lnTo>
                <a:lnTo>
                  <a:pt x="25882" y="245224"/>
                </a:lnTo>
                <a:lnTo>
                  <a:pt x="1289418" y="245224"/>
                </a:lnTo>
                <a:lnTo>
                  <a:pt x="1289418" y="233045"/>
                </a:lnTo>
                <a:close/>
              </a:path>
              <a:path w="1315720" h="259079">
                <a:moveTo>
                  <a:pt x="1289418" y="12179"/>
                </a:moveTo>
                <a:lnTo>
                  <a:pt x="1289418" y="245224"/>
                </a:lnTo>
                <a:lnTo>
                  <a:pt x="1301597" y="233045"/>
                </a:lnTo>
                <a:lnTo>
                  <a:pt x="1315300" y="233045"/>
                </a:lnTo>
                <a:lnTo>
                  <a:pt x="1315300" y="25895"/>
                </a:lnTo>
                <a:lnTo>
                  <a:pt x="1301597" y="25895"/>
                </a:lnTo>
                <a:lnTo>
                  <a:pt x="1289418" y="12179"/>
                </a:lnTo>
                <a:close/>
              </a:path>
              <a:path w="1315720" h="259079">
                <a:moveTo>
                  <a:pt x="1315300" y="233045"/>
                </a:moveTo>
                <a:lnTo>
                  <a:pt x="1301597" y="233045"/>
                </a:lnTo>
                <a:lnTo>
                  <a:pt x="1289418" y="245224"/>
                </a:lnTo>
                <a:lnTo>
                  <a:pt x="1315300" y="245224"/>
                </a:lnTo>
                <a:lnTo>
                  <a:pt x="1315300" y="233045"/>
                </a:lnTo>
                <a:close/>
              </a:path>
              <a:path w="1315720" h="259079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1315720" h="259079">
                <a:moveTo>
                  <a:pt x="1289418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1289418" y="25895"/>
                </a:lnTo>
                <a:lnTo>
                  <a:pt x="1289418" y="12179"/>
                </a:lnTo>
                <a:close/>
              </a:path>
              <a:path w="1315720" h="259079">
                <a:moveTo>
                  <a:pt x="1315300" y="12179"/>
                </a:moveTo>
                <a:lnTo>
                  <a:pt x="1289418" y="12179"/>
                </a:lnTo>
                <a:lnTo>
                  <a:pt x="1301597" y="25895"/>
                </a:lnTo>
                <a:lnTo>
                  <a:pt x="1315300" y="25895"/>
                </a:lnTo>
                <a:lnTo>
                  <a:pt x="1315300" y="1217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8397202" y="6401765"/>
            <a:ext cx="1288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BEBEBE"/>
                </a:solidFill>
                <a:latin typeface="Times New Roman"/>
                <a:cs typeface="Times New Roman"/>
              </a:rPr>
              <a:t>output</a:t>
            </a:r>
            <a:r>
              <a:rPr sz="900" b="1" i="1" spc="16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900" b="1" i="1" dirty="0">
                <a:solidFill>
                  <a:srgbClr val="BEBEBE"/>
                </a:solidFill>
                <a:latin typeface="Times New Roman"/>
                <a:cs typeface="Times New Roman"/>
              </a:rPr>
              <a:t>cnt_out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167976" y="1111923"/>
            <a:ext cx="857250" cy="1299845"/>
          </a:xfrm>
          <a:custGeom>
            <a:avLst/>
            <a:gdLst/>
            <a:ahLst/>
            <a:cxnLst/>
            <a:rect l="l" t="t" r="r" b="b"/>
            <a:pathLst>
              <a:path w="857250" h="1299845">
                <a:moveTo>
                  <a:pt x="857072" y="0"/>
                </a:moveTo>
                <a:lnTo>
                  <a:pt x="0" y="0"/>
                </a:lnTo>
                <a:lnTo>
                  <a:pt x="0" y="1299273"/>
                </a:lnTo>
                <a:lnTo>
                  <a:pt x="857072" y="1299273"/>
                </a:lnTo>
                <a:lnTo>
                  <a:pt x="857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54273" y="1099731"/>
            <a:ext cx="883285" cy="1323975"/>
          </a:xfrm>
          <a:custGeom>
            <a:avLst/>
            <a:gdLst/>
            <a:ahLst/>
            <a:cxnLst/>
            <a:rect l="l" t="t" r="r" b="b"/>
            <a:pathLst>
              <a:path w="883285" h="1323975">
                <a:moveTo>
                  <a:pt x="87687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317561"/>
                </a:lnTo>
                <a:lnTo>
                  <a:pt x="6096" y="1323644"/>
                </a:lnTo>
                <a:lnTo>
                  <a:pt x="876871" y="1323644"/>
                </a:lnTo>
                <a:lnTo>
                  <a:pt x="882954" y="1317561"/>
                </a:lnTo>
                <a:lnTo>
                  <a:pt x="882954" y="1311465"/>
                </a:lnTo>
                <a:lnTo>
                  <a:pt x="25882" y="1311465"/>
                </a:lnTo>
                <a:lnTo>
                  <a:pt x="13703" y="1297749"/>
                </a:lnTo>
                <a:lnTo>
                  <a:pt x="25882" y="1297749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882954" y="12191"/>
                </a:lnTo>
                <a:lnTo>
                  <a:pt x="882954" y="4571"/>
                </a:lnTo>
                <a:lnTo>
                  <a:pt x="876871" y="0"/>
                </a:lnTo>
                <a:close/>
              </a:path>
              <a:path w="883285" h="1323975">
                <a:moveTo>
                  <a:pt x="25882" y="1297749"/>
                </a:moveTo>
                <a:lnTo>
                  <a:pt x="13703" y="1297749"/>
                </a:lnTo>
                <a:lnTo>
                  <a:pt x="25882" y="1311465"/>
                </a:lnTo>
                <a:lnTo>
                  <a:pt x="25882" y="1297749"/>
                </a:lnTo>
                <a:close/>
              </a:path>
              <a:path w="883285" h="1323975">
                <a:moveTo>
                  <a:pt x="857072" y="1297749"/>
                </a:moveTo>
                <a:lnTo>
                  <a:pt x="25882" y="1297749"/>
                </a:lnTo>
                <a:lnTo>
                  <a:pt x="25882" y="1311465"/>
                </a:lnTo>
                <a:lnTo>
                  <a:pt x="857072" y="1311465"/>
                </a:lnTo>
                <a:lnTo>
                  <a:pt x="857072" y="1297749"/>
                </a:lnTo>
                <a:close/>
              </a:path>
              <a:path w="883285" h="1323975">
                <a:moveTo>
                  <a:pt x="857072" y="12191"/>
                </a:moveTo>
                <a:lnTo>
                  <a:pt x="857072" y="1311465"/>
                </a:lnTo>
                <a:lnTo>
                  <a:pt x="870775" y="1297749"/>
                </a:lnTo>
                <a:lnTo>
                  <a:pt x="882954" y="1297749"/>
                </a:lnTo>
                <a:lnTo>
                  <a:pt x="882954" y="24371"/>
                </a:lnTo>
                <a:lnTo>
                  <a:pt x="870775" y="24371"/>
                </a:lnTo>
                <a:lnTo>
                  <a:pt x="857072" y="12191"/>
                </a:lnTo>
                <a:close/>
              </a:path>
              <a:path w="883285" h="1323975">
                <a:moveTo>
                  <a:pt x="882954" y="1297749"/>
                </a:moveTo>
                <a:lnTo>
                  <a:pt x="870775" y="1297749"/>
                </a:lnTo>
                <a:lnTo>
                  <a:pt x="857072" y="1311465"/>
                </a:lnTo>
                <a:lnTo>
                  <a:pt x="882954" y="1311465"/>
                </a:lnTo>
                <a:lnTo>
                  <a:pt x="882954" y="1297749"/>
                </a:lnTo>
                <a:close/>
              </a:path>
              <a:path w="883285" h="1323975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883285" h="1323975">
                <a:moveTo>
                  <a:pt x="857072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857072" y="24371"/>
                </a:lnTo>
                <a:lnTo>
                  <a:pt x="857072" y="12191"/>
                </a:lnTo>
                <a:close/>
              </a:path>
              <a:path w="883285" h="1323975">
                <a:moveTo>
                  <a:pt x="882954" y="12191"/>
                </a:moveTo>
                <a:lnTo>
                  <a:pt x="857072" y="12191"/>
                </a:lnTo>
                <a:lnTo>
                  <a:pt x="870775" y="24371"/>
                </a:lnTo>
                <a:lnTo>
                  <a:pt x="882954" y="24371"/>
                </a:lnTo>
                <a:lnTo>
                  <a:pt x="882954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257893" y="1466050"/>
            <a:ext cx="67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ig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tal  Clock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499501" y="1114971"/>
            <a:ext cx="962660" cy="995044"/>
          </a:xfrm>
          <a:custGeom>
            <a:avLst/>
            <a:gdLst/>
            <a:ahLst/>
            <a:cxnLst/>
            <a:rect l="l" t="t" r="r" b="b"/>
            <a:pathLst>
              <a:path w="962660" h="995044">
                <a:moveTo>
                  <a:pt x="962113" y="0"/>
                </a:moveTo>
                <a:lnTo>
                  <a:pt x="0" y="0"/>
                </a:lnTo>
                <a:lnTo>
                  <a:pt x="0" y="994638"/>
                </a:lnTo>
                <a:lnTo>
                  <a:pt x="962113" y="994638"/>
                </a:lnTo>
                <a:lnTo>
                  <a:pt x="962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487322" y="1102779"/>
            <a:ext cx="988060" cy="1019175"/>
          </a:xfrm>
          <a:custGeom>
            <a:avLst/>
            <a:gdLst/>
            <a:ahLst/>
            <a:cxnLst/>
            <a:rect l="l" t="t" r="r" b="b"/>
            <a:pathLst>
              <a:path w="988060" h="1019175">
                <a:moveTo>
                  <a:pt x="981900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1012913"/>
                </a:lnTo>
                <a:lnTo>
                  <a:pt x="6083" y="1019009"/>
                </a:lnTo>
                <a:lnTo>
                  <a:pt x="981900" y="1019009"/>
                </a:lnTo>
                <a:lnTo>
                  <a:pt x="987996" y="1012913"/>
                </a:lnTo>
                <a:lnTo>
                  <a:pt x="987996" y="1006830"/>
                </a:lnTo>
                <a:lnTo>
                  <a:pt x="24358" y="1006830"/>
                </a:lnTo>
                <a:lnTo>
                  <a:pt x="12179" y="993114"/>
                </a:lnTo>
                <a:lnTo>
                  <a:pt x="24358" y="993114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1"/>
                </a:lnTo>
                <a:lnTo>
                  <a:pt x="987996" y="12191"/>
                </a:lnTo>
                <a:lnTo>
                  <a:pt x="987996" y="6095"/>
                </a:lnTo>
                <a:lnTo>
                  <a:pt x="981900" y="0"/>
                </a:lnTo>
                <a:close/>
              </a:path>
              <a:path w="988060" h="1019175">
                <a:moveTo>
                  <a:pt x="24358" y="993114"/>
                </a:moveTo>
                <a:lnTo>
                  <a:pt x="12179" y="993114"/>
                </a:lnTo>
                <a:lnTo>
                  <a:pt x="24358" y="1006830"/>
                </a:lnTo>
                <a:lnTo>
                  <a:pt x="24358" y="993114"/>
                </a:lnTo>
                <a:close/>
              </a:path>
              <a:path w="988060" h="1019175">
                <a:moveTo>
                  <a:pt x="962113" y="993114"/>
                </a:moveTo>
                <a:lnTo>
                  <a:pt x="24358" y="993114"/>
                </a:lnTo>
                <a:lnTo>
                  <a:pt x="24358" y="1006830"/>
                </a:lnTo>
                <a:lnTo>
                  <a:pt x="962113" y="1006830"/>
                </a:lnTo>
                <a:lnTo>
                  <a:pt x="962113" y="993114"/>
                </a:lnTo>
                <a:close/>
              </a:path>
              <a:path w="988060" h="1019175">
                <a:moveTo>
                  <a:pt x="962113" y="12191"/>
                </a:moveTo>
                <a:lnTo>
                  <a:pt x="962113" y="1006830"/>
                </a:lnTo>
                <a:lnTo>
                  <a:pt x="974293" y="993114"/>
                </a:lnTo>
                <a:lnTo>
                  <a:pt x="987996" y="993114"/>
                </a:lnTo>
                <a:lnTo>
                  <a:pt x="987996" y="25895"/>
                </a:lnTo>
                <a:lnTo>
                  <a:pt x="974293" y="25895"/>
                </a:lnTo>
                <a:lnTo>
                  <a:pt x="962113" y="12191"/>
                </a:lnTo>
                <a:close/>
              </a:path>
              <a:path w="988060" h="1019175">
                <a:moveTo>
                  <a:pt x="987996" y="993114"/>
                </a:moveTo>
                <a:lnTo>
                  <a:pt x="974293" y="993114"/>
                </a:lnTo>
                <a:lnTo>
                  <a:pt x="962113" y="1006830"/>
                </a:lnTo>
                <a:lnTo>
                  <a:pt x="987996" y="1006830"/>
                </a:lnTo>
                <a:lnTo>
                  <a:pt x="987996" y="993114"/>
                </a:lnTo>
                <a:close/>
              </a:path>
              <a:path w="988060" h="1019175">
                <a:moveTo>
                  <a:pt x="24358" y="12191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1"/>
                </a:lnTo>
                <a:close/>
              </a:path>
              <a:path w="988060" h="1019175">
                <a:moveTo>
                  <a:pt x="962113" y="12191"/>
                </a:moveTo>
                <a:lnTo>
                  <a:pt x="24358" y="12191"/>
                </a:lnTo>
                <a:lnTo>
                  <a:pt x="24358" y="25895"/>
                </a:lnTo>
                <a:lnTo>
                  <a:pt x="962113" y="25895"/>
                </a:lnTo>
                <a:lnTo>
                  <a:pt x="962113" y="12191"/>
                </a:lnTo>
                <a:close/>
              </a:path>
              <a:path w="988060" h="1019175">
                <a:moveTo>
                  <a:pt x="987996" y="12191"/>
                </a:moveTo>
                <a:lnTo>
                  <a:pt x="962113" y="12191"/>
                </a:lnTo>
                <a:lnTo>
                  <a:pt x="974293" y="25895"/>
                </a:lnTo>
                <a:lnTo>
                  <a:pt x="987996" y="25895"/>
                </a:lnTo>
                <a:lnTo>
                  <a:pt x="987996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1694027" y="1179868"/>
            <a:ext cx="572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lo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17903" y="1454035"/>
            <a:ext cx="725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  1Hz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612150" y="2904705"/>
            <a:ext cx="849630" cy="976630"/>
          </a:xfrm>
          <a:custGeom>
            <a:avLst/>
            <a:gdLst/>
            <a:ahLst/>
            <a:cxnLst/>
            <a:rect l="l" t="t" r="r" b="b"/>
            <a:pathLst>
              <a:path w="849630" h="976629">
                <a:moveTo>
                  <a:pt x="849464" y="0"/>
                </a:moveTo>
                <a:lnTo>
                  <a:pt x="0" y="0"/>
                </a:lnTo>
                <a:lnTo>
                  <a:pt x="0" y="976363"/>
                </a:lnTo>
                <a:lnTo>
                  <a:pt x="849464" y="976363"/>
                </a:lnTo>
                <a:lnTo>
                  <a:pt x="849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598447" y="2892526"/>
            <a:ext cx="876935" cy="1000760"/>
          </a:xfrm>
          <a:custGeom>
            <a:avLst/>
            <a:gdLst/>
            <a:ahLst/>
            <a:cxnLst/>
            <a:rect l="l" t="t" r="r" b="b"/>
            <a:pathLst>
              <a:path w="876935" h="1000760">
                <a:moveTo>
                  <a:pt x="870775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996149"/>
                </a:lnTo>
                <a:lnTo>
                  <a:pt x="6096" y="1000721"/>
                </a:lnTo>
                <a:lnTo>
                  <a:pt x="870775" y="1000721"/>
                </a:lnTo>
                <a:lnTo>
                  <a:pt x="876871" y="996149"/>
                </a:lnTo>
                <a:lnTo>
                  <a:pt x="876871" y="988542"/>
                </a:lnTo>
                <a:lnTo>
                  <a:pt x="25882" y="988542"/>
                </a:lnTo>
                <a:lnTo>
                  <a:pt x="13703" y="976350"/>
                </a:lnTo>
                <a:lnTo>
                  <a:pt x="25882" y="976350"/>
                </a:lnTo>
                <a:lnTo>
                  <a:pt x="25882" y="25882"/>
                </a:lnTo>
                <a:lnTo>
                  <a:pt x="13703" y="25882"/>
                </a:lnTo>
                <a:lnTo>
                  <a:pt x="25882" y="12179"/>
                </a:lnTo>
                <a:lnTo>
                  <a:pt x="876871" y="12179"/>
                </a:lnTo>
                <a:lnTo>
                  <a:pt x="876871" y="6083"/>
                </a:lnTo>
                <a:lnTo>
                  <a:pt x="870775" y="0"/>
                </a:lnTo>
                <a:close/>
              </a:path>
              <a:path w="876935" h="1000760">
                <a:moveTo>
                  <a:pt x="25882" y="976350"/>
                </a:moveTo>
                <a:lnTo>
                  <a:pt x="13703" y="976350"/>
                </a:lnTo>
                <a:lnTo>
                  <a:pt x="25882" y="988542"/>
                </a:lnTo>
                <a:lnTo>
                  <a:pt x="25882" y="976350"/>
                </a:lnTo>
                <a:close/>
              </a:path>
              <a:path w="876935" h="1000760">
                <a:moveTo>
                  <a:pt x="850988" y="976350"/>
                </a:moveTo>
                <a:lnTo>
                  <a:pt x="25882" y="976350"/>
                </a:lnTo>
                <a:lnTo>
                  <a:pt x="25882" y="988542"/>
                </a:lnTo>
                <a:lnTo>
                  <a:pt x="850988" y="988542"/>
                </a:lnTo>
                <a:lnTo>
                  <a:pt x="850988" y="976350"/>
                </a:lnTo>
                <a:close/>
              </a:path>
              <a:path w="876935" h="1000760">
                <a:moveTo>
                  <a:pt x="850988" y="12179"/>
                </a:moveTo>
                <a:lnTo>
                  <a:pt x="850988" y="988542"/>
                </a:lnTo>
                <a:lnTo>
                  <a:pt x="863168" y="976350"/>
                </a:lnTo>
                <a:lnTo>
                  <a:pt x="876871" y="976350"/>
                </a:lnTo>
                <a:lnTo>
                  <a:pt x="876871" y="25882"/>
                </a:lnTo>
                <a:lnTo>
                  <a:pt x="863168" y="25882"/>
                </a:lnTo>
                <a:lnTo>
                  <a:pt x="850988" y="12179"/>
                </a:lnTo>
                <a:close/>
              </a:path>
              <a:path w="876935" h="1000760">
                <a:moveTo>
                  <a:pt x="876871" y="976350"/>
                </a:moveTo>
                <a:lnTo>
                  <a:pt x="863168" y="976350"/>
                </a:lnTo>
                <a:lnTo>
                  <a:pt x="850988" y="988542"/>
                </a:lnTo>
                <a:lnTo>
                  <a:pt x="876871" y="988542"/>
                </a:lnTo>
                <a:lnTo>
                  <a:pt x="876871" y="976350"/>
                </a:lnTo>
                <a:close/>
              </a:path>
              <a:path w="876935" h="1000760">
                <a:moveTo>
                  <a:pt x="25882" y="12179"/>
                </a:moveTo>
                <a:lnTo>
                  <a:pt x="13703" y="25882"/>
                </a:lnTo>
                <a:lnTo>
                  <a:pt x="25882" y="25882"/>
                </a:lnTo>
                <a:lnTo>
                  <a:pt x="25882" y="12179"/>
                </a:lnTo>
                <a:close/>
              </a:path>
              <a:path w="876935" h="1000760">
                <a:moveTo>
                  <a:pt x="850988" y="12179"/>
                </a:moveTo>
                <a:lnTo>
                  <a:pt x="25882" y="12179"/>
                </a:lnTo>
                <a:lnTo>
                  <a:pt x="25882" y="25882"/>
                </a:lnTo>
                <a:lnTo>
                  <a:pt x="850988" y="25882"/>
                </a:lnTo>
                <a:lnTo>
                  <a:pt x="850988" y="12179"/>
                </a:lnTo>
                <a:close/>
              </a:path>
              <a:path w="876935" h="1000760">
                <a:moveTo>
                  <a:pt x="876871" y="12179"/>
                </a:moveTo>
                <a:lnTo>
                  <a:pt x="850988" y="12179"/>
                </a:lnTo>
                <a:lnTo>
                  <a:pt x="863168" y="25882"/>
                </a:lnTo>
                <a:lnTo>
                  <a:pt x="876871" y="25882"/>
                </a:lnTo>
                <a:lnTo>
                  <a:pt x="876871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612150" y="2904705"/>
            <a:ext cx="849630" cy="97663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43510" marR="86360" indent="-48895">
              <a:lnSpc>
                <a:spcPct val="100000"/>
              </a:lnSpc>
              <a:spcBef>
                <a:spcPts val="162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  Select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419509" y="5035638"/>
            <a:ext cx="1052195" cy="76200"/>
          </a:xfrm>
          <a:custGeom>
            <a:avLst/>
            <a:gdLst/>
            <a:ahLst/>
            <a:cxnLst/>
            <a:rect l="l" t="t" r="r" b="b"/>
            <a:pathLst>
              <a:path w="1052195" h="76200">
                <a:moveTo>
                  <a:pt x="975817" y="0"/>
                </a:moveTo>
                <a:lnTo>
                  <a:pt x="975817" y="76161"/>
                </a:lnTo>
                <a:lnTo>
                  <a:pt x="1042803" y="42646"/>
                </a:lnTo>
                <a:lnTo>
                  <a:pt x="989520" y="42646"/>
                </a:lnTo>
                <a:lnTo>
                  <a:pt x="989520" y="33502"/>
                </a:lnTo>
                <a:lnTo>
                  <a:pt x="1042800" y="33502"/>
                </a:lnTo>
                <a:lnTo>
                  <a:pt x="975817" y="0"/>
                </a:lnTo>
                <a:close/>
              </a:path>
              <a:path w="1052195" h="76200">
                <a:moveTo>
                  <a:pt x="975817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975817" y="42646"/>
                </a:lnTo>
                <a:lnTo>
                  <a:pt x="975817" y="33502"/>
                </a:lnTo>
                <a:close/>
              </a:path>
              <a:path w="1052195" h="76200">
                <a:moveTo>
                  <a:pt x="1042800" y="33502"/>
                </a:moveTo>
                <a:lnTo>
                  <a:pt x="989520" y="33502"/>
                </a:lnTo>
                <a:lnTo>
                  <a:pt x="989520" y="42646"/>
                </a:lnTo>
                <a:lnTo>
                  <a:pt x="1042803" y="42646"/>
                </a:lnTo>
                <a:lnTo>
                  <a:pt x="1051940" y="38074"/>
                </a:lnTo>
                <a:lnTo>
                  <a:pt x="1042800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419509" y="5251932"/>
            <a:ext cx="1056640" cy="76200"/>
          </a:xfrm>
          <a:custGeom>
            <a:avLst/>
            <a:gdLst/>
            <a:ahLst/>
            <a:cxnLst/>
            <a:rect l="l" t="t" r="r" b="b"/>
            <a:pathLst>
              <a:path w="1056639" h="76200">
                <a:moveTo>
                  <a:pt x="980389" y="0"/>
                </a:moveTo>
                <a:lnTo>
                  <a:pt x="980389" y="76149"/>
                </a:lnTo>
                <a:lnTo>
                  <a:pt x="1047360" y="42646"/>
                </a:lnTo>
                <a:lnTo>
                  <a:pt x="994092" y="42646"/>
                </a:lnTo>
                <a:lnTo>
                  <a:pt x="994092" y="33502"/>
                </a:lnTo>
                <a:lnTo>
                  <a:pt x="1047360" y="33502"/>
                </a:lnTo>
                <a:lnTo>
                  <a:pt x="980389" y="0"/>
                </a:lnTo>
                <a:close/>
              </a:path>
              <a:path w="1056639" h="76200">
                <a:moveTo>
                  <a:pt x="980389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980389" y="42646"/>
                </a:lnTo>
                <a:lnTo>
                  <a:pt x="980389" y="33502"/>
                </a:lnTo>
                <a:close/>
              </a:path>
              <a:path w="1056639" h="76200">
                <a:moveTo>
                  <a:pt x="1047360" y="33502"/>
                </a:moveTo>
                <a:lnTo>
                  <a:pt x="994092" y="33502"/>
                </a:lnTo>
                <a:lnTo>
                  <a:pt x="994092" y="42646"/>
                </a:lnTo>
                <a:lnTo>
                  <a:pt x="1047360" y="42646"/>
                </a:lnTo>
                <a:lnTo>
                  <a:pt x="1056500" y="38074"/>
                </a:lnTo>
                <a:lnTo>
                  <a:pt x="1047360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025049" y="1742516"/>
            <a:ext cx="980440" cy="1310005"/>
          </a:xfrm>
          <a:custGeom>
            <a:avLst/>
            <a:gdLst/>
            <a:ahLst/>
            <a:cxnLst/>
            <a:rect l="l" t="t" r="r" b="b"/>
            <a:pathLst>
              <a:path w="980439" h="1310005">
                <a:moveTo>
                  <a:pt x="904265" y="1195704"/>
                </a:moveTo>
                <a:lnTo>
                  <a:pt x="866216" y="1195704"/>
                </a:lnTo>
                <a:lnTo>
                  <a:pt x="922540" y="1309941"/>
                </a:lnTo>
                <a:lnTo>
                  <a:pt x="971134" y="1213980"/>
                </a:lnTo>
                <a:lnTo>
                  <a:pt x="904265" y="1213980"/>
                </a:lnTo>
                <a:lnTo>
                  <a:pt x="904265" y="1195704"/>
                </a:lnTo>
                <a:close/>
              </a:path>
              <a:path w="980439" h="1310005">
                <a:moveTo>
                  <a:pt x="904265" y="18275"/>
                </a:moveTo>
                <a:lnTo>
                  <a:pt x="904265" y="1213980"/>
                </a:lnTo>
                <a:lnTo>
                  <a:pt x="942327" y="1213980"/>
                </a:lnTo>
                <a:lnTo>
                  <a:pt x="942327" y="38087"/>
                </a:lnTo>
                <a:lnTo>
                  <a:pt x="922540" y="38087"/>
                </a:lnTo>
                <a:lnTo>
                  <a:pt x="904265" y="18275"/>
                </a:lnTo>
                <a:close/>
              </a:path>
              <a:path w="980439" h="1310005">
                <a:moveTo>
                  <a:pt x="980389" y="1195704"/>
                </a:moveTo>
                <a:lnTo>
                  <a:pt x="942327" y="1195704"/>
                </a:lnTo>
                <a:lnTo>
                  <a:pt x="942327" y="1213980"/>
                </a:lnTo>
                <a:lnTo>
                  <a:pt x="971134" y="1213980"/>
                </a:lnTo>
                <a:lnTo>
                  <a:pt x="980389" y="1195704"/>
                </a:lnTo>
                <a:close/>
              </a:path>
              <a:path w="980439" h="1310005">
                <a:moveTo>
                  <a:pt x="922540" y="0"/>
                </a:moveTo>
                <a:lnTo>
                  <a:pt x="0" y="0"/>
                </a:lnTo>
                <a:lnTo>
                  <a:pt x="0" y="38087"/>
                </a:lnTo>
                <a:lnTo>
                  <a:pt x="904265" y="38087"/>
                </a:lnTo>
                <a:lnTo>
                  <a:pt x="904265" y="18275"/>
                </a:lnTo>
                <a:lnTo>
                  <a:pt x="942327" y="18275"/>
                </a:lnTo>
                <a:lnTo>
                  <a:pt x="940734" y="10924"/>
                </a:lnTo>
                <a:lnTo>
                  <a:pt x="936429" y="5141"/>
                </a:lnTo>
                <a:lnTo>
                  <a:pt x="930127" y="1357"/>
                </a:lnTo>
                <a:lnTo>
                  <a:pt x="922540" y="0"/>
                </a:lnTo>
                <a:close/>
              </a:path>
              <a:path w="980439" h="1310005">
                <a:moveTo>
                  <a:pt x="942327" y="18275"/>
                </a:moveTo>
                <a:lnTo>
                  <a:pt x="904265" y="18275"/>
                </a:lnTo>
                <a:lnTo>
                  <a:pt x="922540" y="38087"/>
                </a:lnTo>
                <a:lnTo>
                  <a:pt x="942327" y="38087"/>
                </a:lnTo>
                <a:lnTo>
                  <a:pt x="942327" y="182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461615" y="1606956"/>
            <a:ext cx="706755" cy="192405"/>
          </a:xfrm>
          <a:custGeom>
            <a:avLst/>
            <a:gdLst/>
            <a:ahLst/>
            <a:cxnLst/>
            <a:rect l="l" t="t" r="r" b="b"/>
            <a:pathLst>
              <a:path w="706755" h="192405">
                <a:moveTo>
                  <a:pt x="630250" y="115760"/>
                </a:moveTo>
                <a:lnTo>
                  <a:pt x="630250" y="191922"/>
                </a:lnTo>
                <a:lnTo>
                  <a:pt x="694179" y="159931"/>
                </a:lnTo>
                <a:lnTo>
                  <a:pt x="642429" y="159931"/>
                </a:lnTo>
                <a:lnTo>
                  <a:pt x="642429" y="149275"/>
                </a:lnTo>
                <a:lnTo>
                  <a:pt x="697247" y="149275"/>
                </a:lnTo>
                <a:lnTo>
                  <a:pt x="630250" y="115760"/>
                </a:lnTo>
                <a:close/>
              </a:path>
              <a:path w="706755" h="192405">
                <a:moveTo>
                  <a:pt x="348614" y="4572"/>
                </a:moveTo>
                <a:lnTo>
                  <a:pt x="348614" y="156883"/>
                </a:lnTo>
                <a:lnTo>
                  <a:pt x="350138" y="159931"/>
                </a:lnTo>
                <a:lnTo>
                  <a:pt x="630250" y="159931"/>
                </a:lnTo>
                <a:lnTo>
                  <a:pt x="630250" y="153835"/>
                </a:lnTo>
                <a:lnTo>
                  <a:pt x="357746" y="153835"/>
                </a:lnTo>
                <a:lnTo>
                  <a:pt x="353187" y="149275"/>
                </a:lnTo>
                <a:lnTo>
                  <a:pt x="357746" y="149275"/>
                </a:lnTo>
                <a:lnTo>
                  <a:pt x="357746" y="10655"/>
                </a:lnTo>
                <a:lnTo>
                  <a:pt x="353187" y="10655"/>
                </a:lnTo>
                <a:lnTo>
                  <a:pt x="348614" y="4572"/>
                </a:lnTo>
                <a:close/>
              </a:path>
              <a:path w="706755" h="192405">
                <a:moveTo>
                  <a:pt x="697247" y="149275"/>
                </a:moveTo>
                <a:lnTo>
                  <a:pt x="642429" y="149275"/>
                </a:lnTo>
                <a:lnTo>
                  <a:pt x="642429" y="159931"/>
                </a:lnTo>
                <a:lnTo>
                  <a:pt x="694179" y="159931"/>
                </a:lnTo>
                <a:lnTo>
                  <a:pt x="706361" y="153835"/>
                </a:lnTo>
                <a:lnTo>
                  <a:pt x="697247" y="149275"/>
                </a:lnTo>
                <a:close/>
              </a:path>
              <a:path w="706755" h="192405">
                <a:moveTo>
                  <a:pt x="357746" y="149275"/>
                </a:moveTo>
                <a:lnTo>
                  <a:pt x="353187" y="149275"/>
                </a:lnTo>
                <a:lnTo>
                  <a:pt x="357746" y="153835"/>
                </a:lnTo>
                <a:lnTo>
                  <a:pt x="357746" y="149275"/>
                </a:lnTo>
                <a:close/>
              </a:path>
              <a:path w="706755" h="192405">
                <a:moveTo>
                  <a:pt x="630250" y="149275"/>
                </a:moveTo>
                <a:lnTo>
                  <a:pt x="357746" y="149275"/>
                </a:lnTo>
                <a:lnTo>
                  <a:pt x="357746" y="153835"/>
                </a:lnTo>
                <a:lnTo>
                  <a:pt x="630250" y="153835"/>
                </a:lnTo>
                <a:lnTo>
                  <a:pt x="630250" y="149275"/>
                </a:lnTo>
                <a:close/>
              </a:path>
              <a:path w="706755" h="192405">
                <a:moveTo>
                  <a:pt x="356222" y="0"/>
                </a:moveTo>
                <a:lnTo>
                  <a:pt x="0" y="0"/>
                </a:lnTo>
                <a:lnTo>
                  <a:pt x="0" y="10655"/>
                </a:lnTo>
                <a:lnTo>
                  <a:pt x="348614" y="10655"/>
                </a:lnTo>
                <a:lnTo>
                  <a:pt x="348614" y="4572"/>
                </a:lnTo>
                <a:lnTo>
                  <a:pt x="357746" y="4572"/>
                </a:lnTo>
                <a:lnTo>
                  <a:pt x="357746" y="3048"/>
                </a:lnTo>
                <a:lnTo>
                  <a:pt x="356222" y="0"/>
                </a:lnTo>
                <a:close/>
              </a:path>
              <a:path w="706755" h="192405">
                <a:moveTo>
                  <a:pt x="357746" y="4572"/>
                </a:moveTo>
                <a:lnTo>
                  <a:pt x="348614" y="4572"/>
                </a:lnTo>
                <a:lnTo>
                  <a:pt x="353187" y="10655"/>
                </a:lnTo>
                <a:lnTo>
                  <a:pt x="357746" y="10655"/>
                </a:lnTo>
                <a:lnTo>
                  <a:pt x="357746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916796" y="1163713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89" h="76200">
                <a:moveTo>
                  <a:pt x="211607" y="0"/>
                </a:moveTo>
                <a:lnTo>
                  <a:pt x="211607" y="76161"/>
                </a:lnTo>
                <a:lnTo>
                  <a:pt x="278582" y="42646"/>
                </a:lnTo>
                <a:lnTo>
                  <a:pt x="223773" y="42646"/>
                </a:lnTo>
                <a:lnTo>
                  <a:pt x="223773" y="33502"/>
                </a:lnTo>
                <a:lnTo>
                  <a:pt x="278579" y="33502"/>
                </a:lnTo>
                <a:lnTo>
                  <a:pt x="211607" y="0"/>
                </a:lnTo>
                <a:close/>
              </a:path>
              <a:path w="288289" h="76200">
                <a:moveTo>
                  <a:pt x="211607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211607" y="42646"/>
                </a:lnTo>
                <a:lnTo>
                  <a:pt x="211607" y="33502"/>
                </a:lnTo>
                <a:close/>
              </a:path>
              <a:path w="288289" h="76200">
                <a:moveTo>
                  <a:pt x="278579" y="33502"/>
                </a:moveTo>
                <a:lnTo>
                  <a:pt x="223773" y="33502"/>
                </a:lnTo>
                <a:lnTo>
                  <a:pt x="223773" y="42646"/>
                </a:lnTo>
                <a:lnTo>
                  <a:pt x="278582" y="42646"/>
                </a:lnTo>
                <a:lnTo>
                  <a:pt x="287718" y="38074"/>
                </a:lnTo>
                <a:lnTo>
                  <a:pt x="278579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347266" y="3197161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49"/>
                </a:lnTo>
                <a:lnTo>
                  <a:pt x="277055" y="42646"/>
                </a:lnTo>
                <a:lnTo>
                  <a:pt x="223786" y="42646"/>
                </a:lnTo>
                <a:lnTo>
                  <a:pt x="223786" y="33502"/>
                </a:lnTo>
                <a:lnTo>
                  <a:pt x="277055" y="33502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210083" y="42646"/>
                </a:lnTo>
                <a:lnTo>
                  <a:pt x="210083" y="33502"/>
                </a:lnTo>
                <a:close/>
              </a:path>
              <a:path w="286385" h="76200">
                <a:moveTo>
                  <a:pt x="277055" y="33502"/>
                </a:moveTo>
                <a:lnTo>
                  <a:pt x="223786" y="33502"/>
                </a:lnTo>
                <a:lnTo>
                  <a:pt x="223786" y="42646"/>
                </a:lnTo>
                <a:lnTo>
                  <a:pt x="277055" y="42646"/>
                </a:lnTo>
                <a:lnTo>
                  <a:pt x="286194" y="38074"/>
                </a:lnTo>
                <a:lnTo>
                  <a:pt x="277055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345742" y="3413442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61"/>
                </a:lnTo>
                <a:lnTo>
                  <a:pt x="277055" y="42659"/>
                </a:lnTo>
                <a:lnTo>
                  <a:pt x="223786" y="42659"/>
                </a:lnTo>
                <a:lnTo>
                  <a:pt x="223786" y="31991"/>
                </a:lnTo>
                <a:lnTo>
                  <a:pt x="274012" y="31991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1991"/>
                </a:moveTo>
                <a:lnTo>
                  <a:pt x="0" y="31991"/>
                </a:lnTo>
                <a:lnTo>
                  <a:pt x="0" y="42659"/>
                </a:lnTo>
                <a:lnTo>
                  <a:pt x="210083" y="42659"/>
                </a:lnTo>
                <a:lnTo>
                  <a:pt x="210083" y="31991"/>
                </a:lnTo>
                <a:close/>
              </a:path>
              <a:path w="286385" h="76200">
                <a:moveTo>
                  <a:pt x="274012" y="31991"/>
                </a:moveTo>
                <a:lnTo>
                  <a:pt x="223786" y="31991"/>
                </a:lnTo>
                <a:lnTo>
                  <a:pt x="223786" y="42659"/>
                </a:lnTo>
                <a:lnTo>
                  <a:pt x="277055" y="42659"/>
                </a:lnTo>
                <a:lnTo>
                  <a:pt x="286194" y="38087"/>
                </a:lnTo>
                <a:lnTo>
                  <a:pt x="274012" y="319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347266" y="3675430"/>
            <a:ext cx="289560" cy="76200"/>
          </a:xfrm>
          <a:custGeom>
            <a:avLst/>
            <a:gdLst/>
            <a:ahLst/>
            <a:cxnLst/>
            <a:rect l="l" t="t" r="r" b="b"/>
            <a:pathLst>
              <a:path w="289560" h="76200">
                <a:moveTo>
                  <a:pt x="213131" y="0"/>
                </a:moveTo>
                <a:lnTo>
                  <a:pt x="213131" y="76161"/>
                </a:lnTo>
                <a:lnTo>
                  <a:pt x="280103" y="42659"/>
                </a:lnTo>
                <a:lnTo>
                  <a:pt x="225310" y="42659"/>
                </a:lnTo>
                <a:lnTo>
                  <a:pt x="225310" y="33515"/>
                </a:lnTo>
                <a:lnTo>
                  <a:pt x="280106" y="33515"/>
                </a:lnTo>
                <a:lnTo>
                  <a:pt x="213131" y="0"/>
                </a:lnTo>
                <a:close/>
              </a:path>
              <a:path w="289560" h="76200">
                <a:moveTo>
                  <a:pt x="213131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213131" y="42659"/>
                </a:lnTo>
                <a:lnTo>
                  <a:pt x="213131" y="33515"/>
                </a:lnTo>
                <a:close/>
              </a:path>
              <a:path w="289560" h="76200">
                <a:moveTo>
                  <a:pt x="280106" y="33515"/>
                </a:moveTo>
                <a:lnTo>
                  <a:pt x="225310" y="33515"/>
                </a:lnTo>
                <a:lnTo>
                  <a:pt x="225310" y="42659"/>
                </a:lnTo>
                <a:lnTo>
                  <a:pt x="280103" y="42659"/>
                </a:lnTo>
                <a:lnTo>
                  <a:pt x="289242" y="38087"/>
                </a:lnTo>
                <a:lnTo>
                  <a:pt x="280106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018614" y="2411196"/>
            <a:ext cx="1635125" cy="494030"/>
          </a:xfrm>
          <a:custGeom>
            <a:avLst/>
            <a:gdLst/>
            <a:ahLst/>
            <a:cxnLst/>
            <a:rect l="l" t="t" r="r" b="b"/>
            <a:pathLst>
              <a:path w="1635125" h="494030">
                <a:moveTo>
                  <a:pt x="1558874" y="228473"/>
                </a:moveTo>
                <a:lnTo>
                  <a:pt x="18275" y="228473"/>
                </a:lnTo>
                <a:lnTo>
                  <a:pt x="10919" y="229830"/>
                </a:lnTo>
                <a:lnTo>
                  <a:pt x="5137" y="233614"/>
                </a:lnTo>
                <a:lnTo>
                  <a:pt x="1355" y="239397"/>
                </a:lnTo>
                <a:lnTo>
                  <a:pt x="0" y="246748"/>
                </a:lnTo>
                <a:lnTo>
                  <a:pt x="0" y="493509"/>
                </a:lnTo>
                <a:lnTo>
                  <a:pt x="38061" y="493509"/>
                </a:lnTo>
                <a:lnTo>
                  <a:pt x="38061" y="266560"/>
                </a:lnTo>
                <a:lnTo>
                  <a:pt x="18275" y="266560"/>
                </a:lnTo>
                <a:lnTo>
                  <a:pt x="38061" y="246748"/>
                </a:lnTo>
                <a:lnTo>
                  <a:pt x="1558874" y="246748"/>
                </a:lnTo>
                <a:lnTo>
                  <a:pt x="1558874" y="228473"/>
                </a:lnTo>
                <a:close/>
              </a:path>
              <a:path w="1635125" h="494030">
                <a:moveTo>
                  <a:pt x="38061" y="246748"/>
                </a:moveTo>
                <a:lnTo>
                  <a:pt x="18275" y="266560"/>
                </a:lnTo>
                <a:lnTo>
                  <a:pt x="38061" y="266560"/>
                </a:lnTo>
                <a:lnTo>
                  <a:pt x="38061" y="246748"/>
                </a:lnTo>
                <a:close/>
              </a:path>
              <a:path w="1635125" h="494030">
                <a:moveTo>
                  <a:pt x="1596936" y="228473"/>
                </a:moveTo>
                <a:lnTo>
                  <a:pt x="1577136" y="228473"/>
                </a:lnTo>
                <a:lnTo>
                  <a:pt x="1558874" y="246748"/>
                </a:lnTo>
                <a:lnTo>
                  <a:pt x="38061" y="246748"/>
                </a:lnTo>
                <a:lnTo>
                  <a:pt x="38061" y="266560"/>
                </a:lnTo>
                <a:lnTo>
                  <a:pt x="1577136" y="266560"/>
                </a:lnTo>
                <a:lnTo>
                  <a:pt x="1584725" y="264964"/>
                </a:lnTo>
                <a:lnTo>
                  <a:pt x="1591032" y="260654"/>
                </a:lnTo>
                <a:lnTo>
                  <a:pt x="1595340" y="254344"/>
                </a:lnTo>
                <a:lnTo>
                  <a:pt x="1596936" y="246748"/>
                </a:lnTo>
                <a:lnTo>
                  <a:pt x="1596936" y="228473"/>
                </a:lnTo>
                <a:close/>
              </a:path>
              <a:path w="1635125" h="494030">
                <a:moveTo>
                  <a:pt x="1596936" y="94437"/>
                </a:moveTo>
                <a:lnTo>
                  <a:pt x="1558874" y="94437"/>
                </a:lnTo>
                <a:lnTo>
                  <a:pt x="1558874" y="246748"/>
                </a:lnTo>
                <a:lnTo>
                  <a:pt x="1577136" y="228473"/>
                </a:lnTo>
                <a:lnTo>
                  <a:pt x="1596936" y="228473"/>
                </a:lnTo>
                <a:lnTo>
                  <a:pt x="1596936" y="94437"/>
                </a:lnTo>
                <a:close/>
              </a:path>
              <a:path w="1635125" h="494030">
                <a:moveTo>
                  <a:pt x="1577136" y="0"/>
                </a:moveTo>
                <a:lnTo>
                  <a:pt x="1520812" y="114236"/>
                </a:lnTo>
                <a:lnTo>
                  <a:pt x="1558874" y="114236"/>
                </a:lnTo>
                <a:lnTo>
                  <a:pt x="1558874" y="94437"/>
                </a:lnTo>
                <a:lnTo>
                  <a:pt x="1624959" y="94437"/>
                </a:lnTo>
                <a:lnTo>
                  <a:pt x="1577136" y="0"/>
                </a:lnTo>
                <a:close/>
              </a:path>
              <a:path w="1635125" h="494030">
                <a:moveTo>
                  <a:pt x="1624959" y="94437"/>
                </a:moveTo>
                <a:lnTo>
                  <a:pt x="1596936" y="94437"/>
                </a:lnTo>
                <a:lnTo>
                  <a:pt x="1596936" y="114236"/>
                </a:lnTo>
                <a:lnTo>
                  <a:pt x="1634985" y="114236"/>
                </a:lnTo>
                <a:lnTo>
                  <a:pt x="1624959" y="944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519464" y="1055560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4" h="233044">
                <a:moveTo>
                  <a:pt x="532815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226961"/>
                </a:lnTo>
                <a:lnTo>
                  <a:pt x="6083" y="233044"/>
                </a:lnTo>
                <a:lnTo>
                  <a:pt x="532815" y="233044"/>
                </a:lnTo>
                <a:lnTo>
                  <a:pt x="538911" y="226961"/>
                </a:lnTo>
                <a:lnTo>
                  <a:pt x="538911" y="220865"/>
                </a:lnTo>
                <a:lnTo>
                  <a:pt x="25882" y="220865"/>
                </a:lnTo>
                <a:lnTo>
                  <a:pt x="13703" y="207162"/>
                </a:lnTo>
                <a:lnTo>
                  <a:pt x="25882" y="207162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538911" y="12191"/>
                </a:lnTo>
                <a:lnTo>
                  <a:pt x="538911" y="4572"/>
                </a:lnTo>
                <a:lnTo>
                  <a:pt x="532815" y="0"/>
                </a:lnTo>
                <a:close/>
              </a:path>
              <a:path w="539114" h="233044">
                <a:moveTo>
                  <a:pt x="25882" y="207162"/>
                </a:moveTo>
                <a:lnTo>
                  <a:pt x="13703" y="207162"/>
                </a:lnTo>
                <a:lnTo>
                  <a:pt x="25882" y="220865"/>
                </a:lnTo>
                <a:lnTo>
                  <a:pt x="25882" y="207162"/>
                </a:lnTo>
                <a:close/>
              </a:path>
              <a:path w="539114" h="233044">
                <a:moveTo>
                  <a:pt x="513029" y="207162"/>
                </a:moveTo>
                <a:lnTo>
                  <a:pt x="25882" y="207162"/>
                </a:lnTo>
                <a:lnTo>
                  <a:pt x="25882" y="220865"/>
                </a:lnTo>
                <a:lnTo>
                  <a:pt x="513029" y="220865"/>
                </a:lnTo>
                <a:lnTo>
                  <a:pt x="513029" y="207162"/>
                </a:lnTo>
                <a:close/>
              </a:path>
              <a:path w="539114" h="233044">
                <a:moveTo>
                  <a:pt x="513029" y="12191"/>
                </a:moveTo>
                <a:lnTo>
                  <a:pt x="513029" y="220865"/>
                </a:lnTo>
                <a:lnTo>
                  <a:pt x="525208" y="207162"/>
                </a:lnTo>
                <a:lnTo>
                  <a:pt x="538911" y="207162"/>
                </a:lnTo>
                <a:lnTo>
                  <a:pt x="538911" y="24371"/>
                </a:lnTo>
                <a:lnTo>
                  <a:pt x="525208" y="24371"/>
                </a:lnTo>
                <a:lnTo>
                  <a:pt x="513029" y="12191"/>
                </a:lnTo>
                <a:close/>
              </a:path>
              <a:path w="539114" h="233044">
                <a:moveTo>
                  <a:pt x="538911" y="207162"/>
                </a:moveTo>
                <a:lnTo>
                  <a:pt x="525208" y="207162"/>
                </a:lnTo>
                <a:lnTo>
                  <a:pt x="513029" y="220865"/>
                </a:lnTo>
                <a:lnTo>
                  <a:pt x="538911" y="220865"/>
                </a:lnTo>
                <a:lnTo>
                  <a:pt x="538911" y="207162"/>
                </a:lnTo>
                <a:close/>
              </a:path>
              <a:path w="539114" h="233044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539114" h="233044">
                <a:moveTo>
                  <a:pt x="513029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513029" y="24371"/>
                </a:lnTo>
                <a:lnTo>
                  <a:pt x="513029" y="12191"/>
                </a:lnTo>
                <a:close/>
              </a:path>
              <a:path w="539114" h="233044">
                <a:moveTo>
                  <a:pt x="538911" y="12191"/>
                </a:moveTo>
                <a:lnTo>
                  <a:pt x="513029" y="12191"/>
                </a:lnTo>
                <a:lnTo>
                  <a:pt x="525208" y="24371"/>
                </a:lnTo>
                <a:lnTo>
                  <a:pt x="538911" y="24371"/>
                </a:lnTo>
                <a:lnTo>
                  <a:pt x="538911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94664" y="3092056"/>
            <a:ext cx="539115" cy="234950"/>
          </a:xfrm>
          <a:custGeom>
            <a:avLst/>
            <a:gdLst/>
            <a:ahLst/>
            <a:cxnLst/>
            <a:rect l="l" t="t" r="r" b="b"/>
            <a:pathLst>
              <a:path w="539115" h="234950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73"/>
                </a:lnTo>
                <a:lnTo>
                  <a:pt x="6083" y="234569"/>
                </a:lnTo>
                <a:lnTo>
                  <a:pt x="532815" y="234569"/>
                </a:lnTo>
                <a:lnTo>
                  <a:pt x="538899" y="228473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73"/>
                </a:lnTo>
                <a:lnTo>
                  <a:pt x="25869" y="208673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03"/>
                </a:lnTo>
                <a:lnTo>
                  <a:pt x="538899" y="13703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4950">
                <a:moveTo>
                  <a:pt x="25869" y="208673"/>
                </a:moveTo>
                <a:lnTo>
                  <a:pt x="13690" y="208673"/>
                </a:lnTo>
                <a:lnTo>
                  <a:pt x="25869" y="220865"/>
                </a:lnTo>
                <a:lnTo>
                  <a:pt x="25869" y="208673"/>
                </a:lnTo>
                <a:close/>
              </a:path>
              <a:path w="539115" h="234950">
                <a:moveTo>
                  <a:pt x="513016" y="208673"/>
                </a:moveTo>
                <a:lnTo>
                  <a:pt x="25869" y="208673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73"/>
                </a:lnTo>
                <a:close/>
              </a:path>
              <a:path w="539115" h="234950">
                <a:moveTo>
                  <a:pt x="513016" y="13703"/>
                </a:moveTo>
                <a:lnTo>
                  <a:pt x="513016" y="220865"/>
                </a:lnTo>
                <a:lnTo>
                  <a:pt x="525195" y="208673"/>
                </a:lnTo>
                <a:lnTo>
                  <a:pt x="538899" y="208673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3703"/>
                </a:lnTo>
                <a:close/>
              </a:path>
              <a:path w="539115" h="234950">
                <a:moveTo>
                  <a:pt x="538899" y="208673"/>
                </a:moveTo>
                <a:lnTo>
                  <a:pt x="525195" y="208673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73"/>
                </a:lnTo>
                <a:close/>
              </a:path>
              <a:path w="539115" h="234950">
                <a:moveTo>
                  <a:pt x="25869" y="13703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03"/>
                </a:lnTo>
                <a:close/>
              </a:path>
              <a:path w="539115" h="234950">
                <a:moveTo>
                  <a:pt x="513016" y="13703"/>
                </a:moveTo>
                <a:lnTo>
                  <a:pt x="25869" y="13703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3703"/>
                </a:lnTo>
                <a:close/>
              </a:path>
              <a:path w="539115" h="234950">
                <a:moveTo>
                  <a:pt x="538899" y="13703"/>
                </a:moveTo>
                <a:lnTo>
                  <a:pt x="513016" y="13703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94664" y="3343376"/>
            <a:ext cx="539115" cy="233679"/>
          </a:xfrm>
          <a:custGeom>
            <a:avLst/>
            <a:gdLst/>
            <a:ahLst/>
            <a:cxnLst/>
            <a:rect l="l" t="t" r="r" b="b"/>
            <a:pathLst>
              <a:path w="539115" h="233679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85"/>
                </a:lnTo>
                <a:lnTo>
                  <a:pt x="6083" y="233057"/>
                </a:lnTo>
                <a:lnTo>
                  <a:pt x="532815" y="233057"/>
                </a:lnTo>
                <a:lnTo>
                  <a:pt x="538899" y="228485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86"/>
                </a:lnTo>
                <a:lnTo>
                  <a:pt x="25869" y="20868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2"/>
                </a:lnTo>
                <a:lnTo>
                  <a:pt x="538899" y="12192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679">
                <a:moveTo>
                  <a:pt x="25869" y="208686"/>
                </a:moveTo>
                <a:lnTo>
                  <a:pt x="13690" y="208686"/>
                </a:lnTo>
                <a:lnTo>
                  <a:pt x="25869" y="220865"/>
                </a:lnTo>
                <a:lnTo>
                  <a:pt x="25869" y="208686"/>
                </a:lnTo>
                <a:close/>
              </a:path>
              <a:path w="539115" h="233679">
                <a:moveTo>
                  <a:pt x="513016" y="208686"/>
                </a:moveTo>
                <a:lnTo>
                  <a:pt x="25869" y="208686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86"/>
                </a:lnTo>
                <a:close/>
              </a:path>
              <a:path w="539115" h="233679">
                <a:moveTo>
                  <a:pt x="513016" y="12192"/>
                </a:moveTo>
                <a:lnTo>
                  <a:pt x="513016" y="220865"/>
                </a:lnTo>
                <a:lnTo>
                  <a:pt x="525195" y="208686"/>
                </a:lnTo>
                <a:lnTo>
                  <a:pt x="538899" y="208686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92"/>
                </a:lnTo>
                <a:close/>
              </a:path>
              <a:path w="539115" h="233679">
                <a:moveTo>
                  <a:pt x="538899" y="208686"/>
                </a:moveTo>
                <a:lnTo>
                  <a:pt x="525195" y="208686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86"/>
                </a:lnTo>
                <a:close/>
              </a:path>
              <a:path w="539115" h="233679">
                <a:moveTo>
                  <a:pt x="25869" y="12192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2"/>
                </a:lnTo>
                <a:close/>
              </a:path>
              <a:path w="539115" h="233679">
                <a:moveTo>
                  <a:pt x="513016" y="12192"/>
                </a:moveTo>
                <a:lnTo>
                  <a:pt x="25869" y="12192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92"/>
                </a:lnTo>
                <a:close/>
              </a:path>
              <a:path w="539115" h="233679">
                <a:moveTo>
                  <a:pt x="538899" y="12192"/>
                </a:moveTo>
                <a:lnTo>
                  <a:pt x="513016" y="12192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4664" y="3606888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5" h="233045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61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61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538899" y="12191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045">
                <a:moveTo>
                  <a:pt x="25869" y="207149"/>
                </a:moveTo>
                <a:lnTo>
                  <a:pt x="13690" y="207149"/>
                </a:lnTo>
                <a:lnTo>
                  <a:pt x="25869" y="220865"/>
                </a:lnTo>
                <a:lnTo>
                  <a:pt x="25869" y="207149"/>
                </a:lnTo>
                <a:close/>
              </a:path>
              <a:path w="539115" h="233045">
                <a:moveTo>
                  <a:pt x="513016" y="207149"/>
                </a:moveTo>
                <a:lnTo>
                  <a:pt x="25869" y="207149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7149"/>
                </a:lnTo>
                <a:close/>
              </a:path>
              <a:path w="539115" h="233045">
                <a:moveTo>
                  <a:pt x="513016" y="12191"/>
                </a:moveTo>
                <a:lnTo>
                  <a:pt x="513016" y="220865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91"/>
                </a:lnTo>
                <a:close/>
              </a:path>
              <a:path w="539115" h="233045">
                <a:moveTo>
                  <a:pt x="538899" y="207149"/>
                </a:moveTo>
                <a:lnTo>
                  <a:pt x="525195" y="207149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7149"/>
                </a:lnTo>
                <a:close/>
              </a:path>
              <a:path w="539115" h="233045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539115" h="233045">
                <a:moveTo>
                  <a:pt x="513016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91"/>
                </a:lnTo>
                <a:close/>
              </a:path>
              <a:path w="539115" h="233045">
                <a:moveTo>
                  <a:pt x="538899" y="12191"/>
                </a:moveTo>
                <a:lnTo>
                  <a:pt x="513016" y="12191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913333" y="3024683"/>
            <a:ext cx="299085" cy="7905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275" marR="5080" indent="-29209" algn="just">
              <a:lnSpc>
                <a:spcPct val="153300"/>
              </a:lnSpc>
              <a:spcBef>
                <a:spcPts val="50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reset  sw0  sw1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2916796" y="1395234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89" h="76200">
                <a:moveTo>
                  <a:pt x="211607" y="0"/>
                </a:moveTo>
                <a:lnTo>
                  <a:pt x="211607" y="76161"/>
                </a:lnTo>
                <a:lnTo>
                  <a:pt x="278582" y="42646"/>
                </a:lnTo>
                <a:lnTo>
                  <a:pt x="223773" y="42646"/>
                </a:lnTo>
                <a:lnTo>
                  <a:pt x="223773" y="33515"/>
                </a:lnTo>
                <a:lnTo>
                  <a:pt x="278604" y="33515"/>
                </a:lnTo>
                <a:lnTo>
                  <a:pt x="211607" y="0"/>
                </a:lnTo>
                <a:close/>
              </a:path>
              <a:path w="288289" h="76200">
                <a:moveTo>
                  <a:pt x="211607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211607" y="42646"/>
                </a:lnTo>
                <a:lnTo>
                  <a:pt x="211607" y="33515"/>
                </a:lnTo>
                <a:close/>
              </a:path>
              <a:path w="288289" h="76200">
                <a:moveTo>
                  <a:pt x="278604" y="33515"/>
                </a:moveTo>
                <a:lnTo>
                  <a:pt x="223773" y="33515"/>
                </a:lnTo>
                <a:lnTo>
                  <a:pt x="223773" y="42646"/>
                </a:lnTo>
                <a:lnTo>
                  <a:pt x="278582" y="42646"/>
                </a:lnTo>
                <a:lnTo>
                  <a:pt x="287718" y="38074"/>
                </a:lnTo>
                <a:lnTo>
                  <a:pt x="278604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511856" y="1326692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4" h="233044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49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49"/>
                </a:lnTo>
                <a:lnTo>
                  <a:pt x="538899" y="220852"/>
                </a:lnTo>
                <a:lnTo>
                  <a:pt x="25869" y="220852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538899" y="12179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4" h="233044">
                <a:moveTo>
                  <a:pt x="25869" y="207149"/>
                </a:moveTo>
                <a:lnTo>
                  <a:pt x="13690" y="207149"/>
                </a:lnTo>
                <a:lnTo>
                  <a:pt x="25869" y="220852"/>
                </a:lnTo>
                <a:lnTo>
                  <a:pt x="25869" y="207149"/>
                </a:lnTo>
                <a:close/>
              </a:path>
              <a:path w="539114" h="233044">
                <a:moveTo>
                  <a:pt x="513016" y="207149"/>
                </a:moveTo>
                <a:lnTo>
                  <a:pt x="25869" y="207149"/>
                </a:lnTo>
                <a:lnTo>
                  <a:pt x="25869" y="220852"/>
                </a:lnTo>
                <a:lnTo>
                  <a:pt x="513016" y="220852"/>
                </a:lnTo>
                <a:lnTo>
                  <a:pt x="513016" y="207149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513016" y="220852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207149"/>
                </a:moveTo>
                <a:lnTo>
                  <a:pt x="525195" y="207149"/>
                </a:lnTo>
                <a:lnTo>
                  <a:pt x="513016" y="220852"/>
                </a:lnTo>
                <a:lnTo>
                  <a:pt x="538899" y="220852"/>
                </a:lnTo>
                <a:lnTo>
                  <a:pt x="538899" y="207149"/>
                </a:lnTo>
                <a:close/>
              </a:path>
              <a:path w="539114" h="233044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12179"/>
                </a:moveTo>
                <a:lnTo>
                  <a:pt x="513016" y="12179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2659557" y="1069975"/>
            <a:ext cx="243840" cy="465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347266" y="1386090"/>
            <a:ext cx="289560" cy="76200"/>
          </a:xfrm>
          <a:custGeom>
            <a:avLst/>
            <a:gdLst/>
            <a:ahLst/>
            <a:cxnLst/>
            <a:rect l="l" t="t" r="r" b="b"/>
            <a:pathLst>
              <a:path w="289560" h="76200">
                <a:moveTo>
                  <a:pt x="213131" y="0"/>
                </a:moveTo>
                <a:lnTo>
                  <a:pt x="213131" y="76161"/>
                </a:lnTo>
                <a:lnTo>
                  <a:pt x="280103" y="42659"/>
                </a:lnTo>
                <a:lnTo>
                  <a:pt x="225310" y="42659"/>
                </a:lnTo>
                <a:lnTo>
                  <a:pt x="225310" y="33515"/>
                </a:lnTo>
                <a:lnTo>
                  <a:pt x="280106" y="33515"/>
                </a:lnTo>
                <a:lnTo>
                  <a:pt x="213131" y="0"/>
                </a:lnTo>
                <a:close/>
              </a:path>
              <a:path w="289560" h="76200">
                <a:moveTo>
                  <a:pt x="213131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213131" y="42659"/>
                </a:lnTo>
                <a:lnTo>
                  <a:pt x="213131" y="33515"/>
                </a:lnTo>
                <a:close/>
              </a:path>
              <a:path w="289560" h="76200">
                <a:moveTo>
                  <a:pt x="280106" y="33515"/>
                </a:moveTo>
                <a:lnTo>
                  <a:pt x="225310" y="33515"/>
                </a:lnTo>
                <a:lnTo>
                  <a:pt x="225310" y="42659"/>
                </a:lnTo>
                <a:lnTo>
                  <a:pt x="280103" y="42659"/>
                </a:lnTo>
                <a:lnTo>
                  <a:pt x="289242" y="38087"/>
                </a:lnTo>
                <a:lnTo>
                  <a:pt x="280106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347266" y="1629803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61"/>
                </a:lnTo>
                <a:lnTo>
                  <a:pt x="277058" y="42646"/>
                </a:lnTo>
                <a:lnTo>
                  <a:pt x="223786" y="42646"/>
                </a:lnTo>
                <a:lnTo>
                  <a:pt x="223786" y="33515"/>
                </a:lnTo>
                <a:lnTo>
                  <a:pt x="277080" y="33515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210083" y="42646"/>
                </a:lnTo>
                <a:lnTo>
                  <a:pt x="210083" y="33515"/>
                </a:lnTo>
                <a:close/>
              </a:path>
              <a:path w="286385" h="76200">
                <a:moveTo>
                  <a:pt x="277080" y="33515"/>
                </a:moveTo>
                <a:lnTo>
                  <a:pt x="223786" y="33515"/>
                </a:lnTo>
                <a:lnTo>
                  <a:pt x="223786" y="42646"/>
                </a:lnTo>
                <a:lnTo>
                  <a:pt x="277058" y="42646"/>
                </a:lnTo>
                <a:lnTo>
                  <a:pt x="286194" y="38074"/>
                </a:lnTo>
                <a:lnTo>
                  <a:pt x="277080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94664" y="1277950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5" h="233044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49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49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538899" y="12179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044">
                <a:moveTo>
                  <a:pt x="25869" y="207149"/>
                </a:moveTo>
                <a:lnTo>
                  <a:pt x="13690" y="207149"/>
                </a:lnTo>
                <a:lnTo>
                  <a:pt x="25869" y="220865"/>
                </a:lnTo>
                <a:lnTo>
                  <a:pt x="25869" y="207149"/>
                </a:lnTo>
                <a:close/>
              </a:path>
              <a:path w="539115" h="233044">
                <a:moveTo>
                  <a:pt x="513016" y="207149"/>
                </a:moveTo>
                <a:lnTo>
                  <a:pt x="25869" y="207149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7149"/>
                </a:lnTo>
                <a:close/>
              </a:path>
              <a:path w="539115" h="233044">
                <a:moveTo>
                  <a:pt x="513016" y="12179"/>
                </a:moveTo>
                <a:lnTo>
                  <a:pt x="513016" y="220865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79"/>
                </a:lnTo>
                <a:close/>
              </a:path>
              <a:path w="539115" h="233044">
                <a:moveTo>
                  <a:pt x="538899" y="207149"/>
                </a:moveTo>
                <a:lnTo>
                  <a:pt x="525195" y="207149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7149"/>
                </a:lnTo>
                <a:close/>
              </a:path>
              <a:path w="539115" h="233044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539115" h="233044">
                <a:moveTo>
                  <a:pt x="513016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79"/>
                </a:lnTo>
                <a:close/>
              </a:path>
              <a:path w="539115" h="233044">
                <a:moveTo>
                  <a:pt x="538899" y="12179"/>
                </a:moveTo>
                <a:lnTo>
                  <a:pt x="513016" y="12179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977823" y="1292707"/>
            <a:ext cx="1727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1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94664" y="1524698"/>
            <a:ext cx="539115" cy="234950"/>
          </a:xfrm>
          <a:custGeom>
            <a:avLst/>
            <a:gdLst/>
            <a:ahLst/>
            <a:cxnLst/>
            <a:rect l="l" t="t" r="r" b="b"/>
            <a:pathLst>
              <a:path w="539115" h="234950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85"/>
                </a:lnTo>
                <a:lnTo>
                  <a:pt x="6083" y="234581"/>
                </a:lnTo>
                <a:lnTo>
                  <a:pt x="532815" y="234581"/>
                </a:lnTo>
                <a:lnTo>
                  <a:pt x="538899" y="228485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86"/>
                </a:lnTo>
                <a:lnTo>
                  <a:pt x="25869" y="20868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15"/>
                </a:lnTo>
                <a:lnTo>
                  <a:pt x="538899" y="13715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4950">
                <a:moveTo>
                  <a:pt x="25869" y="208686"/>
                </a:moveTo>
                <a:lnTo>
                  <a:pt x="13690" y="208686"/>
                </a:lnTo>
                <a:lnTo>
                  <a:pt x="25869" y="220865"/>
                </a:lnTo>
                <a:lnTo>
                  <a:pt x="25869" y="208686"/>
                </a:lnTo>
                <a:close/>
              </a:path>
              <a:path w="539115" h="234950">
                <a:moveTo>
                  <a:pt x="513016" y="208686"/>
                </a:moveTo>
                <a:lnTo>
                  <a:pt x="25869" y="208686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86"/>
                </a:lnTo>
                <a:close/>
              </a:path>
              <a:path w="539115" h="234950">
                <a:moveTo>
                  <a:pt x="513016" y="13715"/>
                </a:moveTo>
                <a:lnTo>
                  <a:pt x="513016" y="220865"/>
                </a:lnTo>
                <a:lnTo>
                  <a:pt x="525195" y="208686"/>
                </a:lnTo>
                <a:lnTo>
                  <a:pt x="538899" y="208686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3715"/>
                </a:lnTo>
                <a:close/>
              </a:path>
              <a:path w="539115" h="234950">
                <a:moveTo>
                  <a:pt x="538899" y="208686"/>
                </a:moveTo>
                <a:lnTo>
                  <a:pt x="525195" y="208686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86"/>
                </a:lnTo>
                <a:close/>
              </a:path>
              <a:path w="539115" h="234950">
                <a:moveTo>
                  <a:pt x="25869" y="13715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15"/>
                </a:lnTo>
                <a:close/>
              </a:path>
              <a:path w="539115" h="234950">
                <a:moveTo>
                  <a:pt x="513016" y="13715"/>
                </a:moveTo>
                <a:lnTo>
                  <a:pt x="25869" y="13715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3715"/>
                </a:lnTo>
                <a:close/>
              </a:path>
              <a:path w="539115" h="234950">
                <a:moveTo>
                  <a:pt x="538899" y="13715"/>
                </a:moveTo>
                <a:lnTo>
                  <a:pt x="513016" y="13715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37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913333" y="1540243"/>
            <a:ext cx="2990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037228" y="1162189"/>
            <a:ext cx="2372360" cy="848994"/>
          </a:xfrm>
          <a:custGeom>
            <a:avLst/>
            <a:gdLst/>
            <a:ahLst/>
            <a:cxnLst/>
            <a:rect l="l" t="t" r="r" b="b"/>
            <a:pathLst>
              <a:path w="2372360" h="848994">
                <a:moveTo>
                  <a:pt x="2362669" y="38074"/>
                </a:moveTo>
                <a:lnTo>
                  <a:pt x="2362669" y="848410"/>
                </a:lnTo>
                <a:lnTo>
                  <a:pt x="2371801" y="848410"/>
                </a:lnTo>
                <a:lnTo>
                  <a:pt x="2371801" y="42646"/>
                </a:lnTo>
                <a:lnTo>
                  <a:pt x="2367229" y="42646"/>
                </a:lnTo>
                <a:lnTo>
                  <a:pt x="2362669" y="38074"/>
                </a:lnTo>
                <a:close/>
              </a:path>
              <a:path w="2372360" h="848994">
                <a:moveTo>
                  <a:pt x="76123" y="0"/>
                </a:moveTo>
                <a:lnTo>
                  <a:pt x="0" y="38074"/>
                </a:lnTo>
                <a:lnTo>
                  <a:pt x="76123" y="76161"/>
                </a:lnTo>
                <a:lnTo>
                  <a:pt x="76123" y="42646"/>
                </a:lnTo>
                <a:lnTo>
                  <a:pt x="63944" y="42646"/>
                </a:lnTo>
                <a:lnTo>
                  <a:pt x="63944" y="33502"/>
                </a:lnTo>
                <a:lnTo>
                  <a:pt x="76123" y="33502"/>
                </a:lnTo>
                <a:lnTo>
                  <a:pt x="76123" y="0"/>
                </a:lnTo>
                <a:close/>
              </a:path>
              <a:path w="2372360" h="848994">
                <a:moveTo>
                  <a:pt x="76123" y="33502"/>
                </a:moveTo>
                <a:lnTo>
                  <a:pt x="63944" y="33502"/>
                </a:lnTo>
                <a:lnTo>
                  <a:pt x="63944" y="42646"/>
                </a:lnTo>
                <a:lnTo>
                  <a:pt x="76123" y="42646"/>
                </a:lnTo>
                <a:lnTo>
                  <a:pt x="76123" y="33502"/>
                </a:lnTo>
                <a:close/>
              </a:path>
              <a:path w="2372360" h="848994">
                <a:moveTo>
                  <a:pt x="2370277" y="33502"/>
                </a:moveTo>
                <a:lnTo>
                  <a:pt x="76123" y="33502"/>
                </a:lnTo>
                <a:lnTo>
                  <a:pt x="76123" y="42646"/>
                </a:lnTo>
                <a:lnTo>
                  <a:pt x="2362669" y="42646"/>
                </a:lnTo>
                <a:lnTo>
                  <a:pt x="2362669" y="38074"/>
                </a:lnTo>
                <a:lnTo>
                  <a:pt x="2371801" y="38074"/>
                </a:lnTo>
                <a:lnTo>
                  <a:pt x="2371801" y="35026"/>
                </a:lnTo>
                <a:lnTo>
                  <a:pt x="2370277" y="33502"/>
                </a:lnTo>
                <a:close/>
              </a:path>
              <a:path w="2372360" h="848994">
                <a:moveTo>
                  <a:pt x="2371801" y="38074"/>
                </a:moveTo>
                <a:lnTo>
                  <a:pt x="2362669" y="38074"/>
                </a:lnTo>
                <a:lnTo>
                  <a:pt x="2367229" y="42646"/>
                </a:lnTo>
                <a:lnTo>
                  <a:pt x="2371801" y="42646"/>
                </a:lnTo>
                <a:lnTo>
                  <a:pt x="2371801" y="380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037228" y="1450073"/>
            <a:ext cx="1950720" cy="1310005"/>
          </a:xfrm>
          <a:custGeom>
            <a:avLst/>
            <a:gdLst/>
            <a:ahLst/>
            <a:cxnLst/>
            <a:rect l="l" t="t" r="r" b="b"/>
            <a:pathLst>
              <a:path w="1950720" h="1310005">
                <a:moveTo>
                  <a:pt x="1444701" y="38074"/>
                </a:moveTo>
                <a:lnTo>
                  <a:pt x="1444701" y="1308404"/>
                </a:lnTo>
                <a:lnTo>
                  <a:pt x="1447749" y="1309928"/>
                </a:lnTo>
                <a:lnTo>
                  <a:pt x="1950110" y="1309928"/>
                </a:lnTo>
                <a:lnTo>
                  <a:pt x="1950110" y="1305356"/>
                </a:lnTo>
                <a:lnTo>
                  <a:pt x="1455356" y="1305356"/>
                </a:lnTo>
                <a:lnTo>
                  <a:pt x="1450784" y="1300797"/>
                </a:lnTo>
                <a:lnTo>
                  <a:pt x="1455356" y="1300797"/>
                </a:lnTo>
                <a:lnTo>
                  <a:pt x="1455356" y="42646"/>
                </a:lnTo>
                <a:lnTo>
                  <a:pt x="1450784" y="42646"/>
                </a:lnTo>
                <a:lnTo>
                  <a:pt x="1444701" y="38074"/>
                </a:lnTo>
                <a:close/>
              </a:path>
              <a:path w="1950720" h="1310005">
                <a:moveTo>
                  <a:pt x="1455356" y="1300797"/>
                </a:moveTo>
                <a:lnTo>
                  <a:pt x="1450784" y="1300797"/>
                </a:lnTo>
                <a:lnTo>
                  <a:pt x="1455356" y="1305356"/>
                </a:lnTo>
                <a:lnTo>
                  <a:pt x="1455356" y="1300797"/>
                </a:lnTo>
                <a:close/>
              </a:path>
              <a:path w="1950720" h="1310005">
                <a:moveTo>
                  <a:pt x="1950110" y="1300797"/>
                </a:moveTo>
                <a:lnTo>
                  <a:pt x="1455356" y="1300797"/>
                </a:lnTo>
                <a:lnTo>
                  <a:pt x="1455356" y="1305356"/>
                </a:lnTo>
                <a:lnTo>
                  <a:pt x="1950110" y="1305356"/>
                </a:lnTo>
                <a:lnTo>
                  <a:pt x="1950110" y="1300797"/>
                </a:lnTo>
                <a:close/>
              </a:path>
              <a:path w="1950720" h="1310005">
                <a:moveTo>
                  <a:pt x="76123" y="0"/>
                </a:moveTo>
                <a:lnTo>
                  <a:pt x="0" y="38074"/>
                </a:lnTo>
                <a:lnTo>
                  <a:pt x="76123" y="76149"/>
                </a:lnTo>
                <a:lnTo>
                  <a:pt x="76123" y="42646"/>
                </a:lnTo>
                <a:lnTo>
                  <a:pt x="63944" y="42646"/>
                </a:lnTo>
                <a:lnTo>
                  <a:pt x="63944" y="33502"/>
                </a:lnTo>
                <a:lnTo>
                  <a:pt x="76123" y="33502"/>
                </a:lnTo>
                <a:lnTo>
                  <a:pt x="76123" y="0"/>
                </a:lnTo>
                <a:close/>
              </a:path>
              <a:path w="1950720" h="1310005">
                <a:moveTo>
                  <a:pt x="76123" y="33502"/>
                </a:moveTo>
                <a:lnTo>
                  <a:pt x="63944" y="33502"/>
                </a:lnTo>
                <a:lnTo>
                  <a:pt x="63944" y="42646"/>
                </a:lnTo>
                <a:lnTo>
                  <a:pt x="76123" y="42646"/>
                </a:lnTo>
                <a:lnTo>
                  <a:pt x="76123" y="33502"/>
                </a:lnTo>
                <a:close/>
              </a:path>
              <a:path w="1950720" h="1310005">
                <a:moveTo>
                  <a:pt x="1452308" y="33502"/>
                </a:moveTo>
                <a:lnTo>
                  <a:pt x="76123" y="33502"/>
                </a:lnTo>
                <a:lnTo>
                  <a:pt x="76123" y="42646"/>
                </a:lnTo>
                <a:lnTo>
                  <a:pt x="1444701" y="42646"/>
                </a:lnTo>
                <a:lnTo>
                  <a:pt x="1444701" y="38074"/>
                </a:lnTo>
                <a:lnTo>
                  <a:pt x="1455356" y="38074"/>
                </a:lnTo>
                <a:lnTo>
                  <a:pt x="1455356" y="35026"/>
                </a:lnTo>
                <a:lnTo>
                  <a:pt x="1452308" y="33502"/>
                </a:lnTo>
                <a:close/>
              </a:path>
              <a:path w="1950720" h="1310005">
                <a:moveTo>
                  <a:pt x="1455356" y="38074"/>
                </a:moveTo>
                <a:lnTo>
                  <a:pt x="1444701" y="38074"/>
                </a:lnTo>
                <a:lnTo>
                  <a:pt x="1450784" y="42646"/>
                </a:lnTo>
                <a:lnTo>
                  <a:pt x="1455356" y="42646"/>
                </a:lnTo>
                <a:lnTo>
                  <a:pt x="1455356" y="380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975992" y="2015172"/>
            <a:ext cx="1192530" cy="327660"/>
          </a:xfrm>
          <a:custGeom>
            <a:avLst/>
            <a:gdLst/>
            <a:ahLst/>
            <a:cxnLst/>
            <a:rect l="l" t="t" r="r" b="b"/>
            <a:pathLst>
              <a:path w="1192530" h="327660">
                <a:moveTo>
                  <a:pt x="9131" y="94437"/>
                </a:moveTo>
                <a:lnTo>
                  <a:pt x="0" y="94437"/>
                </a:lnTo>
                <a:lnTo>
                  <a:pt x="0" y="324434"/>
                </a:lnTo>
                <a:lnTo>
                  <a:pt x="3048" y="327482"/>
                </a:lnTo>
                <a:lnTo>
                  <a:pt x="841844" y="327482"/>
                </a:lnTo>
                <a:lnTo>
                  <a:pt x="843368" y="324434"/>
                </a:lnTo>
                <a:lnTo>
                  <a:pt x="843368" y="322910"/>
                </a:lnTo>
                <a:lnTo>
                  <a:pt x="9131" y="322910"/>
                </a:lnTo>
                <a:lnTo>
                  <a:pt x="4559" y="318338"/>
                </a:lnTo>
                <a:lnTo>
                  <a:pt x="9131" y="318338"/>
                </a:lnTo>
                <a:lnTo>
                  <a:pt x="9131" y="94437"/>
                </a:lnTo>
                <a:close/>
              </a:path>
              <a:path w="1192530" h="327660">
                <a:moveTo>
                  <a:pt x="9131" y="318338"/>
                </a:moveTo>
                <a:lnTo>
                  <a:pt x="4559" y="318338"/>
                </a:lnTo>
                <a:lnTo>
                  <a:pt x="9131" y="322910"/>
                </a:lnTo>
                <a:lnTo>
                  <a:pt x="9131" y="318338"/>
                </a:lnTo>
                <a:close/>
              </a:path>
              <a:path w="1192530" h="327660">
                <a:moveTo>
                  <a:pt x="834237" y="318338"/>
                </a:moveTo>
                <a:lnTo>
                  <a:pt x="9131" y="318338"/>
                </a:lnTo>
                <a:lnTo>
                  <a:pt x="9131" y="322910"/>
                </a:lnTo>
                <a:lnTo>
                  <a:pt x="834237" y="322910"/>
                </a:lnTo>
                <a:lnTo>
                  <a:pt x="834237" y="318338"/>
                </a:lnTo>
                <a:close/>
              </a:path>
              <a:path w="1192530" h="327660">
                <a:moveTo>
                  <a:pt x="1115872" y="33502"/>
                </a:moveTo>
                <a:lnTo>
                  <a:pt x="835761" y="33502"/>
                </a:lnTo>
                <a:lnTo>
                  <a:pt x="834237" y="35026"/>
                </a:lnTo>
                <a:lnTo>
                  <a:pt x="834237" y="322910"/>
                </a:lnTo>
                <a:lnTo>
                  <a:pt x="838809" y="318338"/>
                </a:lnTo>
                <a:lnTo>
                  <a:pt x="843368" y="318338"/>
                </a:lnTo>
                <a:lnTo>
                  <a:pt x="843368" y="42646"/>
                </a:lnTo>
                <a:lnTo>
                  <a:pt x="838809" y="42646"/>
                </a:lnTo>
                <a:lnTo>
                  <a:pt x="843368" y="38074"/>
                </a:lnTo>
                <a:lnTo>
                  <a:pt x="1115872" y="38074"/>
                </a:lnTo>
                <a:lnTo>
                  <a:pt x="1115872" y="33502"/>
                </a:lnTo>
                <a:close/>
              </a:path>
              <a:path w="1192530" h="327660">
                <a:moveTo>
                  <a:pt x="843368" y="318338"/>
                </a:moveTo>
                <a:lnTo>
                  <a:pt x="838809" y="318338"/>
                </a:lnTo>
                <a:lnTo>
                  <a:pt x="834237" y="322910"/>
                </a:lnTo>
                <a:lnTo>
                  <a:pt x="843368" y="322910"/>
                </a:lnTo>
                <a:lnTo>
                  <a:pt x="843368" y="318338"/>
                </a:lnTo>
                <a:close/>
              </a:path>
              <a:path w="1192530" h="327660">
                <a:moveTo>
                  <a:pt x="1115872" y="0"/>
                </a:moveTo>
                <a:lnTo>
                  <a:pt x="1115872" y="76149"/>
                </a:lnTo>
                <a:lnTo>
                  <a:pt x="1182844" y="42646"/>
                </a:lnTo>
                <a:lnTo>
                  <a:pt x="1128052" y="42646"/>
                </a:lnTo>
                <a:lnTo>
                  <a:pt x="1128052" y="33502"/>
                </a:lnTo>
                <a:lnTo>
                  <a:pt x="1182844" y="33502"/>
                </a:lnTo>
                <a:lnTo>
                  <a:pt x="1115872" y="0"/>
                </a:lnTo>
                <a:close/>
              </a:path>
              <a:path w="1192530" h="327660">
                <a:moveTo>
                  <a:pt x="843368" y="38074"/>
                </a:moveTo>
                <a:lnTo>
                  <a:pt x="838809" y="42646"/>
                </a:lnTo>
                <a:lnTo>
                  <a:pt x="843368" y="42646"/>
                </a:lnTo>
                <a:lnTo>
                  <a:pt x="843368" y="38074"/>
                </a:lnTo>
                <a:close/>
              </a:path>
              <a:path w="1192530" h="327660">
                <a:moveTo>
                  <a:pt x="1115872" y="38074"/>
                </a:moveTo>
                <a:lnTo>
                  <a:pt x="843368" y="38074"/>
                </a:lnTo>
                <a:lnTo>
                  <a:pt x="843368" y="42646"/>
                </a:lnTo>
                <a:lnTo>
                  <a:pt x="1115872" y="42646"/>
                </a:lnTo>
                <a:lnTo>
                  <a:pt x="1115872" y="38074"/>
                </a:lnTo>
                <a:close/>
              </a:path>
              <a:path w="1192530" h="327660">
                <a:moveTo>
                  <a:pt x="1182844" y="33502"/>
                </a:moveTo>
                <a:lnTo>
                  <a:pt x="1128052" y="33502"/>
                </a:lnTo>
                <a:lnTo>
                  <a:pt x="1128052" y="42646"/>
                </a:lnTo>
                <a:lnTo>
                  <a:pt x="1182844" y="42646"/>
                </a:lnTo>
                <a:lnTo>
                  <a:pt x="1191983" y="38074"/>
                </a:lnTo>
                <a:lnTo>
                  <a:pt x="1182844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>
            <a:spLocks noGrp="1"/>
          </p:cNvSpPr>
          <p:nvPr>
            <p:ph type="title"/>
          </p:nvPr>
        </p:nvSpPr>
        <p:spPr>
          <a:xfrm>
            <a:off x="872020" y="259105"/>
            <a:ext cx="6024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Times New Roman"/>
                <a:cs typeface="Times New Roman"/>
              </a:rPr>
              <a:t>Example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7072769" y="5536768"/>
            <a:ext cx="1132840" cy="1389380"/>
          </a:xfrm>
          <a:custGeom>
            <a:avLst/>
            <a:gdLst/>
            <a:ahLst/>
            <a:cxnLst/>
            <a:rect l="l" t="t" r="r" b="b"/>
            <a:pathLst>
              <a:path w="1132840" h="1389379">
                <a:moveTo>
                  <a:pt x="1132611" y="0"/>
                </a:moveTo>
                <a:lnTo>
                  <a:pt x="0" y="0"/>
                </a:lnTo>
                <a:lnTo>
                  <a:pt x="0" y="1389138"/>
                </a:lnTo>
                <a:lnTo>
                  <a:pt x="1132611" y="1389138"/>
                </a:lnTo>
                <a:lnTo>
                  <a:pt x="1132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059066" y="5524576"/>
            <a:ext cx="1158875" cy="1413510"/>
          </a:xfrm>
          <a:custGeom>
            <a:avLst/>
            <a:gdLst/>
            <a:ahLst/>
            <a:cxnLst/>
            <a:rect l="l" t="t" r="r" b="b"/>
            <a:pathLst>
              <a:path w="1158875" h="1413509">
                <a:moveTo>
                  <a:pt x="1152410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1407414"/>
                </a:lnTo>
                <a:lnTo>
                  <a:pt x="6083" y="1413510"/>
                </a:lnTo>
                <a:lnTo>
                  <a:pt x="1152410" y="1413510"/>
                </a:lnTo>
                <a:lnTo>
                  <a:pt x="1158494" y="1407414"/>
                </a:lnTo>
                <a:lnTo>
                  <a:pt x="1158494" y="1401330"/>
                </a:lnTo>
                <a:lnTo>
                  <a:pt x="25882" y="1401330"/>
                </a:lnTo>
                <a:lnTo>
                  <a:pt x="13703" y="1387614"/>
                </a:lnTo>
                <a:lnTo>
                  <a:pt x="25882" y="1387614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92"/>
                </a:lnTo>
                <a:lnTo>
                  <a:pt x="1158494" y="12192"/>
                </a:lnTo>
                <a:lnTo>
                  <a:pt x="1158494" y="6096"/>
                </a:lnTo>
                <a:lnTo>
                  <a:pt x="1152410" y="0"/>
                </a:lnTo>
                <a:close/>
              </a:path>
              <a:path w="1158875" h="1413509">
                <a:moveTo>
                  <a:pt x="25882" y="1387614"/>
                </a:moveTo>
                <a:lnTo>
                  <a:pt x="13703" y="1387614"/>
                </a:lnTo>
                <a:lnTo>
                  <a:pt x="25882" y="1401330"/>
                </a:lnTo>
                <a:lnTo>
                  <a:pt x="25882" y="1387614"/>
                </a:lnTo>
                <a:close/>
              </a:path>
              <a:path w="1158875" h="1413509">
                <a:moveTo>
                  <a:pt x="1132611" y="1387614"/>
                </a:moveTo>
                <a:lnTo>
                  <a:pt x="25882" y="1387614"/>
                </a:lnTo>
                <a:lnTo>
                  <a:pt x="25882" y="1401330"/>
                </a:lnTo>
                <a:lnTo>
                  <a:pt x="1132611" y="1401330"/>
                </a:lnTo>
                <a:lnTo>
                  <a:pt x="1132611" y="1387614"/>
                </a:lnTo>
                <a:close/>
              </a:path>
              <a:path w="1158875" h="1413509">
                <a:moveTo>
                  <a:pt x="1132611" y="12192"/>
                </a:moveTo>
                <a:lnTo>
                  <a:pt x="1132611" y="1401330"/>
                </a:lnTo>
                <a:lnTo>
                  <a:pt x="1146314" y="1387614"/>
                </a:lnTo>
                <a:lnTo>
                  <a:pt x="1158494" y="1387614"/>
                </a:lnTo>
                <a:lnTo>
                  <a:pt x="1158494" y="25895"/>
                </a:lnTo>
                <a:lnTo>
                  <a:pt x="1146314" y="25895"/>
                </a:lnTo>
                <a:lnTo>
                  <a:pt x="1132611" y="12192"/>
                </a:lnTo>
                <a:close/>
              </a:path>
              <a:path w="1158875" h="1413509">
                <a:moveTo>
                  <a:pt x="1158494" y="1387614"/>
                </a:moveTo>
                <a:lnTo>
                  <a:pt x="1146314" y="1387614"/>
                </a:lnTo>
                <a:lnTo>
                  <a:pt x="1132611" y="1401330"/>
                </a:lnTo>
                <a:lnTo>
                  <a:pt x="1158494" y="1401330"/>
                </a:lnTo>
                <a:lnTo>
                  <a:pt x="1158494" y="1387614"/>
                </a:lnTo>
                <a:close/>
              </a:path>
              <a:path w="1158875" h="1413509">
                <a:moveTo>
                  <a:pt x="25882" y="12192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92"/>
                </a:lnTo>
                <a:close/>
              </a:path>
              <a:path w="1158875" h="1413509">
                <a:moveTo>
                  <a:pt x="1132611" y="12192"/>
                </a:moveTo>
                <a:lnTo>
                  <a:pt x="25882" y="12192"/>
                </a:lnTo>
                <a:lnTo>
                  <a:pt x="25882" y="25895"/>
                </a:lnTo>
                <a:lnTo>
                  <a:pt x="1132611" y="25895"/>
                </a:lnTo>
                <a:lnTo>
                  <a:pt x="1132611" y="12192"/>
                </a:lnTo>
                <a:close/>
              </a:path>
              <a:path w="1158875" h="1413509">
                <a:moveTo>
                  <a:pt x="1158494" y="12192"/>
                </a:moveTo>
                <a:lnTo>
                  <a:pt x="1132611" y="12192"/>
                </a:lnTo>
                <a:lnTo>
                  <a:pt x="1146314" y="25895"/>
                </a:lnTo>
                <a:lnTo>
                  <a:pt x="1158494" y="25895"/>
                </a:lnTo>
                <a:lnTo>
                  <a:pt x="1158494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7193064" y="5661697"/>
            <a:ext cx="8921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 </a:t>
            </a: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Mode  </a:t>
            </a:r>
            <a:r>
              <a:rPr sz="18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ec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tion 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변경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681520" y="5465178"/>
            <a:ext cx="391795" cy="804545"/>
          </a:xfrm>
          <a:custGeom>
            <a:avLst/>
            <a:gdLst/>
            <a:ahLst/>
            <a:cxnLst/>
            <a:rect l="l" t="t" r="r" b="b"/>
            <a:pathLst>
              <a:path w="391795" h="804545">
                <a:moveTo>
                  <a:pt x="315125" y="728078"/>
                </a:moveTo>
                <a:lnTo>
                  <a:pt x="315125" y="804240"/>
                </a:lnTo>
                <a:lnTo>
                  <a:pt x="382110" y="770724"/>
                </a:lnTo>
                <a:lnTo>
                  <a:pt x="327304" y="770724"/>
                </a:lnTo>
                <a:lnTo>
                  <a:pt x="327304" y="761580"/>
                </a:lnTo>
                <a:lnTo>
                  <a:pt x="382107" y="761580"/>
                </a:lnTo>
                <a:lnTo>
                  <a:pt x="315125" y="728078"/>
                </a:lnTo>
                <a:close/>
              </a:path>
              <a:path w="391795" h="804545">
                <a:moveTo>
                  <a:pt x="9143" y="0"/>
                </a:moveTo>
                <a:lnTo>
                  <a:pt x="0" y="0"/>
                </a:lnTo>
                <a:lnTo>
                  <a:pt x="0" y="769200"/>
                </a:lnTo>
                <a:lnTo>
                  <a:pt x="1524" y="770724"/>
                </a:lnTo>
                <a:lnTo>
                  <a:pt x="315125" y="770724"/>
                </a:lnTo>
                <a:lnTo>
                  <a:pt x="315125" y="766152"/>
                </a:lnTo>
                <a:lnTo>
                  <a:pt x="9143" y="766152"/>
                </a:lnTo>
                <a:lnTo>
                  <a:pt x="4572" y="761580"/>
                </a:lnTo>
                <a:lnTo>
                  <a:pt x="9143" y="761580"/>
                </a:lnTo>
                <a:lnTo>
                  <a:pt x="9143" y="0"/>
                </a:lnTo>
                <a:close/>
              </a:path>
              <a:path w="391795" h="804545">
                <a:moveTo>
                  <a:pt x="382107" y="761580"/>
                </a:moveTo>
                <a:lnTo>
                  <a:pt x="327304" y="761580"/>
                </a:lnTo>
                <a:lnTo>
                  <a:pt x="327304" y="770724"/>
                </a:lnTo>
                <a:lnTo>
                  <a:pt x="382110" y="770724"/>
                </a:lnTo>
                <a:lnTo>
                  <a:pt x="391248" y="766152"/>
                </a:lnTo>
                <a:lnTo>
                  <a:pt x="382107" y="761580"/>
                </a:lnTo>
                <a:close/>
              </a:path>
              <a:path w="391795" h="804545">
                <a:moveTo>
                  <a:pt x="9143" y="761580"/>
                </a:moveTo>
                <a:lnTo>
                  <a:pt x="4572" y="761580"/>
                </a:lnTo>
                <a:lnTo>
                  <a:pt x="9143" y="766152"/>
                </a:lnTo>
                <a:lnTo>
                  <a:pt x="9143" y="761580"/>
                </a:lnTo>
                <a:close/>
              </a:path>
              <a:path w="391795" h="804545">
                <a:moveTo>
                  <a:pt x="315125" y="761580"/>
                </a:moveTo>
                <a:lnTo>
                  <a:pt x="9143" y="761580"/>
                </a:lnTo>
                <a:lnTo>
                  <a:pt x="9143" y="766152"/>
                </a:lnTo>
                <a:lnTo>
                  <a:pt x="315125" y="766152"/>
                </a:lnTo>
                <a:lnTo>
                  <a:pt x="315125" y="7615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7745234" y="366738"/>
            <a:ext cx="209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igital_Clo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k_Exa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_0.xpr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498668" y="4088219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76682"/>
                </a:lnTo>
                <a:lnTo>
                  <a:pt x="6096" y="181254"/>
                </a:lnTo>
                <a:lnTo>
                  <a:pt x="701801" y="181254"/>
                </a:lnTo>
                <a:lnTo>
                  <a:pt x="707885" y="176682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6883"/>
                </a:lnTo>
                <a:lnTo>
                  <a:pt x="25882" y="156883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707885" y="13703"/>
                </a:lnTo>
                <a:lnTo>
                  <a:pt x="707885" y="6096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6883"/>
                </a:moveTo>
                <a:lnTo>
                  <a:pt x="12179" y="156883"/>
                </a:lnTo>
                <a:lnTo>
                  <a:pt x="25882" y="169075"/>
                </a:lnTo>
                <a:lnTo>
                  <a:pt x="25882" y="156883"/>
                </a:lnTo>
                <a:close/>
              </a:path>
              <a:path w="708025" h="181610">
                <a:moveTo>
                  <a:pt x="682015" y="156883"/>
                </a:moveTo>
                <a:lnTo>
                  <a:pt x="25882" y="156883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6883"/>
                </a:lnTo>
                <a:close/>
              </a:path>
              <a:path w="708025" h="181610">
                <a:moveTo>
                  <a:pt x="682015" y="13703"/>
                </a:moveTo>
                <a:lnTo>
                  <a:pt x="682015" y="169075"/>
                </a:lnTo>
                <a:lnTo>
                  <a:pt x="694194" y="156883"/>
                </a:lnTo>
                <a:lnTo>
                  <a:pt x="707885" y="156883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3703"/>
                </a:lnTo>
                <a:close/>
              </a:path>
              <a:path w="708025" h="181610">
                <a:moveTo>
                  <a:pt x="707885" y="156883"/>
                </a:moveTo>
                <a:lnTo>
                  <a:pt x="694194" y="156883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6883"/>
                </a:lnTo>
                <a:close/>
              </a:path>
              <a:path w="708025" h="18161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08025" h="181610">
                <a:moveTo>
                  <a:pt x="682015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3703"/>
                </a:lnTo>
                <a:close/>
              </a:path>
              <a:path w="708025" h="181610">
                <a:moveTo>
                  <a:pt x="707885" y="13703"/>
                </a:moveTo>
                <a:lnTo>
                  <a:pt x="682015" y="13703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498668" y="4336491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9075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498668" y="4557356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75171"/>
                </a:lnTo>
                <a:lnTo>
                  <a:pt x="6096" y="181254"/>
                </a:lnTo>
                <a:lnTo>
                  <a:pt x="701801" y="181254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59"/>
                </a:lnTo>
                <a:lnTo>
                  <a:pt x="25882" y="155359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707885" y="12179"/>
                </a:lnTo>
                <a:lnTo>
                  <a:pt x="707885" y="6096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59"/>
                </a:moveTo>
                <a:lnTo>
                  <a:pt x="12179" y="155359"/>
                </a:lnTo>
                <a:lnTo>
                  <a:pt x="25882" y="169075"/>
                </a:lnTo>
                <a:lnTo>
                  <a:pt x="25882" y="155359"/>
                </a:lnTo>
                <a:close/>
              </a:path>
              <a:path w="708025" h="181610">
                <a:moveTo>
                  <a:pt x="682015" y="155359"/>
                </a:moveTo>
                <a:lnTo>
                  <a:pt x="25882" y="155359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59"/>
                </a:lnTo>
                <a:close/>
              </a:path>
              <a:path w="708025" h="181610">
                <a:moveTo>
                  <a:pt x="682015" y="12179"/>
                </a:moveTo>
                <a:lnTo>
                  <a:pt x="682015" y="169075"/>
                </a:lnTo>
                <a:lnTo>
                  <a:pt x="694194" y="155359"/>
                </a:lnTo>
                <a:lnTo>
                  <a:pt x="707885" y="155359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2179"/>
                </a:lnTo>
                <a:close/>
              </a:path>
              <a:path w="708025" h="181610">
                <a:moveTo>
                  <a:pt x="707885" y="155359"/>
                </a:moveTo>
                <a:lnTo>
                  <a:pt x="694194" y="155359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59"/>
                </a:lnTo>
                <a:close/>
              </a:path>
              <a:path w="708025" h="181610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708025" h="181610">
                <a:moveTo>
                  <a:pt x="682015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2179"/>
                </a:lnTo>
                <a:close/>
              </a:path>
              <a:path w="708025" h="181610">
                <a:moveTo>
                  <a:pt x="707885" y="12179"/>
                </a:moveTo>
                <a:lnTo>
                  <a:pt x="682015" y="12179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498668" y="4761458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7551"/>
                </a:lnTo>
                <a:lnTo>
                  <a:pt x="25882" y="167551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7551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7551"/>
                </a:lnTo>
                <a:lnTo>
                  <a:pt x="682015" y="167551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7551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7551"/>
                </a:lnTo>
                <a:lnTo>
                  <a:pt x="707885" y="167551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498668" y="4977752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9075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498668" y="5180342"/>
            <a:ext cx="708025" cy="182880"/>
          </a:xfrm>
          <a:custGeom>
            <a:avLst/>
            <a:gdLst/>
            <a:ahLst/>
            <a:cxnLst/>
            <a:rect l="l" t="t" r="r" b="b"/>
            <a:pathLst>
              <a:path w="708025" h="182879">
                <a:moveTo>
                  <a:pt x="701801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176682"/>
                </a:lnTo>
                <a:lnTo>
                  <a:pt x="6096" y="182778"/>
                </a:lnTo>
                <a:lnTo>
                  <a:pt x="701801" y="182778"/>
                </a:lnTo>
                <a:lnTo>
                  <a:pt x="707885" y="176682"/>
                </a:lnTo>
                <a:lnTo>
                  <a:pt x="707885" y="169062"/>
                </a:lnTo>
                <a:lnTo>
                  <a:pt x="25882" y="169062"/>
                </a:lnTo>
                <a:lnTo>
                  <a:pt x="12179" y="156883"/>
                </a:lnTo>
                <a:lnTo>
                  <a:pt x="25882" y="156883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707885" y="13703"/>
                </a:lnTo>
                <a:lnTo>
                  <a:pt x="707885" y="6083"/>
                </a:lnTo>
                <a:lnTo>
                  <a:pt x="701801" y="0"/>
                </a:lnTo>
                <a:close/>
              </a:path>
              <a:path w="708025" h="182879">
                <a:moveTo>
                  <a:pt x="25882" y="156883"/>
                </a:moveTo>
                <a:lnTo>
                  <a:pt x="12179" y="156883"/>
                </a:lnTo>
                <a:lnTo>
                  <a:pt x="25882" y="169062"/>
                </a:lnTo>
                <a:lnTo>
                  <a:pt x="25882" y="156883"/>
                </a:lnTo>
                <a:close/>
              </a:path>
              <a:path w="708025" h="182879">
                <a:moveTo>
                  <a:pt x="682015" y="156883"/>
                </a:moveTo>
                <a:lnTo>
                  <a:pt x="25882" y="156883"/>
                </a:lnTo>
                <a:lnTo>
                  <a:pt x="25882" y="169062"/>
                </a:lnTo>
                <a:lnTo>
                  <a:pt x="682015" y="169062"/>
                </a:lnTo>
                <a:lnTo>
                  <a:pt x="682015" y="156883"/>
                </a:lnTo>
                <a:close/>
              </a:path>
              <a:path w="708025" h="182879">
                <a:moveTo>
                  <a:pt x="682015" y="13703"/>
                </a:moveTo>
                <a:lnTo>
                  <a:pt x="682015" y="169062"/>
                </a:lnTo>
                <a:lnTo>
                  <a:pt x="694194" y="156883"/>
                </a:lnTo>
                <a:lnTo>
                  <a:pt x="707885" y="156883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3703"/>
                </a:lnTo>
                <a:close/>
              </a:path>
              <a:path w="708025" h="182879">
                <a:moveTo>
                  <a:pt x="707885" y="156883"/>
                </a:moveTo>
                <a:lnTo>
                  <a:pt x="694194" y="156883"/>
                </a:lnTo>
                <a:lnTo>
                  <a:pt x="682015" y="169062"/>
                </a:lnTo>
                <a:lnTo>
                  <a:pt x="707885" y="169062"/>
                </a:lnTo>
                <a:lnTo>
                  <a:pt x="707885" y="156883"/>
                </a:lnTo>
                <a:close/>
              </a:path>
              <a:path w="708025" h="182879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08025" h="182879">
                <a:moveTo>
                  <a:pt x="682015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3703"/>
                </a:lnTo>
                <a:close/>
              </a:path>
              <a:path w="708025" h="182879">
                <a:moveTo>
                  <a:pt x="707885" y="13703"/>
                </a:moveTo>
                <a:lnTo>
                  <a:pt x="682015" y="13703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5611304" y="3998201"/>
            <a:ext cx="480059" cy="13658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5"/>
              </a:spcBef>
            </a:pP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hour</a:t>
            </a:r>
            <a:r>
              <a:rPr sz="11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  <a:p>
            <a:pPr marL="40005" marR="32384" indent="6985" algn="just">
              <a:lnSpc>
                <a:spcPct val="127499"/>
              </a:lnSpc>
              <a:spcBef>
                <a:spcPts val="270"/>
              </a:spcBef>
            </a:pP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hour</a:t>
            </a:r>
            <a:r>
              <a:rPr sz="11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  </a:t>
            </a:r>
            <a:r>
              <a:rPr sz="11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min</a:t>
            </a:r>
            <a:r>
              <a:rPr sz="1100" b="1" i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  </a:t>
            </a:r>
            <a:r>
              <a:rPr sz="11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min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  sec</a:t>
            </a:r>
            <a:r>
              <a:rPr sz="11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  <a:p>
            <a:pPr marL="97790" algn="just">
              <a:lnSpc>
                <a:spcPct val="100000"/>
              </a:lnSpc>
              <a:spcBef>
                <a:spcPts val="280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sec</a:t>
            </a:r>
            <a:r>
              <a:rPr sz="1100" b="1" i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8374367" y="5276303"/>
            <a:ext cx="1334135" cy="278765"/>
          </a:xfrm>
          <a:custGeom>
            <a:avLst/>
            <a:gdLst/>
            <a:ahLst/>
            <a:cxnLst/>
            <a:rect l="l" t="t" r="r" b="b"/>
            <a:pathLst>
              <a:path w="1334134" h="278764">
                <a:moveTo>
                  <a:pt x="1327467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272643"/>
                </a:lnTo>
                <a:lnTo>
                  <a:pt x="6083" y="278739"/>
                </a:lnTo>
                <a:lnTo>
                  <a:pt x="1327467" y="278739"/>
                </a:lnTo>
                <a:lnTo>
                  <a:pt x="1333563" y="272643"/>
                </a:lnTo>
                <a:lnTo>
                  <a:pt x="1333563" y="265023"/>
                </a:lnTo>
                <a:lnTo>
                  <a:pt x="25869" y="265023"/>
                </a:lnTo>
                <a:lnTo>
                  <a:pt x="13690" y="252844"/>
                </a:lnTo>
                <a:lnTo>
                  <a:pt x="25869" y="252844"/>
                </a:lnTo>
                <a:lnTo>
                  <a:pt x="25869" y="25882"/>
                </a:lnTo>
                <a:lnTo>
                  <a:pt x="13690" y="25882"/>
                </a:lnTo>
                <a:lnTo>
                  <a:pt x="25869" y="13703"/>
                </a:lnTo>
                <a:lnTo>
                  <a:pt x="1333563" y="13703"/>
                </a:lnTo>
                <a:lnTo>
                  <a:pt x="1333563" y="6083"/>
                </a:lnTo>
                <a:lnTo>
                  <a:pt x="1327467" y="0"/>
                </a:lnTo>
                <a:close/>
              </a:path>
              <a:path w="1334134" h="278764">
                <a:moveTo>
                  <a:pt x="25869" y="252844"/>
                </a:moveTo>
                <a:lnTo>
                  <a:pt x="13690" y="252844"/>
                </a:lnTo>
                <a:lnTo>
                  <a:pt x="25869" y="265023"/>
                </a:lnTo>
                <a:lnTo>
                  <a:pt x="25869" y="252844"/>
                </a:lnTo>
                <a:close/>
              </a:path>
              <a:path w="1334134" h="278764">
                <a:moveTo>
                  <a:pt x="1307680" y="252844"/>
                </a:moveTo>
                <a:lnTo>
                  <a:pt x="25869" y="252844"/>
                </a:lnTo>
                <a:lnTo>
                  <a:pt x="25869" y="265023"/>
                </a:lnTo>
                <a:lnTo>
                  <a:pt x="1307680" y="265023"/>
                </a:lnTo>
                <a:lnTo>
                  <a:pt x="1307680" y="252844"/>
                </a:lnTo>
                <a:close/>
              </a:path>
              <a:path w="1334134" h="278764">
                <a:moveTo>
                  <a:pt x="1307680" y="13703"/>
                </a:moveTo>
                <a:lnTo>
                  <a:pt x="1307680" y="265023"/>
                </a:lnTo>
                <a:lnTo>
                  <a:pt x="1321384" y="252844"/>
                </a:lnTo>
                <a:lnTo>
                  <a:pt x="1333563" y="252844"/>
                </a:lnTo>
                <a:lnTo>
                  <a:pt x="1333563" y="25882"/>
                </a:lnTo>
                <a:lnTo>
                  <a:pt x="1321384" y="25882"/>
                </a:lnTo>
                <a:lnTo>
                  <a:pt x="1307680" y="13703"/>
                </a:lnTo>
                <a:close/>
              </a:path>
              <a:path w="1334134" h="278764">
                <a:moveTo>
                  <a:pt x="1333563" y="252844"/>
                </a:moveTo>
                <a:lnTo>
                  <a:pt x="1321384" y="252844"/>
                </a:lnTo>
                <a:lnTo>
                  <a:pt x="1307680" y="265023"/>
                </a:lnTo>
                <a:lnTo>
                  <a:pt x="1333563" y="265023"/>
                </a:lnTo>
                <a:lnTo>
                  <a:pt x="1333563" y="252844"/>
                </a:lnTo>
                <a:close/>
              </a:path>
              <a:path w="1334134" h="278764">
                <a:moveTo>
                  <a:pt x="25869" y="13703"/>
                </a:moveTo>
                <a:lnTo>
                  <a:pt x="13690" y="25882"/>
                </a:lnTo>
                <a:lnTo>
                  <a:pt x="25869" y="25882"/>
                </a:lnTo>
                <a:lnTo>
                  <a:pt x="25869" y="13703"/>
                </a:lnTo>
                <a:close/>
              </a:path>
              <a:path w="1334134" h="278764">
                <a:moveTo>
                  <a:pt x="1307680" y="13703"/>
                </a:moveTo>
                <a:lnTo>
                  <a:pt x="25869" y="13703"/>
                </a:lnTo>
                <a:lnTo>
                  <a:pt x="25869" y="25882"/>
                </a:lnTo>
                <a:lnTo>
                  <a:pt x="1307680" y="25882"/>
                </a:lnTo>
                <a:lnTo>
                  <a:pt x="1307680" y="13703"/>
                </a:lnTo>
                <a:close/>
              </a:path>
              <a:path w="1334134" h="278764">
                <a:moveTo>
                  <a:pt x="1333563" y="13703"/>
                </a:moveTo>
                <a:lnTo>
                  <a:pt x="1307680" y="13703"/>
                </a:lnTo>
                <a:lnTo>
                  <a:pt x="1321384" y="25882"/>
                </a:lnTo>
                <a:lnTo>
                  <a:pt x="1333563" y="25882"/>
                </a:lnTo>
                <a:lnTo>
                  <a:pt x="1333563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8564588" y="5289461"/>
            <a:ext cx="952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Push</a:t>
            </a:r>
            <a:r>
              <a:rPr sz="14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Button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371802" y="6671386"/>
            <a:ext cx="146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62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intput</a:t>
            </a:r>
            <a:r>
              <a:rPr sz="900" b="1" i="1" spc="1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900" b="1" i="1" spc="-30" dirty="0">
                <a:solidFill>
                  <a:srgbClr val="BEBEBE"/>
                </a:solidFill>
                <a:latin typeface="Times New Roman"/>
                <a:cs typeface="Times New Roman"/>
              </a:rPr>
              <a:t>UpDown</a:t>
            </a:r>
            <a:r>
              <a:rPr sz="1800" spc="-44" baseline="-16203" dirty="0">
                <a:solidFill>
                  <a:srgbClr val="898989"/>
                </a:solidFill>
                <a:latin typeface="맑은 고딕"/>
                <a:cs typeface="맑은 고딕"/>
              </a:rPr>
              <a:t>24/66</a:t>
            </a:r>
            <a:endParaRPr sz="1800" baseline="-16203">
              <a:latin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771829" y="755497"/>
            <a:ext cx="9134475" cy="128270"/>
          </a:xfrm>
          <a:custGeom>
            <a:avLst/>
            <a:gdLst/>
            <a:ahLst/>
            <a:cxnLst/>
            <a:rect l="l" t="t" r="r" b="b"/>
            <a:pathLst>
              <a:path w="9134475" h="128269">
                <a:moveTo>
                  <a:pt x="0" y="127952"/>
                </a:moveTo>
                <a:lnTo>
                  <a:pt x="9134005" y="127952"/>
                </a:lnTo>
                <a:lnTo>
                  <a:pt x="9134005" y="0"/>
                </a:lnTo>
                <a:lnTo>
                  <a:pt x="0" y="0"/>
                </a:lnTo>
                <a:lnTo>
                  <a:pt x="0" y="127952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829" y="350329"/>
            <a:ext cx="9134475" cy="405765"/>
          </a:xfrm>
          <a:custGeom>
            <a:avLst/>
            <a:gdLst/>
            <a:ahLst/>
            <a:cxnLst/>
            <a:rect l="l" t="t" r="r" b="b"/>
            <a:pathLst>
              <a:path w="9134475" h="405765">
                <a:moveTo>
                  <a:pt x="0" y="405168"/>
                </a:moveTo>
                <a:lnTo>
                  <a:pt x="9134005" y="405168"/>
                </a:lnTo>
                <a:lnTo>
                  <a:pt x="9134005" y="0"/>
                </a:lnTo>
                <a:lnTo>
                  <a:pt x="0" y="0"/>
                </a:lnTo>
                <a:lnTo>
                  <a:pt x="0" y="405168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86063" y="755497"/>
            <a:ext cx="1510665" cy="6333490"/>
          </a:xfrm>
          <a:custGeom>
            <a:avLst/>
            <a:gdLst/>
            <a:ahLst/>
            <a:cxnLst/>
            <a:rect l="l" t="t" r="r" b="b"/>
            <a:pathLst>
              <a:path w="1510665" h="6333490">
                <a:moveTo>
                  <a:pt x="1510156" y="0"/>
                </a:moveTo>
                <a:lnTo>
                  <a:pt x="0" y="0"/>
                </a:lnTo>
                <a:lnTo>
                  <a:pt x="0" y="6333388"/>
                </a:lnTo>
                <a:lnTo>
                  <a:pt x="1510156" y="6333388"/>
                </a:lnTo>
                <a:lnTo>
                  <a:pt x="15101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73884" y="743318"/>
            <a:ext cx="1534795" cy="6358255"/>
          </a:xfrm>
          <a:custGeom>
            <a:avLst/>
            <a:gdLst/>
            <a:ahLst/>
            <a:cxnLst/>
            <a:rect l="l" t="t" r="r" b="b"/>
            <a:pathLst>
              <a:path w="1534795" h="6358255">
                <a:moveTo>
                  <a:pt x="1528432" y="0"/>
                </a:moveTo>
                <a:lnTo>
                  <a:pt x="6096" y="0"/>
                </a:lnTo>
                <a:lnTo>
                  <a:pt x="0" y="4559"/>
                </a:lnTo>
                <a:lnTo>
                  <a:pt x="0" y="6353175"/>
                </a:lnTo>
                <a:lnTo>
                  <a:pt x="6096" y="6357747"/>
                </a:lnTo>
                <a:lnTo>
                  <a:pt x="1528432" y="6357747"/>
                </a:lnTo>
                <a:lnTo>
                  <a:pt x="1534515" y="6353175"/>
                </a:lnTo>
                <a:lnTo>
                  <a:pt x="1534515" y="6345567"/>
                </a:lnTo>
                <a:lnTo>
                  <a:pt x="25882" y="6345567"/>
                </a:lnTo>
                <a:lnTo>
                  <a:pt x="12179" y="6333375"/>
                </a:lnTo>
                <a:lnTo>
                  <a:pt x="25882" y="6333375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1534515" y="12179"/>
                </a:lnTo>
                <a:lnTo>
                  <a:pt x="1534515" y="4559"/>
                </a:lnTo>
                <a:lnTo>
                  <a:pt x="1528432" y="0"/>
                </a:lnTo>
                <a:close/>
              </a:path>
              <a:path w="1534795" h="6358255">
                <a:moveTo>
                  <a:pt x="25882" y="6333375"/>
                </a:moveTo>
                <a:lnTo>
                  <a:pt x="12179" y="6333375"/>
                </a:lnTo>
                <a:lnTo>
                  <a:pt x="25882" y="6345567"/>
                </a:lnTo>
                <a:lnTo>
                  <a:pt x="25882" y="6333375"/>
                </a:lnTo>
                <a:close/>
              </a:path>
              <a:path w="1534795" h="6358255">
                <a:moveTo>
                  <a:pt x="1508633" y="6333375"/>
                </a:moveTo>
                <a:lnTo>
                  <a:pt x="25882" y="6333375"/>
                </a:lnTo>
                <a:lnTo>
                  <a:pt x="25882" y="6345567"/>
                </a:lnTo>
                <a:lnTo>
                  <a:pt x="1508633" y="6345567"/>
                </a:lnTo>
                <a:lnTo>
                  <a:pt x="1508633" y="6333375"/>
                </a:lnTo>
                <a:close/>
              </a:path>
              <a:path w="1534795" h="6358255">
                <a:moveTo>
                  <a:pt x="1508633" y="12179"/>
                </a:moveTo>
                <a:lnTo>
                  <a:pt x="1508633" y="6345567"/>
                </a:lnTo>
                <a:lnTo>
                  <a:pt x="1522336" y="6333375"/>
                </a:lnTo>
                <a:lnTo>
                  <a:pt x="1534515" y="6333375"/>
                </a:lnTo>
                <a:lnTo>
                  <a:pt x="1534515" y="24371"/>
                </a:lnTo>
                <a:lnTo>
                  <a:pt x="1522336" y="24371"/>
                </a:lnTo>
                <a:lnTo>
                  <a:pt x="1508633" y="12179"/>
                </a:lnTo>
                <a:close/>
              </a:path>
              <a:path w="1534795" h="6358255">
                <a:moveTo>
                  <a:pt x="1534515" y="6333375"/>
                </a:moveTo>
                <a:lnTo>
                  <a:pt x="1522336" y="6333375"/>
                </a:lnTo>
                <a:lnTo>
                  <a:pt x="1508633" y="6345567"/>
                </a:lnTo>
                <a:lnTo>
                  <a:pt x="1534515" y="6345567"/>
                </a:lnTo>
                <a:lnTo>
                  <a:pt x="1534515" y="6333375"/>
                </a:lnTo>
                <a:close/>
              </a:path>
              <a:path w="1534795" h="6358255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1534795" h="6358255">
                <a:moveTo>
                  <a:pt x="1508633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1508633" y="24371"/>
                </a:lnTo>
                <a:lnTo>
                  <a:pt x="1508633" y="12179"/>
                </a:lnTo>
                <a:close/>
              </a:path>
              <a:path w="1534795" h="6358255">
                <a:moveTo>
                  <a:pt x="1534515" y="12179"/>
                </a:moveTo>
                <a:lnTo>
                  <a:pt x="1508633" y="12179"/>
                </a:lnTo>
                <a:lnTo>
                  <a:pt x="1522336" y="24371"/>
                </a:lnTo>
                <a:lnTo>
                  <a:pt x="1534515" y="24371"/>
                </a:lnTo>
                <a:lnTo>
                  <a:pt x="153451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88260" y="781583"/>
            <a:ext cx="1104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Basys 3</a:t>
            </a:r>
            <a:r>
              <a:rPr sz="14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FPGA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0739" y="1427225"/>
            <a:ext cx="1895475" cy="4100829"/>
          </a:xfrm>
          <a:custGeom>
            <a:avLst/>
            <a:gdLst/>
            <a:ahLst/>
            <a:cxnLst/>
            <a:rect l="l" t="t" r="r" b="b"/>
            <a:pathLst>
              <a:path w="1895475" h="4100829">
                <a:moveTo>
                  <a:pt x="1895309" y="0"/>
                </a:moveTo>
                <a:lnTo>
                  <a:pt x="0" y="0"/>
                </a:lnTo>
                <a:lnTo>
                  <a:pt x="0" y="4100398"/>
                </a:lnTo>
                <a:lnTo>
                  <a:pt x="1895309" y="4100398"/>
                </a:lnTo>
                <a:lnTo>
                  <a:pt x="189530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07035" y="1415033"/>
            <a:ext cx="1922780" cy="4124960"/>
          </a:xfrm>
          <a:custGeom>
            <a:avLst/>
            <a:gdLst/>
            <a:ahLst/>
            <a:cxnLst/>
            <a:rect l="l" t="t" r="r" b="b"/>
            <a:pathLst>
              <a:path w="1922779" h="4124960">
                <a:moveTo>
                  <a:pt x="1916620" y="0"/>
                </a:moveTo>
                <a:lnTo>
                  <a:pt x="6083" y="0"/>
                </a:lnTo>
                <a:lnTo>
                  <a:pt x="0" y="4571"/>
                </a:lnTo>
                <a:lnTo>
                  <a:pt x="0" y="4118686"/>
                </a:lnTo>
                <a:lnTo>
                  <a:pt x="6083" y="4124769"/>
                </a:lnTo>
                <a:lnTo>
                  <a:pt x="1916620" y="4124769"/>
                </a:lnTo>
                <a:lnTo>
                  <a:pt x="1922703" y="4118686"/>
                </a:lnTo>
                <a:lnTo>
                  <a:pt x="1922703" y="4112590"/>
                </a:lnTo>
                <a:lnTo>
                  <a:pt x="25869" y="4112590"/>
                </a:lnTo>
                <a:lnTo>
                  <a:pt x="13703" y="4098886"/>
                </a:lnTo>
                <a:lnTo>
                  <a:pt x="25869" y="4098886"/>
                </a:lnTo>
                <a:lnTo>
                  <a:pt x="25869" y="24371"/>
                </a:lnTo>
                <a:lnTo>
                  <a:pt x="13703" y="24371"/>
                </a:lnTo>
                <a:lnTo>
                  <a:pt x="25869" y="12191"/>
                </a:lnTo>
                <a:lnTo>
                  <a:pt x="1922703" y="12191"/>
                </a:lnTo>
                <a:lnTo>
                  <a:pt x="1922703" y="4571"/>
                </a:lnTo>
                <a:lnTo>
                  <a:pt x="1916620" y="0"/>
                </a:lnTo>
                <a:close/>
              </a:path>
              <a:path w="1922779" h="4124960">
                <a:moveTo>
                  <a:pt x="25869" y="4098886"/>
                </a:moveTo>
                <a:lnTo>
                  <a:pt x="13703" y="4098886"/>
                </a:lnTo>
                <a:lnTo>
                  <a:pt x="25869" y="4112590"/>
                </a:lnTo>
                <a:lnTo>
                  <a:pt x="25869" y="4098886"/>
                </a:lnTo>
                <a:close/>
              </a:path>
              <a:path w="1922779" h="4124960">
                <a:moveTo>
                  <a:pt x="1896821" y="4098886"/>
                </a:moveTo>
                <a:lnTo>
                  <a:pt x="25869" y="4098886"/>
                </a:lnTo>
                <a:lnTo>
                  <a:pt x="25869" y="4112590"/>
                </a:lnTo>
                <a:lnTo>
                  <a:pt x="1896821" y="4112590"/>
                </a:lnTo>
                <a:lnTo>
                  <a:pt x="1896821" y="4098886"/>
                </a:lnTo>
                <a:close/>
              </a:path>
              <a:path w="1922779" h="4124960">
                <a:moveTo>
                  <a:pt x="1896821" y="12191"/>
                </a:moveTo>
                <a:lnTo>
                  <a:pt x="1896821" y="4112590"/>
                </a:lnTo>
                <a:lnTo>
                  <a:pt x="1909000" y="4098886"/>
                </a:lnTo>
                <a:lnTo>
                  <a:pt x="1922703" y="4098886"/>
                </a:lnTo>
                <a:lnTo>
                  <a:pt x="1922703" y="24371"/>
                </a:lnTo>
                <a:lnTo>
                  <a:pt x="1909000" y="24371"/>
                </a:lnTo>
                <a:lnTo>
                  <a:pt x="1896821" y="12191"/>
                </a:lnTo>
                <a:close/>
              </a:path>
              <a:path w="1922779" h="4124960">
                <a:moveTo>
                  <a:pt x="1922703" y="4098886"/>
                </a:moveTo>
                <a:lnTo>
                  <a:pt x="1909000" y="4098886"/>
                </a:lnTo>
                <a:lnTo>
                  <a:pt x="1896821" y="4112590"/>
                </a:lnTo>
                <a:lnTo>
                  <a:pt x="1922703" y="4112590"/>
                </a:lnTo>
                <a:lnTo>
                  <a:pt x="1922703" y="4098886"/>
                </a:lnTo>
                <a:close/>
              </a:path>
              <a:path w="1922779" h="4124960">
                <a:moveTo>
                  <a:pt x="25869" y="12191"/>
                </a:moveTo>
                <a:lnTo>
                  <a:pt x="13703" y="24371"/>
                </a:lnTo>
                <a:lnTo>
                  <a:pt x="25869" y="24371"/>
                </a:lnTo>
                <a:lnTo>
                  <a:pt x="25869" y="12191"/>
                </a:lnTo>
                <a:close/>
              </a:path>
              <a:path w="1922779" h="4124960">
                <a:moveTo>
                  <a:pt x="1896821" y="12191"/>
                </a:moveTo>
                <a:lnTo>
                  <a:pt x="25869" y="12191"/>
                </a:lnTo>
                <a:lnTo>
                  <a:pt x="25869" y="24371"/>
                </a:lnTo>
                <a:lnTo>
                  <a:pt x="1896821" y="24371"/>
                </a:lnTo>
                <a:lnTo>
                  <a:pt x="1896821" y="12191"/>
                </a:lnTo>
                <a:close/>
              </a:path>
              <a:path w="1922779" h="4124960">
                <a:moveTo>
                  <a:pt x="1922703" y="12191"/>
                </a:moveTo>
                <a:lnTo>
                  <a:pt x="1896821" y="12191"/>
                </a:lnTo>
                <a:lnTo>
                  <a:pt x="1909000" y="24371"/>
                </a:lnTo>
                <a:lnTo>
                  <a:pt x="1922703" y="24371"/>
                </a:lnTo>
                <a:lnTo>
                  <a:pt x="1922703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65074" y="1453248"/>
            <a:ext cx="1204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top_fndcontrol2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77063" y="4028821"/>
            <a:ext cx="616585" cy="1436370"/>
          </a:xfrm>
          <a:custGeom>
            <a:avLst/>
            <a:gdLst/>
            <a:ahLst/>
            <a:cxnLst/>
            <a:rect l="l" t="t" r="r" b="b"/>
            <a:pathLst>
              <a:path w="616584" h="1436370">
                <a:moveTo>
                  <a:pt x="616546" y="0"/>
                </a:moveTo>
                <a:lnTo>
                  <a:pt x="0" y="0"/>
                </a:lnTo>
                <a:lnTo>
                  <a:pt x="0" y="1436357"/>
                </a:lnTo>
                <a:lnTo>
                  <a:pt x="616546" y="1436357"/>
                </a:lnTo>
                <a:lnTo>
                  <a:pt x="616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64884" y="4016628"/>
            <a:ext cx="642620" cy="1461135"/>
          </a:xfrm>
          <a:custGeom>
            <a:avLst/>
            <a:gdLst/>
            <a:ahLst/>
            <a:cxnLst/>
            <a:rect l="l" t="t" r="r" b="b"/>
            <a:pathLst>
              <a:path w="642620" h="1461135">
                <a:moveTo>
                  <a:pt x="636333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1454632"/>
                </a:lnTo>
                <a:lnTo>
                  <a:pt x="6083" y="1460728"/>
                </a:lnTo>
                <a:lnTo>
                  <a:pt x="636333" y="1460728"/>
                </a:lnTo>
                <a:lnTo>
                  <a:pt x="642416" y="1454632"/>
                </a:lnTo>
                <a:lnTo>
                  <a:pt x="642416" y="1448549"/>
                </a:lnTo>
                <a:lnTo>
                  <a:pt x="25882" y="1448549"/>
                </a:lnTo>
                <a:lnTo>
                  <a:pt x="12179" y="1434833"/>
                </a:lnTo>
                <a:lnTo>
                  <a:pt x="25882" y="1434833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642416" y="12179"/>
                </a:lnTo>
                <a:lnTo>
                  <a:pt x="642416" y="4572"/>
                </a:lnTo>
                <a:lnTo>
                  <a:pt x="636333" y="0"/>
                </a:lnTo>
                <a:close/>
              </a:path>
              <a:path w="642620" h="1461135">
                <a:moveTo>
                  <a:pt x="25882" y="1434833"/>
                </a:moveTo>
                <a:lnTo>
                  <a:pt x="12179" y="1434833"/>
                </a:lnTo>
                <a:lnTo>
                  <a:pt x="25882" y="1448549"/>
                </a:lnTo>
                <a:lnTo>
                  <a:pt x="25882" y="1434833"/>
                </a:lnTo>
                <a:close/>
              </a:path>
              <a:path w="642620" h="1461135">
                <a:moveTo>
                  <a:pt x="616546" y="1434833"/>
                </a:moveTo>
                <a:lnTo>
                  <a:pt x="25882" y="1434833"/>
                </a:lnTo>
                <a:lnTo>
                  <a:pt x="25882" y="1448549"/>
                </a:lnTo>
                <a:lnTo>
                  <a:pt x="616546" y="1448549"/>
                </a:lnTo>
                <a:lnTo>
                  <a:pt x="616546" y="1434833"/>
                </a:lnTo>
                <a:close/>
              </a:path>
              <a:path w="642620" h="1461135">
                <a:moveTo>
                  <a:pt x="616546" y="12179"/>
                </a:moveTo>
                <a:lnTo>
                  <a:pt x="616546" y="1448549"/>
                </a:lnTo>
                <a:lnTo>
                  <a:pt x="628726" y="1434833"/>
                </a:lnTo>
                <a:lnTo>
                  <a:pt x="642416" y="1434833"/>
                </a:lnTo>
                <a:lnTo>
                  <a:pt x="642416" y="24371"/>
                </a:lnTo>
                <a:lnTo>
                  <a:pt x="628726" y="24371"/>
                </a:lnTo>
                <a:lnTo>
                  <a:pt x="616546" y="12179"/>
                </a:lnTo>
                <a:close/>
              </a:path>
              <a:path w="642620" h="1461135">
                <a:moveTo>
                  <a:pt x="642416" y="1434833"/>
                </a:moveTo>
                <a:lnTo>
                  <a:pt x="628726" y="1434833"/>
                </a:lnTo>
                <a:lnTo>
                  <a:pt x="616546" y="1448549"/>
                </a:lnTo>
                <a:lnTo>
                  <a:pt x="642416" y="1448549"/>
                </a:lnTo>
                <a:lnTo>
                  <a:pt x="642416" y="1434833"/>
                </a:lnTo>
                <a:close/>
              </a:path>
              <a:path w="642620" h="1461135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642620" h="1461135">
                <a:moveTo>
                  <a:pt x="616546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616546" y="24371"/>
                </a:lnTo>
                <a:lnTo>
                  <a:pt x="616546" y="12179"/>
                </a:lnTo>
                <a:close/>
              </a:path>
              <a:path w="642620" h="1461135">
                <a:moveTo>
                  <a:pt x="642416" y="12179"/>
                </a:moveTo>
                <a:lnTo>
                  <a:pt x="616546" y="12179"/>
                </a:lnTo>
                <a:lnTo>
                  <a:pt x="628726" y="24371"/>
                </a:lnTo>
                <a:lnTo>
                  <a:pt x="642416" y="24371"/>
                </a:lnTo>
                <a:lnTo>
                  <a:pt x="642416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47028" y="4201693"/>
            <a:ext cx="476884" cy="1078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4" marR="36830" indent="-2540" algn="ctr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Data  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1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  <a:p>
            <a:pPr marR="12700" algn="ctr">
              <a:lnSpc>
                <a:spcPts val="1680"/>
              </a:lnSpc>
            </a:pP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4x1</a:t>
            </a:r>
            <a:endParaRPr sz="1400">
              <a:latin typeface="Times New Roman"/>
              <a:cs typeface="Times New Roman"/>
            </a:endParaRPr>
          </a:p>
          <a:p>
            <a:pPr marL="12065" marR="5080" indent="-18415" algn="ctr">
              <a:lnSpc>
                <a:spcPct val="100000"/>
              </a:lnSpc>
              <a:spcBef>
                <a:spcPts val="5"/>
              </a:spcBef>
            </a:pPr>
            <a:r>
              <a:rPr sz="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(time  </a:t>
            </a:r>
            <a:r>
              <a:rPr sz="9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mode  </a:t>
            </a:r>
            <a:r>
              <a:rPr sz="9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9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ec</a:t>
            </a:r>
            <a:r>
              <a:rPr sz="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9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74367" y="4341063"/>
            <a:ext cx="1334135" cy="818515"/>
          </a:xfrm>
          <a:custGeom>
            <a:avLst/>
            <a:gdLst/>
            <a:ahLst/>
            <a:cxnLst/>
            <a:rect l="l" t="t" r="r" b="b"/>
            <a:pathLst>
              <a:path w="1334134" h="818514">
                <a:moveTo>
                  <a:pt x="1327467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811860"/>
                </a:lnTo>
                <a:lnTo>
                  <a:pt x="6083" y="817956"/>
                </a:lnTo>
                <a:lnTo>
                  <a:pt x="1327467" y="817956"/>
                </a:lnTo>
                <a:lnTo>
                  <a:pt x="1333563" y="811860"/>
                </a:lnTo>
                <a:lnTo>
                  <a:pt x="1333563" y="804240"/>
                </a:lnTo>
                <a:lnTo>
                  <a:pt x="25869" y="804240"/>
                </a:lnTo>
                <a:lnTo>
                  <a:pt x="13690" y="792060"/>
                </a:lnTo>
                <a:lnTo>
                  <a:pt x="25869" y="792060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1333563" y="12191"/>
                </a:lnTo>
                <a:lnTo>
                  <a:pt x="1333563" y="6095"/>
                </a:lnTo>
                <a:lnTo>
                  <a:pt x="1327467" y="0"/>
                </a:lnTo>
                <a:close/>
              </a:path>
              <a:path w="1334134" h="818514">
                <a:moveTo>
                  <a:pt x="25869" y="792060"/>
                </a:moveTo>
                <a:lnTo>
                  <a:pt x="13690" y="792060"/>
                </a:lnTo>
                <a:lnTo>
                  <a:pt x="25869" y="804240"/>
                </a:lnTo>
                <a:lnTo>
                  <a:pt x="25869" y="792060"/>
                </a:lnTo>
                <a:close/>
              </a:path>
              <a:path w="1334134" h="818514">
                <a:moveTo>
                  <a:pt x="1307680" y="792060"/>
                </a:moveTo>
                <a:lnTo>
                  <a:pt x="25869" y="792060"/>
                </a:lnTo>
                <a:lnTo>
                  <a:pt x="25869" y="804240"/>
                </a:lnTo>
                <a:lnTo>
                  <a:pt x="1307680" y="804240"/>
                </a:lnTo>
                <a:lnTo>
                  <a:pt x="1307680" y="792060"/>
                </a:lnTo>
                <a:close/>
              </a:path>
              <a:path w="1334134" h="818514">
                <a:moveTo>
                  <a:pt x="1307680" y="12191"/>
                </a:moveTo>
                <a:lnTo>
                  <a:pt x="1307680" y="804240"/>
                </a:lnTo>
                <a:lnTo>
                  <a:pt x="1321384" y="792060"/>
                </a:lnTo>
                <a:lnTo>
                  <a:pt x="1333563" y="792060"/>
                </a:lnTo>
                <a:lnTo>
                  <a:pt x="1333563" y="25895"/>
                </a:lnTo>
                <a:lnTo>
                  <a:pt x="1321384" y="25895"/>
                </a:lnTo>
                <a:lnTo>
                  <a:pt x="1307680" y="12191"/>
                </a:lnTo>
                <a:close/>
              </a:path>
              <a:path w="1334134" h="818514">
                <a:moveTo>
                  <a:pt x="1333563" y="792060"/>
                </a:moveTo>
                <a:lnTo>
                  <a:pt x="1321384" y="792060"/>
                </a:lnTo>
                <a:lnTo>
                  <a:pt x="1307680" y="804240"/>
                </a:lnTo>
                <a:lnTo>
                  <a:pt x="1333563" y="804240"/>
                </a:lnTo>
                <a:lnTo>
                  <a:pt x="1333563" y="792060"/>
                </a:lnTo>
                <a:close/>
              </a:path>
              <a:path w="1334134" h="818514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1334134" h="818514">
                <a:moveTo>
                  <a:pt x="1307680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1307680" y="25895"/>
                </a:lnTo>
                <a:lnTo>
                  <a:pt x="1307680" y="12191"/>
                </a:lnTo>
                <a:close/>
              </a:path>
              <a:path w="1334134" h="818514">
                <a:moveTo>
                  <a:pt x="1333563" y="12191"/>
                </a:moveTo>
                <a:lnTo>
                  <a:pt x="1307680" y="12191"/>
                </a:lnTo>
                <a:lnTo>
                  <a:pt x="1321384" y="25895"/>
                </a:lnTo>
                <a:lnTo>
                  <a:pt x="1333563" y="25895"/>
                </a:lnTo>
                <a:lnTo>
                  <a:pt x="1333563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636139" y="4516945"/>
            <a:ext cx="8096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1400" b="1" i="1" spc="5" dirty="0">
                <a:solidFill>
                  <a:srgbClr val="BF0000"/>
                </a:solidFill>
                <a:latin typeface="Times New Roman"/>
                <a:cs typeface="Times New Roman"/>
              </a:rPr>
              <a:t>7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-S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e</a:t>
            </a:r>
            <a:r>
              <a:rPr sz="1400" b="1" i="1" spc="-10" dirty="0">
                <a:solidFill>
                  <a:srgbClr val="BF0000"/>
                </a:solidFill>
                <a:latin typeface="Times New Roman"/>
                <a:cs typeface="Times New Roman"/>
              </a:rPr>
              <a:t>g</a:t>
            </a:r>
            <a:r>
              <a:rPr sz="1400" b="1" i="1" spc="10" dirty="0">
                <a:solidFill>
                  <a:srgbClr val="BF0000"/>
                </a:solidFill>
                <a:latin typeface="Times New Roman"/>
                <a:cs typeface="Times New Roman"/>
              </a:rPr>
              <a:t>m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e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n</a:t>
            </a:r>
            <a:r>
              <a:rPr sz="1400" b="1" i="1" dirty="0">
                <a:solidFill>
                  <a:srgbClr val="BF0000"/>
                </a:solidFill>
                <a:latin typeface="Times New Roman"/>
                <a:cs typeface="Times New Roman"/>
              </a:rPr>
              <a:t>t  </a:t>
            </a:r>
            <a:r>
              <a:rPr sz="1400" b="1" i="1" spc="-5" dirty="0">
                <a:solidFill>
                  <a:srgbClr val="BF0000"/>
                </a:solidFill>
                <a:latin typeface="Times New Roman"/>
                <a:cs typeface="Times New Roman"/>
              </a:rPr>
              <a:t>FND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44484" y="3935895"/>
            <a:ext cx="934719" cy="417830"/>
          </a:xfrm>
          <a:custGeom>
            <a:avLst/>
            <a:gdLst/>
            <a:ahLst/>
            <a:cxnLst/>
            <a:rect l="l" t="t" r="r" b="b"/>
            <a:pathLst>
              <a:path w="934720" h="417829">
                <a:moveTo>
                  <a:pt x="892098" y="341198"/>
                </a:moveTo>
                <a:lnTo>
                  <a:pt x="858596" y="341198"/>
                </a:lnTo>
                <a:lnTo>
                  <a:pt x="896658" y="417360"/>
                </a:lnTo>
                <a:lnTo>
                  <a:pt x="927871" y="354901"/>
                </a:lnTo>
                <a:lnTo>
                  <a:pt x="892098" y="354901"/>
                </a:lnTo>
                <a:lnTo>
                  <a:pt x="892098" y="341198"/>
                </a:lnTo>
                <a:close/>
              </a:path>
              <a:path w="934720" h="417829">
                <a:moveTo>
                  <a:pt x="892098" y="4572"/>
                </a:moveTo>
                <a:lnTo>
                  <a:pt x="892098" y="354901"/>
                </a:lnTo>
                <a:lnTo>
                  <a:pt x="901230" y="354901"/>
                </a:lnTo>
                <a:lnTo>
                  <a:pt x="901230" y="10667"/>
                </a:lnTo>
                <a:lnTo>
                  <a:pt x="896658" y="10667"/>
                </a:lnTo>
                <a:lnTo>
                  <a:pt x="892098" y="4572"/>
                </a:lnTo>
                <a:close/>
              </a:path>
              <a:path w="934720" h="417829">
                <a:moveTo>
                  <a:pt x="934720" y="341198"/>
                </a:moveTo>
                <a:lnTo>
                  <a:pt x="901230" y="341198"/>
                </a:lnTo>
                <a:lnTo>
                  <a:pt x="901230" y="354901"/>
                </a:lnTo>
                <a:lnTo>
                  <a:pt x="927871" y="354901"/>
                </a:lnTo>
                <a:lnTo>
                  <a:pt x="934720" y="341198"/>
                </a:lnTo>
                <a:close/>
              </a:path>
              <a:path w="934720" h="417829">
                <a:moveTo>
                  <a:pt x="899706" y="0"/>
                </a:moveTo>
                <a:lnTo>
                  <a:pt x="0" y="0"/>
                </a:lnTo>
                <a:lnTo>
                  <a:pt x="0" y="10667"/>
                </a:lnTo>
                <a:lnTo>
                  <a:pt x="892098" y="10667"/>
                </a:lnTo>
                <a:lnTo>
                  <a:pt x="892098" y="4572"/>
                </a:lnTo>
                <a:lnTo>
                  <a:pt x="901230" y="4572"/>
                </a:lnTo>
                <a:lnTo>
                  <a:pt x="901230" y="3048"/>
                </a:lnTo>
                <a:lnTo>
                  <a:pt x="899706" y="0"/>
                </a:lnTo>
                <a:close/>
              </a:path>
              <a:path w="934720" h="417829">
                <a:moveTo>
                  <a:pt x="901230" y="4572"/>
                </a:moveTo>
                <a:lnTo>
                  <a:pt x="892098" y="4572"/>
                </a:lnTo>
                <a:lnTo>
                  <a:pt x="896658" y="10667"/>
                </a:lnTo>
                <a:lnTo>
                  <a:pt x="901230" y="10667"/>
                </a:lnTo>
                <a:lnTo>
                  <a:pt x="901230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42973" y="4711191"/>
            <a:ext cx="245084" cy="76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93610" y="4708156"/>
            <a:ext cx="165925" cy="76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44321" y="3611460"/>
            <a:ext cx="1014094" cy="659765"/>
          </a:xfrm>
          <a:custGeom>
            <a:avLst/>
            <a:gdLst/>
            <a:ahLst/>
            <a:cxnLst/>
            <a:rect l="l" t="t" r="r" b="b"/>
            <a:pathLst>
              <a:path w="1014095" h="659764">
                <a:moveTo>
                  <a:pt x="1007783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653440"/>
                </a:lnTo>
                <a:lnTo>
                  <a:pt x="6083" y="659536"/>
                </a:lnTo>
                <a:lnTo>
                  <a:pt x="1007783" y="659536"/>
                </a:lnTo>
                <a:lnTo>
                  <a:pt x="1013866" y="653440"/>
                </a:lnTo>
                <a:lnTo>
                  <a:pt x="1013866" y="647357"/>
                </a:lnTo>
                <a:lnTo>
                  <a:pt x="25869" y="647357"/>
                </a:lnTo>
                <a:lnTo>
                  <a:pt x="13690" y="633641"/>
                </a:lnTo>
                <a:lnTo>
                  <a:pt x="25869" y="633641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1013866" y="12191"/>
                </a:lnTo>
                <a:lnTo>
                  <a:pt x="1013866" y="6095"/>
                </a:lnTo>
                <a:lnTo>
                  <a:pt x="1007783" y="0"/>
                </a:lnTo>
                <a:close/>
              </a:path>
              <a:path w="1014095" h="659764">
                <a:moveTo>
                  <a:pt x="25869" y="633641"/>
                </a:moveTo>
                <a:lnTo>
                  <a:pt x="13690" y="633641"/>
                </a:lnTo>
                <a:lnTo>
                  <a:pt x="25869" y="647357"/>
                </a:lnTo>
                <a:lnTo>
                  <a:pt x="25869" y="633641"/>
                </a:lnTo>
                <a:close/>
              </a:path>
              <a:path w="1014095" h="659764">
                <a:moveTo>
                  <a:pt x="987983" y="633641"/>
                </a:moveTo>
                <a:lnTo>
                  <a:pt x="25869" y="633641"/>
                </a:lnTo>
                <a:lnTo>
                  <a:pt x="25869" y="647357"/>
                </a:lnTo>
                <a:lnTo>
                  <a:pt x="987983" y="647357"/>
                </a:lnTo>
                <a:lnTo>
                  <a:pt x="987983" y="633641"/>
                </a:lnTo>
                <a:close/>
              </a:path>
              <a:path w="1014095" h="659764">
                <a:moveTo>
                  <a:pt x="987983" y="12191"/>
                </a:moveTo>
                <a:lnTo>
                  <a:pt x="987983" y="647357"/>
                </a:lnTo>
                <a:lnTo>
                  <a:pt x="1000163" y="633641"/>
                </a:lnTo>
                <a:lnTo>
                  <a:pt x="1013866" y="633641"/>
                </a:lnTo>
                <a:lnTo>
                  <a:pt x="1013866" y="25895"/>
                </a:lnTo>
                <a:lnTo>
                  <a:pt x="1000163" y="25895"/>
                </a:lnTo>
                <a:lnTo>
                  <a:pt x="987983" y="12191"/>
                </a:lnTo>
                <a:close/>
              </a:path>
              <a:path w="1014095" h="659764">
                <a:moveTo>
                  <a:pt x="1013866" y="633641"/>
                </a:moveTo>
                <a:lnTo>
                  <a:pt x="1000163" y="633641"/>
                </a:lnTo>
                <a:lnTo>
                  <a:pt x="987983" y="647357"/>
                </a:lnTo>
                <a:lnTo>
                  <a:pt x="1013866" y="647357"/>
                </a:lnTo>
                <a:lnTo>
                  <a:pt x="1013866" y="633641"/>
                </a:lnTo>
                <a:close/>
              </a:path>
              <a:path w="1014095" h="659764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1014095" h="659764">
                <a:moveTo>
                  <a:pt x="987983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987983" y="25895"/>
                </a:lnTo>
                <a:lnTo>
                  <a:pt x="987983" y="12191"/>
                </a:lnTo>
                <a:close/>
              </a:path>
              <a:path w="1014095" h="659764">
                <a:moveTo>
                  <a:pt x="1013866" y="12191"/>
                </a:moveTo>
                <a:lnTo>
                  <a:pt x="987983" y="12191"/>
                </a:lnTo>
                <a:lnTo>
                  <a:pt x="1000163" y="25895"/>
                </a:lnTo>
                <a:lnTo>
                  <a:pt x="1013866" y="25895"/>
                </a:lnTo>
                <a:lnTo>
                  <a:pt x="1013866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76896" y="3708361"/>
            <a:ext cx="7461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ND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  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MUX</a:t>
            </a:r>
            <a:r>
              <a:rPr sz="14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4x1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44321" y="2922981"/>
            <a:ext cx="1008380" cy="484505"/>
          </a:xfrm>
          <a:custGeom>
            <a:avLst/>
            <a:gdLst/>
            <a:ahLst/>
            <a:cxnLst/>
            <a:rect l="l" t="t" r="r" b="b"/>
            <a:pathLst>
              <a:path w="1008379" h="484504">
                <a:moveTo>
                  <a:pt x="1001687" y="0"/>
                </a:moveTo>
                <a:lnTo>
                  <a:pt x="4559" y="0"/>
                </a:lnTo>
                <a:lnTo>
                  <a:pt x="0" y="6096"/>
                </a:lnTo>
                <a:lnTo>
                  <a:pt x="0" y="478281"/>
                </a:lnTo>
                <a:lnTo>
                  <a:pt x="4559" y="484377"/>
                </a:lnTo>
                <a:lnTo>
                  <a:pt x="1001687" y="484377"/>
                </a:lnTo>
                <a:lnTo>
                  <a:pt x="1007783" y="478281"/>
                </a:lnTo>
                <a:lnTo>
                  <a:pt x="1007783" y="472186"/>
                </a:lnTo>
                <a:lnTo>
                  <a:pt x="24358" y="472186"/>
                </a:lnTo>
                <a:lnTo>
                  <a:pt x="12179" y="458482"/>
                </a:lnTo>
                <a:lnTo>
                  <a:pt x="24358" y="458482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1007783" y="12191"/>
                </a:lnTo>
                <a:lnTo>
                  <a:pt x="1007783" y="6096"/>
                </a:lnTo>
                <a:lnTo>
                  <a:pt x="1001687" y="0"/>
                </a:lnTo>
                <a:close/>
              </a:path>
              <a:path w="1008379" h="484504">
                <a:moveTo>
                  <a:pt x="24358" y="458482"/>
                </a:moveTo>
                <a:lnTo>
                  <a:pt x="12179" y="458482"/>
                </a:lnTo>
                <a:lnTo>
                  <a:pt x="24358" y="472186"/>
                </a:lnTo>
                <a:lnTo>
                  <a:pt x="24358" y="458482"/>
                </a:lnTo>
                <a:close/>
              </a:path>
              <a:path w="1008379" h="484504">
                <a:moveTo>
                  <a:pt x="981900" y="458482"/>
                </a:moveTo>
                <a:lnTo>
                  <a:pt x="24358" y="458482"/>
                </a:lnTo>
                <a:lnTo>
                  <a:pt x="24358" y="472186"/>
                </a:lnTo>
                <a:lnTo>
                  <a:pt x="981900" y="472186"/>
                </a:lnTo>
                <a:lnTo>
                  <a:pt x="981900" y="458482"/>
                </a:lnTo>
                <a:close/>
              </a:path>
              <a:path w="1008379" h="484504">
                <a:moveTo>
                  <a:pt x="981900" y="12191"/>
                </a:moveTo>
                <a:lnTo>
                  <a:pt x="981900" y="472186"/>
                </a:lnTo>
                <a:lnTo>
                  <a:pt x="994079" y="458482"/>
                </a:lnTo>
                <a:lnTo>
                  <a:pt x="1007783" y="458482"/>
                </a:lnTo>
                <a:lnTo>
                  <a:pt x="1007783" y="24371"/>
                </a:lnTo>
                <a:lnTo>
                  <a:pt x="994079" y="24371"/>
                </a:lnTo>
                <a:lnTo>
                  <a:pt x="981900" y="12191"/>
                </a:lnTo>
                <a:close/>
              </a:path>
              <a:path w="1008379" h="484504">
                <a:moveTo>
                  <a:pt x="1007783" y="458482"/>
                </a:moveTo>
                <a:lnTo>
                  <a:pt x="994079" y="458482"/>
                </a:lnTo>
                <a:lnTo>
                  <a:pt x="981900" y="472186"/>
                </a:lnTo>
                <a:lnTo>
                  <a:pt x="1007783" y="472186"/>
                </a:lnTo>
                <a:lnTo>
                  <a:pt x="1007783" y="458482"/>
                </a:lnTo>
                <a:close/>
              </a:path>
              <a:path w="1008379" h="484504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1008379" h="484504">
                <a:moveTo>
                  <a:pt x="981900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981900" y="24371"/>
                </a:lnTo>
                <a:lnTo>
                  <a:pt x="981900" y="12191"/>
                </a:lnTo>
                <a:close/>
              </a:path>
              <a:path w="1008379" h="484504">
                <a:moveTo>
                  <a:pt x="1007783" y="12191"/>
                </a:moveTo>
                <a:lnTo>
                  <a:pt x="981900" y="12191"/>
                </a:lnTo>
                <a:lnTo>
                  <a:pt x="994079" y="24371"/>
                </a:lnTo>
                <a:lnTo>
                  <a:pt x="1007783" y="24371"/>
                </a:lnTo>
                <a:lnTo>
                  <a:pt x="1007783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30643" y="3038678"/>
            <a:ext cx="631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47356" y="4287748"/>
            <a:ext cx="1008380" cy="918844"/>
          </a:xfrm>
          <a:custGeom>
            <a:avLst/>
            <a:gdLst/>
            <a:ahLst/>
            <a:cxnLst/>
            <a:rect l="l" t="t" r="r" b="b"/>
            <a:pathLst>
              <a:path w="1008379" h="918845">
                <a:moveTo>
                  <a:pt x="1001699" y="0"/>
                </a:moveTo>
                <a:lnTo>
                  <a:pt x="4572" y="0"/>
                </a:lnTo>
                <a:lnTo>
                  <a:pt x="0" y="4572"/>
                </a:lnTo>
                <a:lnTo>
                  <a:pt x="0" y="912393"/>
                </a:lnTo>
                <a:lnTo>
                  <a:pt x="4572" y="918489"/>
                </a:lnTo>
                <a:lnTo>
                  <a:pt x="1001699" y="918489"/>
                </a:lnTo>
                <a:lnTo>
                  <a:pt x="1007795" y="912393"/>
                </a:lnTo>
                <a:lnTo>
                  <a:pt x="1007795" y="906297"/>
                </a:lnTo>
                <a:lnTo>
                  <a:pt x="24358" y="906297"/>
                </a:lnTo>
                <a:lnTo>
                  <a:pt x="12179" y="892594"/>
                </a:lnTo>
                <a:lnTo>
                  <a:pt x="24358" y="892594"/>
                </a:lnTo>
                <a:lnTo>
                  <a:pt x="24358" y="24371"/>
                </a:lnTo>
                <a:lnTo>
                  <a:pt x="12179" y="24371"/>
                </a:lnTo>
                <a:lnTo>
                  <a:pt x="24358" y="12191"/>
                </a:lnTo>
                <a:lnTo>
                  <a:pt x="1007795" y="12191"/>
                </a:lnTo>
                <a:lnTo>
                  <a:pt x="1007795" y="4572"/>
                </a:lnTo>
                <a:lnTo>
                  <a:pt x="1001699" y="0"/>
                </a:lnTo>
                <a:close/>
              </a:path>
              <a:path w="1008379" h="918845">
                <a:moveTo>
                  <a:pt x="24358" y="892594"/>
                </a:moveTo>
                <a:lnTo>
                  <a:pt x="12179" y="892594"/>
                </a:lnTo>
                <a:lnTo>
                  <a:pt x="24358" y="906297"/>
                </a:lnTo>
                <a:lnTo>
                  <a:pt x="24358" y="892594"/>
                </a:lnTo>
                <a:close/>
              </a:path>
              <a:path w="1008379" h="918845">
                <a:moveTo>
                  <a:pt x="981913" y="892594"/>
                </a:moveTo>
                <a:lnTo>
                  <a:pt x="24358" y="892594"/>
                </a:lnTo>
                <a:lnTo>
                  <a:pt x="24358" y="906297"/>
                </a:lnTo>
                <a:lnTo>
                  <a:pt x="981913" y="906297"/>
                </a:lnTo>
                <a:lnTo>
                  <a:pt x="981913" y="892594"/>
                </a:lnTo>
                <a:close/>
              </a:path>
              <a:path w="1008379" h="918845">
                <a:moveTo>
                  <a:pt x="981913" y="12191"/>
                </a:moveTo>
                <a:lnTo>
                  <a:pt x="981913" y="906297"/>
                </a:lnTo>
                <a:lnTo>
                  <a:pt x="995616" y="892594"/>
                </a:lnTo>
                <a:lnTo>
                  <a:pt x="1007795" y="892594"/>
                </a:lnTo>
                <a:lnTo>
                  <a:pt x="1007795" y="24371"/>
                </a:lnTo>
                <a:lnTo>
                  <a:pt x="995616" y="24371"/>
                </a:lnTo>
                <a:lnTo>
                  <a:pt x="981913" y="12191"/>
                </a:lnTo>
                <a:close/>
              </a:path>
              <a:path w="1008379" h="918845">
                <a:moveTo>
                  <a:pt x="1007795" y="892594"/>
                </a:moveTo>
                <a:lnTo>
                  <a:pt x="995616" y="892594"/>
                </a:lnTo>
                <a:lnTo>
                  <a:pt x="981913" y="906297"/>
                </a:lnTo>
                <a:lnTo>
                  <a:pt x="1007795" y="906297"/>
                </a:lnTo>
                <a:lnTo>
                  <a:pt x="1007795" y="892594"/>
                </a:lnTo>
                <a:close/>
              </a:path>
              <a:path w="1008379" h="918845">
                <a:moveTo>
                  <a:pt x="24358" y="12191"/>
                </a:moveTo>
                <a:lnTo>
                  <a:pt x="12179" y="24371"/>
                </a:lnTo>
                <a:lnTo>
                  <a:pt x="24358" y="24371"/>
                </a:lnTo>
                <a:lnTo>
                  <a:pt x="24358" y="12191"/>
                </a:lnTo>
                <a:close/>
              </a:path>
              <a:path w="1008379" h="918845">
                <a:moveTo>
                  <a:pt x="981913" y="12191"/>
                </a:moveTo>
                <a:lnTo>
                  <a:pt x="24358" y="12191"/>
                </a:lnTo>
                <a:lnTo>
                  <a:pt x="24358" y="24371"/>
                </a:lnTo>
                <a:lnTo>
                  <a:pt x="981913" y="24371"/>
                </a:lnTo>
                <a:lnTo>
                  <a:pt x="981913" y="12191"/>
                </a:lnTo>
                <a:close/>
              </a:path>
              <a:path w="1008379" h="918845">
                <a:moveTo>
                  <a:pt x="1007795" y="12191"/>
                </a:moveTo>
                <a:lnTo>
                  <a:pt x="981913" y="12191"/>
                </a:lnTo>
                <a:lnTo>
                  <a:pt x="995616" y="24371"/>
                </a:lnTo>
                <a:lnTo>
                  <a:pt x="1007795" y="24371"/>
                </a:lnTo>
                <a:lnTo>
                  <a:pt x="1007795" y="1219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307948" y="4300727"/>
            <a:ext cx="6832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FND</a:t>
            </a:r>
            <a:endParaRPr sz="140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Decoder 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4x8  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(case</a:t>
            </a:r>
            <a:r>
              <a:rPr sz="14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맑은 고딕"/>
                <a:cs typeface="맑은 고딕"/>
              </a:rPr>
              <a:t>문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79731" y="1998408"/>
            <a:ext cx="849630" cy="301625"/>
          </a:xfrm>
          <a:custGeom>
            <a:avLst/>
            <a:gdLst/>
            <a:ahLst/>
            <a:cxnLst/>
            <a:rect l="l" t="t" r="r" b="b"/>
            <a:pathLst>
              <a:path w="849629" h="301625">
                <a:moveTo>
                  <a:pt x="844892" y="0"/>
                </a:moveTo>
                <a:lnTo>
                  <a:pt x="4571" y="0"/>
                </a:lnTo>
                <a:lnTo>
                  <a:pt x="0" y="6095"/>
                </a:lnTo>
                <a:lnTo>
                  <a:pt x="0" y="297027"/>
                </a:lnTo>
                <a:lnTo>
                  <a:pt x="4571" y="301599"/>
                </a:lnTo>
                <a:lnTo>
                  <a:pt x="844892" y="301599"/>
                </a:lnTo>
                <a:lnTo>
                  <a:pt x="849464" y="297027"/>
                </a:lnTo>
                <a:lnTo>
                  <a:pt x="849464" y="289407"/>
                </a:lnTo>
                <a:lnTo>
                  <a:pt x="24358" y="289407"/>
                </a:lnTo>
                <a:lnTo>
                  <a:pt x="12179" y="277228"/>
                </a:lnTo>
                <a:lnTo>
                  <a:pt x="24358" y="277228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1"/>
                </a:lnTo>
                <a:lnTo>
                  <a:pt x="849464" y="12191"/>
                </a:lnTo>
                <a:lnTo>
                  <a:pt x="849464" y="6095"/>
                </a:lnTo>
                <a:lnTo>
                  <a:pt x="844892" y="0"/>
                </a:lnTo>
                <a:close/>
              </a:path>
              <a:path w="849629" h="301625">
                <a:moveTo>
                  <a:pt x="24358" y="277228"/>
                </a:moveTo>
                <a:lnTo>
                  <a:pt x="12179" y="277228"/>
                </a:lnTo>
                <a:lnTo>
                  <a:pt x="24358" y="289407"/>
                </a:lnTo>
                <a:lnTo>
                  <a:pt x="24358" y="277228"/>
                </a:lnTo>
                <a:close/>
              </a:path>
              <a:path w="849629" h="301625">
                <a:moveTo>
                  <a:pt x="825106" y="277228"/>
                </a:moveTo>
                <a:lnTo>
                  <a:pt x="24358" y="277228"/>
                </a:lnTo>
                <a:lnTo>
                  <a:pt x="24358" y="289407"/>
                </a:lnTo>
                <a:lnTo>
                  <a:pt x="825106" y="289407"/>
                </a:lnTo>
                <a:lnTo>
                  <a:pt x="825106" y="277228"/>
                </a:lnTo>
                <a:close/>
              </a:path>
              <a:path w="849629" h="301625">
                <a:moveTo>
                  <a:pt x="825106" y="12191"/>
                </a:moveTo>
                <a:lnTo>
                  <a:pt x="825106" y="289407"/>
                </a:lnTo>
                <a:lnTo>
                  <a:pt x="837285" y="277228"/>
                </a:lnTo>
                <a:lnTo>
                  <a:pt x="849464" y="277228"/>
                </a:lnTo>
                <a:lnTo>
                  <a:pt x="849464" y="25895"/>
                </a:lnTo>
                <a:lnTo>
                  <a:pt x="837285" y="25895"/>
                </a:lnTo>
                <a:lnTo>
                  <a:pt x="825106" y="12191"/>
                </a:lnTo>
                <a:close/>
              </a:path>
              <a:path w="849629" h="301625">
                <a:moveTo>
                  <a:pt x="849464" y="277228"/>
                </a:moveTo>
                <a:lnTo>
                  <a:pt x="837285" y="277228"/>
                </a:lnTo>
                <a:lnTo>
                  <a:pt x="825106" y="289407"/>
                </a:lnTo>
                <a:lnTo>
                  <a:pt x="849464" y="289407"/>
                </a:lnTo>
                <a:lnTo>
                  <a:pt x="849464" y="277228"/>
                </a:lnTo>
                <a:close/>
              </a:path>
              <a:path w="849629" h="301625">
                <a:moveTo>
                  <a:pt x="24358" y="12191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1"/>
                </a:lnTo>
                <a:close/>
              </a:path>
              <a:path w="849629" h="301625">
                <a:moveTo>
                  <a:pt x="825106" y="12191"/>
                </a:moveTo>
                <a:lnTo>
                  <a:pt x="24358" y="12191"/>
                </a:lnTo>
                <a:lnTo>
                  <a:pt x="24358" y="25895"/>
                </a:lnTo>
                <a:lnTo>
                  <a:pt x="825106" y="25895"/>
                </a:lnTo>
                <a:lnTo>
                  <a:pt x="825106" y="12191"/>
                </a:lnTo>
                <a:close/>
              </a:path>
              <a:path w="849629" h="301625">
                <a:moveTo>
                  <a:pt x="849464" y="12191"/>
                </a:moveTo>
                <a:lnTo>
                  <a:pt x="825106" y="12191"/>
                </a:lnTo>
                <a:lnTo>
                  <a:pt x="837285" y="25895"/>
                </a:lnTo>
                <a:lnTo>
                  <a:pt x="849464" y="25895"/>
                </a:lnTo>
                <a:lnTo>
                  <a:pt x="849464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136906" y="2047824"/>
            <a:ext cx="5346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1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73635" y="2603119"/>
            <a:ext cx="851535" cy="304800"/>
          </a:xfrm>
          <a:custGeom>
            <a:avLst/>
            <a:gdLst/>
            <a:ahLst/>
            <a:cxnLst/>
            <a:rect l="l" t="t" r="r" b="b"/>
            <a:pathLst>
              <a:path w="851534" h="304800">
                <a:moveTo>
                  <a:pt x="846429" y="0"/>
                </a:moveTo>
                <a:lnTo>
                  <a:pt x="6096" y="0"/>
                </a:lnTo>
                <a:lnTo>
                  <a:pt x="0" y="6095"/>
                </a:lnTo>
                <a:lnTo>
                  <a:pt x="0" y="298538"/>
                </a:lnTo>
                <a:lnTo>
                  <a:pt x="6096" y="304634"/>
                </a:lnTo>
                <a:lnTo>
                  <a:pt x="846429" y="304634"/>
                </a:lnTo>
                <a:lnTo>
                  <a:pt x="850988" y="298538"/>
                </a:lnTo>
                <a:lnTo>
                  <a:pt x="850988" y="292442"/>
                </a:lnTo>
                <a:lnTo>
                  <a:pt x="25882" y="292442"/>
                </a:lnTo>
                <a:lnTo>
                  <a:pt x="13703" y="278739"/>
                </a:lnTo>
                <a:lnTo>
                  <a:pt x="25882" y="278739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850988" y="12179"/>
                </a:lnTo>
                <a:lnTo>
                  <a:pt x="850988" y="6095"/>
                </a:lnTo>
                <a:lnTo>
                  <a:pt x="846429" y="0"/>
                </a:lnTo>
                <a:close/>
              </a:path>
              <a:path w="851534" h="304800">
                <a:moveTo>
                  <a:pt x="25882" y="278739"/>
                </a:moveTo>
                <a:lnTo>
                  <a:pt x="13703" y="278739"/>
                </a:lnTo>
                <a:lnTo>
                  <a:pt x="25882" y="292442"/>
                </a:lnTo>
                <a:lnTo>
                  <a:pt x="25882" y="278739"/>
                </a:lnTo>
                <a:close/>
              </a:path>
              <a:path w="851534" h="304800">
                <a:moveTo>
                  <a:pt x="826630" y="278739"/>
                </a:moveTo>
                <a:lnTo>
                  <a:pt x="25882" y="278739"/>
                </a:lnTo>
                <a:lnTo>
                  <a:pt x="25882" y="292442"/>
                </a:lnTo>
                <a:lnTo>
                  <a:pt x="826630" y="292442"/>
                </a:lnTo>
                <a:lnTo>
                  <a:pt x="826630" y="278739"/>
                </a:lnTo>
                <a:close/>
              </a:path>
              <a:path w="851534" h="304800">
                <a:moveTo>
                  <a:pt x="826630" y="12179"/>
                </a:moveTo>
                <a:lnTo>
                  <a:pt x="826630" y="292442"/>
                </a:lnTo>
                <a:lnTo>
                  <a:pt x="838809" y="278739"/>
                </a:lnTo>
                <a:lnTo>
                  <a:pt x="850988" y="278739"/>
                </a:lnTo>
                <a:lnTo>
                  <a:pt x="850988" y="25895"/>
                </a:lnTo>
                <a:lnTo>
                  <a:pt x="838809" y="25895"/>
                </a:lnTo>
                <a:lnTo>
                  <a:pt x="826630" y="12179"/>
                </a:lnTo>
                <a:close/>
              </a:path>
              <a:path w="851534" h="304800">
                <a:moveTo>
                  <a:pt x="850988" y="278739"/>
                </a:moveTo>
                <a:lnTo>
                  <a:pt x="838809" y="278739"/>
                </a:lnTo>
                <a:lnTo>
                  <a:pt x="826630" y="292442"/>
                </a:lnTo>
                <a:lnTo>
                  <a:pt x="850988" y="292442"/>
                </a:lnTo>
                <a:lnTo>
                  <a:pt x="850988" y="278739"/>
                </a:lnTo>
                <a:close/>
              </a:path>
              <a:path w="851534" h="304800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851534" h="304800">
                <a:moveTo>
                  <a:pt x="826630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826630" y="25895"/>
                </a:lnTo>
                <a:lnTo>
                  <a:pt x="826630" y="12179"/>
                </a:lnTo>
                <a:close/>
              </a:path>
              <a:path w="851534" h="304800">
                <a:moveTo>
                  <a:pt x="850988" y="12179"/>
                </a:moveTo>
                <a:lnTo>
                  <a:pt x="826630" y="12179"/>
                </a:lnTo>
                <a:lnTo>
                  <a:pt x="838809" y="25895"/>
                </a:lnTo>
                <a:lnTo>
                  <a:pt x="850988" y="25895"/>
                </a:lnTo>
                <a:lnTo>
                  <a:pt x="85098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080353" y="2653715"/>
            <a:ext cx="6362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1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56501" y="1978609"/>
            <a:ext cx="982344" cy="758825"/>
          </a:xfrm>
          <a:custGeom>
            <a:avLst/>
            <a:gdLst/>
            <a:ahLst/>
            <a:cxnLst/>
            <a:rect l="l" t="t" r="r" b="b"/>
            <a:pathLst>
              <a:path w="982345" h="758825">
                <a:moveTo>
                  <a:pt x="981900" y="0"/>
                </a:moveTo>
                <a:lnTo>
                  <a:pt x="0" y="0"/>
                </a:lnTo>
                <a:lnTo>
                  <a:pt x="0" y="758545"/>
                </a:lnTo>
                <a:lnTo>
                  <a:pt x="981900" y="758545"/>
                </a:lnTo>
                <a:lnTo>
                  <a:pt x="981900" y="0"/>
                </a:lnTo>
                <a:close/>
              </a:path>
            </a:pathLst>
          </a:custGeom>
          <a:solidFill>
            <a:srgbClr val="C6D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44321" y="1966429"/>
            <a:ext cx="1008380" cy="782955"/>
          </a:xfrm>
          <a:custGeom>
            <a:avLst/>
            <a:gdLst/>
            <a:ahLst/>
            <a:cxnLst/>
            <a:rect l="l" t="t" r="r" b="b"/>
            <a:pathLst>
              <a:path w="1008379" h="782955">
                <a:moveTo>
                  <a:pt x="1001687" y="0"/>
                </a:moveTo>
                <a:lnTo>
                  <a:pt x="4559" y="0"/>
                </a:lnTo>
                <a:lnTo>
                  <a:pt x="0" y="6083"/>
                </a:lnTo>
                <a:lnTo>
                  <a:pt x="0" y="778344"/>
                </a:lnTo>
                <a:lnTo>
                  <a:pt x="4559" y="782916"/>
                </a:lnTo>
                <a:lnTo>
                  <a:pt x="1001687" y="782916"/>
                </a:lnTo>
                <a:lnTo>
                  <a:pt x="1007783" y="778344"/>
                </a:lnTo>
                <a:lnTo>
                  <a:pt x="1007783" y="770724"/>
                </a:lnTo>
                <a:lnTo>
                  <a:pt x="24358" y="770724"/>
                </a:lnTo>
                <a:lnTo>
                  <a:pt x="12179" y="758545"/>
                </a:lnTo>
                <a:lnTo>
                  <a:pt x="24358" y="758545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79"/>
                </a:lnTo>
                <a:lnTo>
                  <a:pt x="1007783" y="12179"/>
                </a:lnTo>
                <a:lnTo>
                  <a:pt x="1007783" y="6083"/>
                </a:lnTo>
                <a:lnTo>
                  <a:pt x="1001687" y="0"/>
                </a:lnTo>
                <a:close/>
              </a:path>
              <a:path w="1008379" h="782955">
                <a:moveTo>
                  <a:pt x="24358" y="758545"/>
                </a:moveTo>
                <a:lnTo>
                  <a:pt x="12179" y="758545"/>
                </a:lnTo>
                <a:lnTo>
                  <a:pt x="24358" y="770724"/>
                </a:lnTo>
                <a:lnTo>
                  <a:pt x="24358" y="758545"/>
                </a:lnTo>
                <a:close/>
              </a:path>
              <a:path w="1008379" h="782955">
                <a:moveTo>
                  <a:pt x="981900" y="758545"/>
                </a:moveTo>
                <a:lnTo>
                  <a:pt x="24358" y="758545"/>
                </a:lnTo>
                <a:lnTo>
                  <a:pt x="24358" y="770724"/>
                </a:lnTo>
                <a:lnTo>
                  <a:pt x="981900" y="770724"/>
                </a:lnTo>
                <a:lnTo>
                  <a:pt x="981900" y="758545"/>
                </a:lnTo>
                <a:close/>
              </a:path>
              <a:path w="1008379" h="782955">
                <a:moveTo>
                  <a:pt x="981900" y="12179"/>
                </a:moveTo>
                <a:lnTo>
                  <a:pt x="981900" y="770724"/>
                </a:lnTo>
                <a:lnTo>
                  <a:pt x="994079" y="758545"/>
                </a:lnTo>
                <a:lnTo>
                  <a:pt x="1007783" y="758545"/>
                </a:lnTo>
                <a:lnTo>
                  <a:pt x="1007783" y="25895"/>
                </a:lnTo>
                <a:lnTo>
                  <a:pt x="994079" y="25895"/>
                </a:lnTo>
                <a:lnTo>
                  <a:pt x="981900" y="12179"/>
                </a:lnTo>
                <a:close/>
              </a:path>
              <a:path w="1008379" h="782955">
                <a:moveTo>
                  <a:pt x="1007783" y="758545"/>
                </a:moveTo>
                <a:lnTo>
                  <a:pt x="994079" y="758545"/>
                </a:lnTo>
                <a:lnTo>
                  <a:pt x="981900" y="770724"/>
                </a:lnTo>
                <a:lnTo>
                  <a:pt x="1007783" y="770724"/>
                </a:lnTo>
                <a:lnTo>
                  <a:pt x="1007783" y="758545"/>
                </a:lnTo>
                <a:close/>
              </a:path>
              <a:path w="1008379" h="782955">
                <a:moveTo>
                  <a:pt x="24358" y="12179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79"/>
                </a:lnTo>
                <a:close/>
              </a:path>
              <a:path w="1008379" h="782955">
                <a:moveTo>
                  <a:pt x="981900" y="12179"/>
                </a:moveTo>
                <a:lnTo>
                  <a:pt x="24358" y="12179"/>
                </a:lnTo>
                <a:lnTo>
                  <a:pt x="24358" y="25895"/>
                </a:lnTo>
                <a:lnTo>
                  <a:pt x="981900" y="25895"/>
                </a:lnTo>
                <a:lnTo>
                  <a:pt x="981900" y="12179"/>
                </a:lnTo>
                <a:close/>
              </a:path>
              <a:path w="1008379" h="782955">
                <a:moveTo>
                  <a:pt x="1007783" y="12179"/>
                </a:moveTo>
                <a:lnTo>
                  <a:pt x="981900" y="12179"/>
                </a:lnTo>
                <a:lnTo>
                  <a:pt x="994079" y="25895"/>
                </a:lnTo>
                <a:lnTo>
                  <a:pt x="1007783" y="25895"/>
                </a:lnTo>
                <a:lnTo>
                  <a:pt x="1007783" y="12179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306309" y="2018715"/>
            <a:ext cx="68199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Clock  Divider  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1_000</a:t>
            </a:r>
            <a:r>
              <a:rPr sz="1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455050" y="2916897"/>
            <a:ext cx="1172210" cy="233045"/>
          </a:xfrm>
          <a:custGeom>
            <a:avLst/>
            <a:gdLst/>
            <a:ahLst/>
            <a:cxnLst/>
            <a:rect l="l" t="t" r="r" b="b"/>
            <a:pathLst>
              <a:path w="1172209" h="233044">
                <a:moveTo>
                  <a:pt x="1172197" y="0"/>
                </a:moveTo>
                <a:lnTo>
                  <a:pt x="0" y="0"/>
                </a:lnTo>
                <a:lnTo>
                  <a:pt x="0" y="233045"/>
                </a:lnTo>
                <a:lnTo>
                  <a:pt x="1172197" y="233045"/>
                </a:lnTo>
                <a:lnTo>
                  <a:pt x="1172197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42871" y="2903181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0459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52844"/>
                </a:lnTo>
                <a:lnTo>
                  <a:pt x="6083" y="258940"/>
                </a:lnTo>
                <a:lnTo>
                  <a:pt x="1190459" y="258940"/>
                </a:lnTo>
                <a:lnTo>
                  <a:pt x="1196555" y="252844"/>
                </a:lnTo>
                <a:lnTo>
                  <a:pt x="1196555" y="246761"/>
                </a:lnTo>
                <a:lnTo>
                  <a:pt x="25882" y="246761"/>
                </a:lnTo>
                <a:lnTo>
                  <a:pt x="12179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96"/>
                </a:lnTo>
                <a:lnTo>
                  <a:pt x="1190459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2179" y="233045"/>
                </a:lnTo>
                <a:lnTo>
                  <a:pt x="25882" y="246761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61"/>
                </a:lnTo>
                <a:lnTo>
                  <a:pt x="1172197" y="246761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61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61"/>
                </a:lnTo>
                <a:lnTo>
                  <a:pt x="1196555" y="246761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455050" y="2935020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output</a:t>
            </a:r>
            <a:r>
              <a:rPr sz="1050" b="1" i="1" spc="-3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5" dirty="0">
                <a:solidFill>
                  <a:srgbClr val="BEBEBE"/>
                </a:solidFill>
                <a:latin typeface="Times New Roman"/>
                <a:cs typeface="Times New Roman"/>
              </a:rPr>
              <a:t>FND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418512" y="1453108"/>
            <a:ext cx="1215390" cy="303530"/>
          </a:xfrm>
          <a:custGeom>
            <a:avLst/>
            <a:gdLst/>
            <a:ahLst/>
            <a:cxnLst/>
            <a:rect l="l" t="t" r="r" b="b"/>
            <a:pathLst>
              <a:path w="1215390" h="303530">
                <a:moveTo>
                  <a:pt x="120873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97027"/>
                </a:lnTo>
                <a:lnTo>
                  <a:pt x="6083" y="303123"/>
                </a:lnTo>
                <a:lnTo>
                  <a:pt x="1208735" y="303123"/>
                </a:lnTo>
                <a:lnTo>
                  <a:pt x="1214818" y="297027"/>
                </a:lnTo>
                <a:lnTo>
                  <a:pt x="1214818" y="289407"/>
                </a:lnTo>
                <a:lnTo>
                  <a:pt x="25882" y="289407"/>
                </a:lnTo>
                <a:lnTo>
                  <a:pt x="13703" y="277228"/>
                </a:lnTo>
                <a:lnTo>
                  <a:pt x="25882" y="277228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5"/>
                </a:lnTo>
                <a:lnTo>
                  <a:pt x="1214818" y="13715"/>
                </a:lnTo>
                <a:lnTo>
                  <a:pt x="1214818" y="6096"/>
                </a:lnTo>
                <a:lnTo>
                  <a:pt x="1208735" y="0"/>
                </a:lnTo>
                <a:close/>
              </a:path>
              <a:path w="1215390" h="303530">
                <a:moveTo>
                  <a:pt x="25882" y="277228"/>
                </a:moveTo>
                <a:lnTo>
                  <a:pt x="13703" y="277228"/>
                </a:lnTo>
                <a:lnTo>
                  <a:pt x="25882" y="289407"/>
                </a:lnTo>
                <a:lnTo>
                  <a:pt x="25882" y="277228"/>
                </a:lnTo>
                <a:close/>
              </a:path>
              <a:path w="1215390" h="303530">
                <a:moveTo>
                  <a:pt x="1188935" y="277228"/>
                </a:moveTo>
                <a:lnTo>
                  <a:pt x="25882" y="277228"/>
                </a:lnTo>
                <a:lnTo>
                  <a:pt x="25882" y="289407"/>
                </a:lnTo>
                <a:lnTo>
                  <a:pt x="1188935" y="289407"/>
                </a:lnTo>
                <a:lnTo>
                  <a:pt x="1188935" y="277228"/>
                </a:lnTo>
                <a:close/>
              </a:path>
              <a:path w="1215390" h="303530">
                <a:moveTo>
                  <a:pt x="1188935" y="13715"/>
                </a:moveTo>
                <a:lnTo>
                  <a:pt x="1188935" y="289407"/>
                </a:lnTo>
                <a:lnTo>
                  <a:pt x="1202639" y="277228"/>
                </a:lnTo>
                <a:lnTo>
                  <a:pt x="1214818" y="277228"/>
                </a:lnTo>
                <a:lnTo>
                  <a:pt x="1214818" y="25895"/>
                </a:lnTo>
                <a:lnTo>
                  <a:pt x="1202639" y="25895"/>
                </a:lnTo>
                <a:lnTo>
                  <a:pt x="1188935" y="13715"/>
                </a:lnTo>
                <a:close/>
              </a:path>
              <a:path w="1215390" h="303530">
                <a:moveTo>
                  <a:pt x="1214818" y="277228"/>
                </a:moveTo>
                <a:lnTo>
                  <a:pt x="1202639" y="277228"/>
                </a:lnTo>
                <a:lnTo>
                  <a:pt x="1188935" y="289407"/>
                </a:lnTo>
                <a:lnTo>
                  <a:pt x="1214818" y="289407"/>
                </a:lnTo>
                <a:lnTo>
                  <a:pt x="1214818" y="277228"/>
                </a:lnTo>
                <a:close/>
              </a:path>
              <a:path w="1215390" h="303530">
                <a:moveTo>
                  <a:pt x="25882" y="13715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5"/>
                </a:lnTo>
                <a:close/>
              </a:path>
              <a:path w="1215390" h="303530">
                <a:moveTo>
                  <a:pt x="1188935" y="13715"/>
                </a:moveTo>
                <a:lnTo>
                  <a:pt x="25882" y="13715"/>
                </a:lnTo>
                <a:lnTo>
                  <a:pt x="25882" y="25895"/>
                </a:lnTo>
                <a:lnTo>
                  <a:pt x="1188935" y="25895"/>
                </a:lnTo>
                <a:lnTo>
                  <a:pt x="1188935" y="13715"/>
                </a:lnTo>
                <a:close/>
              </a:path>
              <a:path w="1215390" h="303530">
                <a:moveTo>
                  <a:pt x="1214818" y="13715"/>
                </a:moveTo>
                <a:lnTo>
                  <a:pt x="1188935" y="13715"/>
                </a:lnTo>
                <a:lnTo>
                  <a:pt x="1202639" y="25895"/>
                </a:lnTo>
                <a:lnTo>
                  <a:pt x="1214818" y="25895"/>
                </a:lnTo>
                <a:lnTo>
                  <a:pt x="1214818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455050" y="1466824"/>
            <a:ext cx="1172210" cy="276225"/>
          </a:xfrm>
          <a:prstGeom prst="rect">
            <a:avLst/>
          </a:prstGeom>
          <a:solidFill>
            <a:srgbClr val="FDE9D9"/>
          </a:solidFill>
        </p:spPr>
        <p:txBody>
          <a:bodyPr vert="horz" wrap="square" lIns="0" tIns="5080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400"/>
              </a:spcBef>
            </a:pPr>
            <a:r>
              <a:rPr sz="1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clk</a:t>
            </a:r>
            <a:r>
              <a:rPr sz="10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50" i="1" spc="-30" dirty="0">
                <a:solidFill>
                  <a:srgbClr val="FF0000"/>
                </a:solidFill>
                <a:latin typeface="Wingdings"/>
                <a:cs typeface="Wingdings"/>
              </a:rPr>
              <a:t></a:t>
            </a:r>
            <a:r>
              <a:rPr sz="10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450478" y="1795830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36774" y="1782127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48"/>
                </a:lnTo>
                <a:lnTo>
                  <a:pt x="25882" y="246748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82"/>
                </a:lnTo>
                <a:lnTo>
                  <a:pt x="13703" y="25882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83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48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48"/>
                </a:lnTo>
                <a:lnTo>
                  <a:pt x="1172197" y="246748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48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82"/>
                </a:lnTo>
                <a:lnTo>
                  <a:pt x="1184376" y="25882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48"/>
                </a:lnTo>
                <a:lnTo>
                  <a:pt x="1196555" y="246748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82"/>
                </a:lnTo>
                <a:lnTo>
                  <a:pt x="25882" y="25882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82"/>
                </a:lnTo>
                <a:lnTo>
                  <a:pt x="1172197" y="25882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82"/>
                </a:lnTo>
                <a:lnTo>
                  <a:pt x="1196555" y="25882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455050" y="1813814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105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reset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450478" y="2077618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36774" y="2063915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48"/>
                </a:lnTo>
                <a:lnTo>
                  <a:pt x="25882" y="246748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83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48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48"/>
                </a:lnTo>
                <a:lnTo>
                  <a:pt x="1172197" y="246748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48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48"/>
                </a:lnTo>
                <a:lnTo>
                  <a:pt x="1196555" y="246748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455050" y="2095677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</a:t>
            </a:r>
            <a:r>
              <a:rPr sz="1050" b="1" i="1" spc="21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5" dirty="0">
                <a:solidFill>
                  <a:srgbClr val="BEBEBE"/>
                </a:solidFill>
                <a:latin typeface="Times New Roman"/>
                <a:cs typeface="Times New Roman"/>
              </a:rPr>
              <a:t>UpDown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450478" y="2350274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36774" y="2336558"/>
            <a:ext cx="1196975" cy="259079"/>
          </a:xfrm>
          <a:custGeom>
            <a:avLst/>
            <a:gdLst/>
            <a:ahLst/>
            <a:cxnLst/>
            <a:rect l="l" t="t" r="r" b="b"/>
            <a:pathLst>
              <a:path w="1196975" h="259080">
                <a:moveTo>
                  <a:pt x="119199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252844"/>
                </a:lnTo>
                <a:lnTo>
                  <a:pt x="6096" y="258940"/>
                </a:lnTo>
                <a:lnTo>
                  <a:pt x="1191996" y="258940"/>
                </a:lnTo>
                <a:lnTo>
                  <a:pt x="1196555" y="252844"/>
                </a:lnTo>
                <a:lnTo>
                  <a:pt x="1196555" y="246761"/>
                </a:lnTo>
                <a:lnTo>
                  <a:pt x="25882" y="246761"/>
                </a:lnTo>
                <a:lnTo>
                  <a:pt x="13703" y="233045"/>
                </a:lnTo>
                <a:lnTo>
                  <a:pt x="25882" y="233045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1196555" y="13703"/>
                </a:lnTo>
                <a:lnTo>
                  <a:pt x="1196555" y="6096"/>
                </a:lnTo>
                <a:lnTo>
                  <a:pt x="1191996" y="0"/>
                </a:lnTo>
                <a:close/>
              </a:path>
              <a:path w="1196975" h="259080">
                <a:moveTo>
                  <a:pt x="25882" y="233045"/>
                </a:moveTo>
                <a:lnTo>
                  <a:pt x="13703" y="233045"/>
                </a:lnTo>
                <a:lnTo>
                  <a:pt x="25882" y="246761"/>
                </a:lnTo>
                <a:lnTo>
                  <a:pt x="25882" y="233045"/>
                </a:lnTo>
                <a:close/>
              </a:path>
              <a:path w="1196975" h="259080">
                <a:moveTo>
                  <a:pt x="1172197" y="233045"/>
                </a:moveTo>
                <a:lnTo>
                  <a:pt x="25882" y="233045"/>
                </a:lnTo>
                <a:lnTo>
                  <a:pt x="25882" y="246761"/>
                </a:lnTo>
                <a:lnTo>
                  <a:pt x="1172197" y="246761"/>
                </a:lnTo>
                <a:lnTo>
                  <a:pt x="1172197" y="233045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1172197" y="246761"/>
                </a:lnTo>
                <a:lnTo>
                  <a:pt x="1184376" y="233045"/>
                </a:lnTo>
                <a:lnTo>
                  <a:pt x="1196555" y="233045"/>
                </a:lnTo>
                <a:lnTo>
                  <a:pt x="1196555" y="25895"/>
                </a:lnTo>
                <a:lnTo>
                  <a:pt x="1184376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233045"/>
                </a:moveTo>
                <a:lnTo>
                  <a:pt x="1184376" y="233045"/>
                </a:lnTo>
                <a:lnTo>
                  <a:pt x="1172197" y="246761"/>
                </a:lnTo>
                <a:lnTo>
                  <a:pt x="1196555" y="246761"/>
                </a:lnTo>
                <a:lnTo>
                  <a:pt x="1196555" y="233045"/>
                </a:lnTo>
                <a:close/>
              </a:path>
              <a:path w="1196975" h="259080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1196975" h="259080">
                <a:moveTo>
                  <a:pt x="1172197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1172197" y="25895"/>
                </a:lnTo>
                <a:lnTo>
                  <a:pt x="1172197" y="13703"/>
                </a:lnTo>
                <a:close/>
              </a:path>
              <a:path w="1196975" h="259080">
                <a:moveTo>
                  <a:pt x="1196555" y="13703"/>
                </a:moveTo>
                <a:lnTo>
                  <a:pt x="1172197" y="13703"/>
                </a:lnTo>
                <a:lnTo>
                  <a:pt x="1184376" y="25895"/>
                </a:lnTo>
                <a:lnTo>
                  <a:pt x="1196555" y="25895"/>
                </a:lnTo>
                <a:lnTo>
                  <a:pt x="1196555" y="1370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455050" y="2368232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 [3:0]</a:t>
            </a:r>
            <a:r>
              <a:rPr sz="1050" b="1" i="1" spc="-5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050" b="1" i="1" spc="-5" dirty="0">
                <a:solidFill>
                  <a:srgbClr val="BEBEBE"/>
                </a:solidFill>
                <a:latin typeface="Times New Roman"/>
                <a:cs typeface="Times New Roman"/>
              </a:rPr>
              <a:t>iny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450478" y="2624442"/>
            <a:ext cx="1170940" cy="233045"/>
          </a:xfrm>
          <a:custGeom>
            <a:avLst/>
            <a:gdLst/>
            <a:ahLst/>
            <a:cxnLst/>
            <a:rect l="l" t="t" r="r" b="b"/>
            <a:pathLst>
              <a:path w="1170940" h="233044">
                <a:moveTo>
                  <a:pt x="1170673" y="0"/>
                </a:moveTo>
                <a:lnTo>
                  <a:pt x="0" y="0"/>
                </a:lnTo>
                <a:lnTo>
                  <a:pt x="0" y="233045"/>
                </a:lnTo>
                <a:lnTo>
                  <a:pt x="1170673" y="233045"/>
                </a:lnTo>
                <a:lnTo>
                  <a:pt x="1170673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36774" y="2612250"/>
            <a:ext cx="1196975" cy="257810"/>
          </a:xfrm>
          <a:custGeom>
            <a:avLst/>
            <a:gdLst/>
            <a:ahLst/>
            <a:cxnLst/>
            <a:rect l="l" t="t" r="r" b="b"/>
            <a:pathLst>
              <a:path w="1196975" h="257810">
                <a:moveTo>
                  <a:pt x="1191996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251332"/>
                </a:lnTo>
                <a:lnTo>
                  <a:pt x="6096" y="257416"/>
                </a:lnTo>
                <a:lnTo>
                  <a:pt x="1191996" y="257416"/>
                </a:lnTo>
                <a:lnTo>
                  <a:pt x="1196555" y="251332"/>
                </a:lnTo>
                <a:lnTo>
                  <a:pt x="1196555" y="245237"/>
                </a:lnTo>
                <a:lnTo>
                  <a:pt x="25882" y="245237"/>
                </a:lnTo>
                <a:lnTo>
                  <a:pt x="13703" y="233044"/>
                </a:lnTo>
                <a:lnTo>
                  <a:pt x="25882" y="233044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1196555" y="12191"/>
                </a:lnTo>
                <a:lnTo>
                  <a:pt x="1196555" y="4571"/>
                </a:lnTo>
                <a:lnTo>
                  <a:pt x="1191996" y="0"/>
                </a:lnTo>
                <a:close/>
              </a:path>
              <a:path w="1196975" h="257810">
                <a:moveTo>
                  <a:pt x="25882" y="233044"/>
                </a:moveTo>
                <a:lnTo>
                  <a:pt x="13703" y="233044"/>
                </a:lnTo>
                <a:lnTo>
                  <a:pt x="25882" y="245237"/>
                </a:lnTo>
                <a:lnTo>
                  <a:pt x="25882" y="233044"/>
                </a:lnTo>
                <a:close/>
              </a:path>
              <a:path w="1196975" h="257810">
                <a:moveTo>
                  <a:pt x="1172197" y="233044"/>
                </a:moveTo>
                <a:lnTo>
                  <a:pt x="25882" y="233044"/>
                </a:lnTo>
                <a:lnTo>
                  <a:pt x="25882" y="245237"/>
                </a:lnTo>
                <a:lnTo>
                  <a:pt x="1172197" y="245237"/>
                </a:lnTo>
                <a:lnTo>
                  <a:pt x="1172197" y="233044"/>
                </a:lnTo>
                <a:close/>
              </a:path>
              <a:path w="1196975" h="257810">
                <a:moveTo>
                  <a:pt x="1172197" y="12191"/>
                </a:moveTo>
                <a:lnTo>
                  <a:pt x="1172197" y="245237"/>
                </a:lnTo>
                <a:lnTo>
                  <a:pt x="1184376" y="233044"/>
                </a:lnTo>
                <a:lnTo>
                  <a:pt x="1196555" y="233044"/>
                </a:lnTo>
                <a:lnTo>
                  <a:pt x="1196555" y="24371"/>
                </a:lnTo>
                <a:lnTo>
                  <a:pt x="1184376" y="24371"/>
                </a:lnTo>
                <a:lnTo>
                  <a:pt x="1172197" y="12191"/>
                </a:lnTo>
                <a:close/>
              </a:path>
              <a:path w="1196975" h="257810">
                <a:moveTo>
                  <a:pt x="1196555" y="233044"/>
                </a:moveTo>
                <a:lnTo>
                  <a:pt x="1184376" y="233044"/>
                </a:lnTo>
                <a:lnTo>
                  <a:pt x="1172197" y="245237"/>
                </a:lnTo>
                <a:lnTo>
                  <a:pt x="1196555" y="245237"/>
                </a:lnTo>
                <a:lnTo>
                  <a:pt x="1196555" y="233044"/>
                </a:lnTo>
                <a:close/>
              </a:path>
              <a:path w="1196975" h="257810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1196975" h="257810">
                <a:moveTo>
                  <a:pt x="1172197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1172197" y="24371"/>
                </a:lnTo>
                <a:lnTo>
                  <a:pt x="1172197" y="12191"/>
                </a:lnTo>
                <a:close/>
              </a:path>
              <a:path w="1196975" h="257810">
                <a:moveTo>
                  <a:pt x="1196555" y="12191"/>
                </a:moveTo>
                <a:lnTo>
                  <a:pt x="1172197" y="12191"/>
                </a:lnTo>
                <a:lnTo>
                  <a:pt x="1184376" y="24371"/>
                </a:lnTo>
                <a:lnTo>
                  <a:pt x="1196555" y="24371"/>
                </a:lnTo>
                <a:lnTo>
                  <a:pt x="1196555" y="12191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455050" y="2642781"/>
            <a:ext cx="117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BEBEBE"/>
                </a:solidFill>
                <a:latin typeface="Times New Roman"/>
                <a:cs typeface="Times New Roman"/>
              </a:rPr>
              <a:t>input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373839" y="4171987"/>
            <a:ext cx="1094740" cy="76200"/>
          </a:xfrm>
          <a:custGeom>
            <a:avLst/>
            <a:gdLst/>
            <a:ahLst/>
            <a:cxnLst/>
            <a:rect l="l" t="t" r="r" b="b"/>
            <a:pathLst>
              <a:path w="1094739" h="76200">
                <a:moveTo>
                  <a:pt x="1018438" y="0"/>
                </a:moveTo>
                <a:lnTo>
                  <a:pt x="1018438" y="76161"/>
                </a:lnTo>
                <a:lnTo>
                  <a:pt x="1085421" y="42659"/>
                </a:lnTo>
                <a:lnTo>
                  <a:pt x="1030617" y="42659"/>
                </a:lnTo>
                <a:lnTo>
                  <a:pt x="1030617" y="33515"/>
                </a:lnTo>
                <a:lnTo>
                  <a:pt x="1085424" y="33515"/>
                </a:lnTo>
                <a:lnTo>
                  <a:pt x="1018438" y="0"/>
                </a:lnTo>
                <a:close/>
              </a:path>
              <a:path w="1094739" h="76200">
                <a:moveTo>
                  <a:pt x="1018438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1018438" y="42659"/>
                </a:lnTo>
                <a:lnTo>
                  <a:pt x="1018438" y="33515"/>
                </a:lnTo>
                <a:close/>
              </a:path>
              <a:path w="1094739" h="76200">
                <a:moveTo>
                  <a:pt x="1085424" y="33515"/>
                </a:moveTo>
                <a:lnTo>
                  <a:pt x="1030617" y="33515"/>
                </a:lnTo>
                <a:lnTo>
                  <a:pt x="1030617" y="42659"/>
                </a:lnTo>
                <a:lnTo>
                  <a:pt x="1085421" y="42659"/>
                </a:lnTo>
                <a:lnTo>
                  <a:pt x="1094562" y="38087"/>
                </a:lnTo>
                <a:lnTo>
                  <a:pt x="1085424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10144" y="2737154"/>
            <a:ext cx="76123" cy="1980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611668" y="3393643"/>
            <a:ext cx="76123" cy="2300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78485" y="2319807"/>
            <a:ext cx="478155" cy="402590"/>
          </a:xfrm>
          <a:custGeom>
            <a:avLst/>
            <a:gdLst/>
            <a:ahLst/>
            <a:cxnLst/>
            <a:rect l="l" t="t" r="r" b="b"/>
            <a:pathLst>
              <a:path w="478154" h="402589">
                <a:moveTo>
                  <a:pt x="234442" y="392976"/>
                </a:moveTo>
                <a:lnTo>
                  <a:pt x="0" y="392976"/>
                </a:lnTo>
                <a:lnTo>
                  <a:pt x="0" y="402120"/>
                </a:lnTo>
                <a:lnTo>
                  <a:pt x="242049" y="402120"/>
                </a:lnTo>
                <a:lnTo>
                  <a:pt x="243573" y="400596"/>
                </a:lnTo>
                <a:lnTo>
                  <a:pt x="243573" y="397548"/>
                </a:lnTo>
                <a:lnTo>
                  <a:pt x="234442" y="397548"/>
                </a:lnTo>
                <a:lnTo>
                  <a:pt x="234442" y="392976"/>
                </a:lnTo>
                <a:close/>
              </a:path>
              <a:path w="478154" h="402589">
                <a:moveTo>
                  <a:pt x="401891" y="33502"/>
                </a:moveTo>
                <a:lnTo>
                  <a:pt x="235953" y="33502"/>
                </a:lnTo>
                <a:lnTo>
                  <a:pt x="234442" y="35026"/>
                </a:lnTo>
                <a:lnTo>
                  <a:pt x="234442" y="397548"/>
                </a:lnTo>
                <a:lnTo>
                  <a:pt x="239001" y="392976"/>
                </a:lnTo>
                <a:lnTo>
                  <a:pt x="243573" y="392976"/>
                </a:lnTo>
                <a:lnTo>
                  <a:pt x="243573" y="42646"/>
                </a:lnTo>
                <a:lnTo>
                  <a:pt x="239001" y="42646"/>
                </a:lnTo>
                <a:lnTo>
                  <a:pt x="243573" y="38074"/>
                </a:lnTo>
                <a:lnTo>
                  <a:pt x="401891" y="38074"/>
                </a:lnTo>
                <a:lnTo>
                  <a:pt x="401891" y="33502"/>
                </a:lnTo>
                <a:close/>
              </a:path>
              <a:path w="478154" h="402589">
                <a:moveTo>
                  <a:pt x="243573" y="392976"/>
                </a:moveTo>
                <a:lnTo>
                  <a:pt x="239001" y="392976"/>
                </a:lnTo>
                <a:lnTo>
                  <a:pt x="234442" y="397548"/>
                </a:lnTo>
                <a:lnTo>
                  <a:pt x="243573" y="397548"/>
                </a:lnTo>
                <a:lnTo>
                  <a:pt x="243573" y="392976"/>
                </a:lnTo>
                <a:close/>
              </a:path>
              <a:path w="478154" h="402589">
                <a:moveTo>
                  <a:pt x="401891" y="0"/>
                </a:moveTo>
                <a:lnTo>
                  <a:pt x="401891" y="76161"/>
                </a:lnTo>
                <a:lnTo>
                  <a:pt x="468877" y="42646"/>
                </a:lnTo>
                <a:lnTo>
                  <a:pt x="414070" y="42646"/>
                </a:lnTo>
                <a:lnTo>
                  <a:pt x="414070" y="33502"/>
                </a:lnTo>
                <a:lnTo>
                  <a:pt x="468874" y="33502"/>
                </a:lnTo>
                <a:lnTo>
                  <a:pt x="401891" y="0"/>
                </a:lnTo>
                <a:close/>
              </a:path>
              <a:path w="478154" h="402589">
                <a:moveTo>
                  <a:pt x="243573" y="38074"/>
                </a:moveTo>
                <a:lnTo>
                  <a:pt x="239001" y="42646"/>
                </a:lnTo>
                <a:lnTo>
                  <a:pt x="243573" y="42646"/>
                </a:lnTo>
                <a:lnTo>
                  <a:pt x="243573" y="38074"/>
                </a:lnTo>
                <a:close/>
              </a:path>
              <a:path w="478154" h="402589">
                <a:moveTo>
                  <a:pt x="401891" y="38074"/>
                </a:moveTo>
                <a:lnTo>
                  <a:pt x="243573" y="38074"/>
                </a:lnTo>
                <a:lnTo>
                  <a:pt x="243573" y="42646"/>
                </a:lnTo>
                <a:lnTo>
                  <a:pt x="401891" y="42646"/>
                </a:lnTo>
                <a:lnTo>
                  <a:pt x="401891" y="38074"/>
                </a:lnTo>
                <a:close/>
              </a:path>
              <a:path w="478154" h="402589">
                <a:moveTo>
                  <a:pt x="468874" y="33502"/>
                </a:moveTo>
                <a:lnTo>
                  <a:pt x="414070" y="33502"/>
                </a:lnTo>
                <a:lnTo>
                  <a:pt x="414070" y="42646"/>
                </a:lnTo>
                <a:lnTo>
                  <a:pt x="468877" y="42646"/>
                </a:lnTo>
                <a:lnTo>
                  <a:pt x="478015" y="38074"/>
                </a:lnTo>
                <a:lnTo>
                  <a:pt x="468874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78485" y="2834639"/>
            <a:ext cx="478155" cy="368935"/>
          </a:xfrm>
          <a:custGeom>
            <a:avLst/>
            <a:gdLst/>
            <a:ahLst/>
            <a:cxnLst/>
            <a:rect l="l" t="t" r="r" b="b"/>
            <a:pathLst>
              <a:path w="478154" h="368935">
                <a:moveTo>
                  <a:pt x="401891" y="292455"/>
                </a:moveTo>
                <a:lnTo>
                  <a:pt x="401891" y="368604"/>
                </a:lnTo>
                <a:lnTo>
                  <a:pt x="468874" y="335102"/>
                </a:lnTo>
                <a:lnTo>
                  <a:pt x="414070" y="335102"/>
                </a:lnTo>
                <a:lnTo>
                  <a:pt x="414070" y="325958"/>
                </a:lnTo>
                <a:lnTo>
                  <a:pt x="468874" y="325958"/>
                </a:lnTo>
                <a:lnTo>
                  <a:pt x="401891" y="292455"/>
                </a:lnTo>
                <a:close/>
              </a:path>
              <a:path w="478154" h="368935">
                <a:moveTo>
                  <a:pt x="234442" y="4572"/>
                </a:moveTo>
                <a:lnTo>
                  <a:pt x="234442" y="333578"/>
                </a:lnTo>
                <a:lnTo>
                  <a:pt x="235953" y="335102"/>
                </a:lnTo>
                <a:lnTo>
                  <a:pt x="401891" y="335102"/>
                </a:lnTo>
                <a:lnTo>
                  <a:pt x="401891" y="330530"/>
                </a:lnTo>
                <a:lnTo>
                  <a:pt x="243573" y="330530"/>
                </a:lnTo>
                <a:lnTo>
                  <a:pt x="239001" y="325958"/>
                </a:lnTo>
                <a:lnTo>
                  <a:pt x="243573" y="325958"/>
                </a:lnTo>
                <a:lnTo>
                  <a:pt x="243573" y="9144"/>
                </a:lnTo>
                <a:lnTo>
                  <a:pt x="239001" y="9144"/>
                </a:lnTo>
                <a:lnTo>
                  <a:pt x="234442" y="4572"/>
                </a:lnTo>
                <a:close/>
              </a:path>
              <a:path w="478154" h="368935">
                <a:moveTo>
                  <a:pt x="468874" y="325958"/>
                </a:moveTo>
                <a:lnTo>
                  <a:pt x="414070" y="325958"/>
                </a:lnTo>
                <a:lnTo>
                  <a:pt x="414070" y="335102"/>
                </a:lnTo>
                <a:lnTo>
                  <a:pt x="468874" y="335102"/>
                </a:lnTo>
                <a:lnTo>
                  <a:pt x="478015" y="330530"/>
                </a:lnTo>
                <a:lnTo>
                  <a:pt x="468874" y="325958"/>
                </a:lnTo>
                <a:close/>
              </a:path>
              <a:path w="478154" h="368935">
                <a:moveTo>
                  <a:pt x="243573" y="325958"/>
                </a:moveTo>
                <a:lnTo>
                  <a:pt x="239001" y="325958"/>
                </a:lnTo>
                <a:lnTo>
                  <a:pt x="243573" y="330530"/>
                </a:lnTo>
                <a:lnTo>
                  <a:pt x="243573" y="325958"/>
                </a:lnTo>
                <a:close/>
              </a:path>
              <a:path w="478154" h="368935">
                <a:moveTo>
                  <a:pt x="401891" y="325958"/>
                </a:moveTo>
                <a:lnTo>
                  <a:pt x="243573" y="325958"/>
                </a:lnTo>
                <a:lnTo>
                  <a:pt x="243573" y="330530"/>
                </a:lnTo>
                <a:lnTo>
                  <a:pt x="401891" y="330530"/>
                </a:lnTo>
                <a:lnTo>
                  <a:pt x="401891" y="325958"/>
                </a:lnTo>
                <a:close/>
              </a:path>
              <a:path w="478154" h="368935">
                <a:moveTo>
                  <a:pt x="242049" y="0"/>
                </a:moveTo>
                <a:lnTo>
                  <a:pt x="0" y="0"/>
                </a:lnTo>
                <a:lnTo>
                  <a:pt x="0" y="9144"/>
                </a:lnTo>
                <a:lnTo>
                  <a:pt x="234442" y="9144"/>
                </a:lnTo>
                <a:lnTo>
                  <a:pt x="234442" y="4572"/>
                </a:lnTo>
                <a:lnTo>
                  <a:pt x="243573" y="4572"/>
                </a:lnTo>
                <a:lnTo>
                  <a:pt x="243573" y="1524"/>
                </a:lnTo>
                <a:lnTo>
                  <a:pt x="242049" y="0"/>
                </a:lnTo>
                <a:close/>
              </a:path>
              <a:path w="478154" h="368935">
                <a:moveTo>
                  <a:pt x="243573" y="4572"/>
                </a:moveTo>
                <a:lnTo>
                  <a:pt x="234442" y="4572"/>
                </a:lnTo>
                <a:lnTo>
                  <a:pt x="239001" y="9144"/>
                </a:lnTo>
                <a:lnTo>
                  <a:pt x="243573" y="9144"/>
                </a:lnTo>
                <a:lnTo>
                  <a:pt x="243573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78485" y="1745564"/>
            <a:ext cx="1008380" cy="425450"/>
          </a:xfrm>
          <a:custGeom>
            <a:avLst/>
            <a:gdLst/>
            <a:ahLst/>
            <a:cxnLst/>
            <a:rect l="l" t="t" r="r" b="b"/>
            <a:pathLst>
              <a:path w="1008379" h="425450">
                <a:moveTo>
                  <a:pt x="234442" y="415823"/>
                </a:moveTo>
                <a:lnTo>
                  <a:pt x="0" y="415823"/>
                </a:lnTo>
                <a:lnTo>
                  <a:pt x="0" y="424967"/>
                </a:lnTo>
                <a:lnTo>
                  <a:pt x="242049" y="424967"/>
                </a:lnTo>
                <a:lnTo>
                  <a:pt x="243573" y="423443"/>
                </a:lnTo>
                <a:lnTo>
                  <a:pt x="243573" y="420395"/>
                </a:lnTo>
                <a:lnTo>
                  <a:pt x="234442" y="420395"/>
                </a:lnTo>
                <a:lnTo>
                  <a:pt x="234442" y="415823"/>
                </a:lnTo>
                <a:close/>
              </a:path>
              <a:path w="1008379" h="425450">
                <a:moveTo>
                  <a:pt x="971245" y="0"/>
                </a:moveTo>
                <a:lnTo>
                  <a:pt x="235953" y="0"/>
                </a:lnTo>
                <a:lnTo>
                  <a:pt x="234442" y="3047"/>
                </a:lnTo>
                <a:lnTo>
                  <a:pt x="234442" y="420395"/>
                </a:lnTo>
                <a:lnTo>
                  <a:pt x="239001" y="415823"/>
                </a:lnTo>
                <a:lnTo>
                  <a:pt x="243573" y="415823"/>
                </a:lnTo>
                <a:lnTo>
                  <a:pt x="243573" y="9143"/>
                </a:lnTo>
                <a:lnTo>
                  <a:pt x="239001" y="9143"/>
                </a:lnTo>
                <a:lnTo>
                  <a:pt x="243573" y="4571"/>
                </a:lnTo>
                <a:lnTo>
                  <a:pt x="974293" y="4571"/>
                </a:lnTo>
                <a:lnTo>
                  <a:pt x="974293" y="3047"/>
                </a:lnTo>
                <a:lnTo>
                  <a:pt x="971245" y="0"/>
                </a:lnTo>
                <a:close/>
              </a:path>
              <a:path w="1008379" h="425450">
                <a:moveTo>
                  <a:pt x="243573" y="415823"/>
                </a:moveTo>
                <a:lnTo>
                  <a:pt x="239001" y="415823"/>
                </a:lnTo>
                <a:lnTo>
                  <a:pt x="234442" y="420395"/>
                </a:lnTo>
                <a:lnTo>
                  <a:pt x="243573" y="420395"/>
                </a:lnTo>
                <a:lnTo>
                  <a:pt x="243573" y="415823"/>
                </a:lnTo>
                <a:close/>
              </a:path>
              <a:path w="1008379" h="425450">
                <a:moveTo>
                  <a:pt x="965161" y="156883"/>
                </a:moveTo>
                <a:lnTo>
                  <a:pt x="931659" y="156883"/>
                </a:lnTo>
                <a:lnTo>
                  <a:pt x="969721" y="233044"/>
                </a:lnTo>
                <a:lnTo>
                  <a:pt x="1000928" y="170599"/>
                </a:lnTo>
                <a:lnTo>
                  <a:pt x="965161" y="170599"/>
                </a:lnTo>
                <a:lnTo>
                  <a:pt x="965161" y="156883"/>
                </a:lnTo>
                <a:close/>
              </a:path>
              <a:path w="1008379" h="425450">
                <a:moveTo>
                  <a:pt x="965161" y="4571"/>
                </a:moveTo>
                <a:lnTo>
                  <a:pt x="965161" y="170599"/>
                </a:lnTo>
                <a:lnTo>
                  <a:pt x="974293" y="170599"/>
                </a:lnTo>
                <a:lnTo>
                  <a:pt x="974293" y="9143"/>
                </a:lnTo>
                <a:lnTo>
                  <a:pt x="969721" y="9143"/>
                </a:lnTo>
                <a:lnTo>
                  <a:pt x="965161" y="4571"/>
                </a:lnTo>
                <a:close/>
              </a:path>
              <a:path w="1008379" h="425450">
                <a:moveTo>
                  <a:pt x="1007783" y="156883"/>
                </a:moveTo>
                <a:lnTo>
                  <a:pt x="974293" y="156883"/>
                </a:lnTo>
                <a:lnTo>
                  <a:pt x="974293" y="170599"/>
                </a:lnTo>
                <a:lnTo>
                  <a:pt x="1000928" y="170599"/>
                </a:lnTo>
                <a:lnTo>
                  <a:pt x="1007783" y="156883"/>
                </a:lnTo>
                <a:close/>
              </a:path>
              <a:path w="1008379" h="425450">
                <a:moveTo>
                  <a:pt x="243573" y="4571"/>
                </a:moveTo>
                <a:lnTo>
                  <a:pt x="239001" y="9143"/>
                </a:lnTo>
                <a:lnTo>
                  <a:pt x="243573" y="9143"/>
                </a:lnTo>
                <a:lnTo>
                  <a:pt x="243573" y="4571"/>
                </a:lnTo>
                <a:close/>
              </a:path>
              <a:path w="1008379" h="425450">
                <a:moveTo>
                  <a:pt x="965161" y="4571"/>
                </a:moveTo>
                <a:lnTo>
                  <a:pt x="243573" y="4571"/>
                </a:lnTo>
                <a:lnTo>
                  <a:pt x="243573" y="9143"/>
                </a:lnTo>
                <a:lnTo>
                  <a:pt x="965161" y="9143"/>
                </a:lnTo>
                <a:lnTo>
                  <a:pt x="965161" y="4571"/>
                </a:lnTo>
                <a:close/>
              </a:path>
              <a:path w="1008379" h="425450">
                <a:moveTo>
                  <a:pt x="974293" y="4571"/>
                </a:moveTo>
                <a:lnTo>
                  <a:pt x="965161" y="4571"/>
                </a:lnTo>
                <a:lnTo>
                  <a:pt x="969721" y="9143"/>
                </a:lnTo>
                <a:lnTo>
                  <a:pt x="974293" y="9143"/>
                </a:lnTo>
                <a:lnTo>
                  <a:pt x="974293" y="45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46759" y="866330"/>
            <a:ext cx="202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Wingdings"/>
                <a:cs typeface="Wingdings"/>
              </a:rPr>
              <a:t>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373839" y="4415701"/>
            <a:ext cx="1091565" cy="76200"/>
          </a:xfrm>
          <a:custGeom>
            <a:avLst/>
            <a:gdLst/>
            <a:ahLst/>
            <a:cxnLst/>
            <a:rect l="l" t="t" r="r" b="b"/>
            <a:pathLst>
              <a:path w="1091564" h="76200">
                <a:moveTo>
                  <a:pt x="1015403" y="0"/>
                </a:moveTo>
                <a:lnTo>
                  <a:pt x="1015403" y="76161"/>
                </a:lnTo>
                <a:lnTo>
                  <a:pt x="1082377" y="42646"/>
                </a:lnTo>
                <a:lnTo>
                  <a:pt x="1027582" y="42646"/>
                </a:lnTo>
                <a:lnTo>
                  <a:pt x="1027582" y="33515"/>
                </a:lnTo>
                <a:lnTo>
                  <a:pt x="1082400" y="33515"/>
                </a:lnTo>
                <a:lnTo>
                  <a:pt x="1015403" y="0"/>
                </a:lnTo>
                <a:close/>
              </a:path>
              <a:path w="1091564" h="76200">
                <a:moveTo>
                  <a:pt x="1015403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1015403" y="42646"/>
                </a:lnTo>
                <a:lnTo>
                  <a:pt x="1015403" y="33515"/>
                </a:lnTo>
                <a:close/>
              </a:path>
              <a:path w="1091564" h="76200">
                <a:moveTo>
                  <a:pt x="1082400" y="33515"/>
                </a:moveTo>
                <a:lnTo>
                  <a:pt x="1027582" y="33515"/>
                </a:lnTo>
                <a:lnTo>
                  <a:pt x="1027582" y="42646"/>
                </a:lnTo>
                <a:lnTo>
                  <a:pt x="1082377" y="42646"/>
                </a:lnTo>
                <a:lnTo>
                  <a:pt x="1091514" y="38074"/>
                </a:lnTo>
                <a:lnTo>
                  <a:pt x="1082400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73839" y="4631994"/>
            <a:ext cx="1089025" cy="76200"/>
          </a:xfrm>
          <a:custGeom>
            <a:avLst/>
            <a:gdLst/>
            <a:ahLst/>
            <a:cxnLst/>
            <a:rect l="l" t="t" r="r" b="b"/>
            <a:pathLst>
              <a:path w="1089025" h="76200">
                <a:moveTo>
                  <a:pt x="1012355" y="0"/>
                </a:moveTo>
                <a:lnTo>
                  <a:pt x="1012355" y="76161"/>
                </a:lnTo>
                <a:lnTo>
                  <a:pt x="1079329" y="42646"/>
                </a:lnTo>
                <a:lnTo>
                  <a:pt x="1024534" y="42646"/>
                </a:lnTo>
                <a:lnTo>
                  <a:pt x="1024534" y="31978"/>
                </a:lnTo>
                <a:lnTo>
                  <a:pt x="1076280" y="31978"/>
                </a:lnTo>
                <a:lnTo>
                  <a:pt x="1012355" y="0"/>
                </a:lnTo>
                <a:close/>
              </a:path>
              <a:path w="1089025" h="76200">
                <a:moveTo>
                  <a:pt x="1012355" y="31978"/>
                </a:moveTo>
                <a:lnTo>
                  <a:pt x="0" y="31978"/>
                </a:lnTo>
                <a:lnTo>
                  <a:pt x="0" y="42646"/>
                </a:lnTo>
                <a:lnTo>
                  <a:pt x="1012355" y="42646"/>
                </a:lnTo>
                <a:lnTo>
                  <a:pt x="1012355" y="31978"/>
                </a:lnTo>
                <a:close/>
              </a:path>
              <a:path w="1089025" h="76200">
                <a:moveTo>
                  <a:pt x="1076280" y="31978"/>
                </a:moveTo>
                <a:lnTo>
                  <a:pt x="1024534" y="31978"/>
                </a:lnTo>
                <a:lnTo>
                  <a:pt x="1024534" y="42646"/>
                </a:lnTo>
                <a:lnTo>
                  <a:pt x="1079329" y="42646"/>
                </a:lnTo>
                <a:lnTo>
                  <a:pt x="1088466" y="38074"/>
                </a:lnTo>
                <a:lnTo>
                  <a:pt x="1076280" y="319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73839" y="4846764"/>
            <a:ext cx="1094740" cy="76200"/>
          </a:xfrm>
          <a:custGeom>
            <a:avLst/>
            <a:gdLst/>
            <a:ahLst/>
            <a:cxnLst/>
            <a:rect l="l" t="t" r="r" b="b"/>
            <a:pathLst>
              <a:path w="1094739" h="76200">
                <a:moveTo>
                  <a:pt x="1018438" y="0"/>
                </a:moveTo>
                <a:lnTo>
                  <a:pt x="1018438" y="76161"/>
                </a:lnTo>
                <a:lnTo>
                  <a:pt x="1085424" y="42646"/>
                </a:lnTo>
                <a:lnTo>
                  <a:pt x="1030617" y="42646"/>
                </a:lnTo>
                <a:lnTo>
                  <a:pt x="1030617" y="33502"/>
                </a:lnTo>
                <a:lnTo>
                  <a:pt x="1085421" y="33502"/>
                </a:lnTo>
                <a:lnTo>
                  <a:pt x="1018438" y="0"/>
                </a:lnTo>
                <a:close/>
              </a:path>
              <a:path w="1094739" h="76200">
                <a:moveTo>
                  <a:pt x="1018438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1018438" y="42646"/>
                </a:lnTo>
                <a:lnTo>
                  <a:pt x="1018438" y="33502"/>
                </a:lnTo>
                <a:close/>
              </a:path>
              <a:path w="1094739" h="76200">
                <a:moveTo>
                  <a:pt x="1085421" y="33502"/>
                </a:moveTo>
                <a:lnTo>
                  <a:pt x="1030617" y="33502"/>
                </a:lnTo>
                <a:lnTo>
                  <a:pt x="1030617" y="42646"/>
                </a:lnTo>
                <a:lnTo>
                  <a:pt x="1085424" y="42646"/>
                </a:lnTo>
                <a:lnTo>
                  <a:pt x="1094562" y="38074"/>
                </a:lnTo>
                <a:lnTo>
                  <a:pt x="1085421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167976" y="1111923"/>
            <a:ext cx="857250" cy="1299845"/>
          </a:xfrm>
          <a:custGeom>
            <a:avLst/>
            <a:gdLst/>
            <a:ahLst/>
            <a:cxnLst/>
            <a:rect l="l" t="t" r="r" b="b"/>
            <a:pathLst>
              <a:path w="857250" h="1299845">
                <a:moveTo>
                  <a:pt x="857072" y="0"/>
                </a:moveTo>
                <a:lnTo>
                  <a:pt x="0" y="0"/>
                </a:lnTo>
                <a:lnTo>
                  <a:pt x="0" y="1299273"/>
                </a:lnTo>
                <a:lnTo>
                  <a:pt x="857072" y="1299273"/>
                </a:lnTo>
                <a:lnTo>
                  <a:pt x="857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54273" y="1099731"/>
            <a:ext cx="883285" cy="1323975"/>
          </a:xfrm>
          <a:custGeom>
            <a:avLst/>
            <a:gdLst/>
            <a:ahLst/>
            <a:cxnLst/>
            <a:rect l="l" t="t" r="r" b="b"/>
            <a:pathLst>
              <a:path w="883285" h="1323975">
                <a:moveTo>
                  <a:pt x="87687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317561"/>
                </a:lnTo>
                <a:lnTo>
                  <a:pt x="6096" y="1323644"/>
                </a:lnTo>
                <a:lnTo>
                  <a:pt x="876871" y="1323644"/>
                </a:lnTo>
                <a:lnTo>
                  <a:pt x="882954" y="1317561"/>
                </a:lnTo>
                <a:lnTo>
                  <a:pt x="882954" y="1311465"/>
                </a:lnTo>
                <a:lnTo>
                  <a:pt x="25882" y="1311465"/>
                </a:lnTo>
                <a:lnTo>
                  <a:pt x="13703" y="1297749"/>
                </a:lnTo>
                <a:lnTo>
                  <a:pt x="25882" y="1297749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882954" y="12191"/>
                </a:lnTo>
                <a:lnTo>
                  <a:pt x="882954" y="4571"/>
                </a:lnTo>
                <a:lnTo>
                  <a:pt x="876871" y="0"/>
                </a:lnTo>
                <a:close/>
              </a:path>
              <a:path w="883285" h="1323975">
                <a:moveTo>
                  <a:pt x="25882" y="1297749"/>
                </a:moveTo>
                <a:lnTo>
                  <a:pt x="13703" y="1297749"/>
                </a:lnTo>
                <a:lnTo>
                  <a:pt x="25882" y="1311465"/>
                </a:lnTo>
                <a:lnTo>
                  <a:pt x="25882" y="1297749"/>
                </a:lnTo>
                <a:close/>
              </a:path>
              <a:path w="883285" h="1323975">
                <a:moveTo>
                  <a:pt x="857072" y="1297749"/>
                </a:moveTo>
                <a:lnTo>
                  <a:pt x="25882" y="1297749"/>
                </a:lnTo>
                <a:lnTo>
                  <a:pt x="25882" y="1311465"/>
                </a:lnTo>
                <a:lnTo>
                  <a:pt x="857072" y="1311465"/>
                </a:lnTo>
                <a:lnTo>
                  <a:pt x="857072" y="1297749"/>
                </a:lnTo>
                <a:close/>
              </a:path>
              <a:path w="883285" h="1323975">
                <a:moveTo>
                  <a:pt x="857072" y="12191"/>
                </a:moveTo>
                <a:lnTo>
                  <a:pt x="857072" y="1311465"/>
                </a:lnTo>
                <a:lnTo>
                  <a:pt x="870775" y="1297749"/>
                </a:lnTo>
                <a:lnTo>
                  <a:pt x="882954" y="1297749"/>
                </a:lnTo>
                <a:lnTo>
                  <a:pt x="882954" y="24371"/>
                </a:lnTo>
                <a:lnTo>
                  <a:pt x="870775" y="24371"/>
                </a:lnTo>
                <a:lnTo>
                  <a:pt x="857072" y="12191"/>
                </a:lnTo>
                <a:close/>
              </a:path>
              <a:path w="883285" h="1323975">
                <a:moveTo>
                  <a:pt x="882954" y="1297749"/>
                </a:moveTo>
                <a:lnTo>
                  <a:pt x="870775" y="1297749"/>
                </a:lnTo>
                <a:lnTo>
                  <a:pt x="857072" y="1311465"/>
                </a:lnTo>
                <a:lnTo>
                  <a:pt x="882954" y="1311465"/>
                </a:lnTo>
                <a:lnTo>
                  <a:pt x="882954" y="1297749"/>
                </a:lnTo>
                <a:close/>
              </a:path>
              <a:path w="883285" h="1323975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883285" h="1323975">
                <a:moveTo>
                  <a:pt x="857072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857072" y="24371"/>
                </a:lnTo>
                <a:lnTo>
                  <a:pt x="857072" y="12191"/>
                </a:lnTo>
                <a:close/>
              </a:path>
              <a:path w="883285" h="1323975">
                <a:moveTo>
                  <a:pt x="882954" y="12191"/>
                </a:moveTo>
                <a:lnTo>
                  <a:pt x="857072" y="12191"/>
                </a:lnTo>
                <a:lnTo>
                  <a:pt x="870775" y="24371"/>
                </a:lnTo>
                <a:lnTo>
                  <a:pt x="882954" y="24371"/>
                </a:lnTo>
                <a:lnTo>
                  <a:pt x="882954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257893" y="1466050"/>
            <a:ext cx="67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ig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tal  Clock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499501" y="1114971"/>
            <a:ext cx="962660" cy="995044"/>
          </a:xfrm>
          <a:custGeom>
            <a:avLst/>
            <a:gdLst/>
            <a:ahLst/>
            <a:cxnLst/>
            <a:rect l="l" t="t" r="r" b="b"/>
            <a:pathLst>
              <a:path w="962660" h="995044">
                <a:moveTo>
                  <a:pt x="962113" y="0"/>
                </a:moveTo>
                <a:lnTo>
                  <a:pt x="0" y="0"/>
                </a:lnTo>
                <a:lnTo>
                  <a:pt x="0" y="994638"/>
                </a:lnTo>
                <a:lnTo>
                  <a:pt x="962113" y="994638"/>
                </a:lnTo>
                <a:lnTo>
                  <a:pt x="962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87322" y="1102779"/>
            <a:ext cx="988060" cy="1019175"/>
          </a:xfrm>
          <a:custGeom>
            <a:avLst/>
            <a:gdLst/>
            <a:ahLst/>
            <a:cxnLst/>
            <a:rect l="l" t="t" r="r" b="b"/>
            <a:pathLst>
              <a:path w="988060" h="1019175">
                <a:moveTo>
                  <a:pt x="981900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1012913"/>
                </a:lnTo>
                <a:lnTo>
                  <a:pt x="6083" y="1019009"/>
                </a:lnTo>
                <a:lnTo>
                  <a:pt x="981900" y="1019009"/>
                </a:lnTo>
                <a:lnTo>
                  <a:pt x="987996" y="1012913"/>
                </a:lnTo>
                <a:lnTo>
                  <a:pt x="987996" y="1006830"/>
                </a:lnTo>
                <a:lnTo>
                  <a:pt x="24358" y="1006830"/>
                </a:lnTo>
                <a:lnTo>
                  <a:pt x="12179" y="993114"/>
                </a:lnTo>
                <a:lnTo>
                  <a:pt x="24358" y="993114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91"/>
                </a:lnTo>
                <a:lnTo>
                  <a:pt x="987996" y="12191"/>
                </a:lnTo>
                <a:lnTo>
                  <a:pt x="987996" y="6095"/>
                </a:lnTo>
                <a:lnTo>
                  <a:pt x="981900" y="0"/>
                </a:lnTo>
                <a:close/>
              </a:path>
              <a:path w="988060" h="1019175">
                <a:moveTo>
                  <a:pt x="24358" y="993114"/>
                </a:moveTo>
                <a:lnTo>
                  <a:pt x="12179" y="993114"/>
                </a:lnTo>
                <a:lnTo>
                  <a:pt x="24358" y="1006830"/>
                </a:lnTo>
                <a:lnTo>
                  <a:pt x="24358" y="993114"/>
                </a:lnTo>
                <a:close/>
              </a:path>
              <a:path w="988060" h="1019175">
                <a:moveTo>
                  <a:pt x="962113" y="993114"/>
                </a:moveTo>
                <a:lnTo>
                  <a:pt x="24358" y="993114"/>
                </a:lnTo>
                <a:lnTo>
                  <a:pt x="24358" y="1006830"/>
                </a:lnTo>
                <a:lnTo>
                  <a:pt x="962113" y="1006830"/>
                </a:lnTo>
                <a:lnTo>
                  <a:pt x="962113" y="993114"/>
                </a:lnTo>
                <a:close/>
              </a:path>
              <a:path w="988060" h="1019175">
                <a:moveTo>
                  <a:pt x="962113" y="12191"/>
                </a:moveTo>
                <a:lnTo>
                  <a:pt x="962113" y="1006830"/>
                </a:lnTo>
                <a:lnTo>
                  <a:pt x="974293" y="993114"/>
                </a:lnTo>
                <a:lnTo>
                  <a:pt x="987996" y="993114"/>
                </a:lnTo>
                <a:lnTo>
                  <a:pt x="987996" y="25895"/>
                </a:lnTo>
                <a:lnTo>
                  <a:pt x="974293" y="25895"/>
                </a:lnTo>
                <a:lnTo>
                  <a:pt x="962113" y="12191"/>
                </a:lnTo>
                <a:close/>
              </a:path>
              <a:path w="988060" h="1019175">
                <a:moveTo>
                  <a:pt x="987996" y="993114"/>
                </a:moveTo>
                <a:lnTo>
                  <a:pt x="974293" y="993114"/>
                </a:lnTo>
                <a:lnTo>
                  <a:pt x="962113" y="1006830"/>
                </a:lnTo>
                <a:lnTo>
                  <a:pt x="987996" y="1006830"/>
                </a:lnTo>
                <a:lnTo>
                  <a:pt x="987996" y="993114"/>
                </a:lnTo>
                <a:close/>
              </a:path>
              <a:path w="988060" h="1019175">
                <a:moveTo>
                  <a:pt x="24358" y="12191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91"/>
                </a:lnTo>
                <a:close/>
              </a:path>
              <a:path w="988060" h="1019175">
                <a:moveTo>
                  <a:pt x="962113" y="12191"/>
                </a:moveTo>
                <a:lnTo>
                  <a:pt x="24358" y="12191"/>
                </a:lnTo>
                <a:lnTo>
                  <a:pt x="24358" y="25895"/>
                </a:lnTo>
                <a:lnTo>
                  <a:pt x="962113" y="25895"/>
                </a:lnTo>
                <a:lnTo>
                  <a:pt x="962113" y="12191"/>
                </a:lnTo>
                <a:close/>
              </a:path>
              <a:path w="988060" h="1019175">
                <a:moveTo>
                  <a:pt x="987996" y="12191"/>
                </a:moveTo>
                <a:lnTo>
                  <a:pt x="962113" y="12191"/>
                </a:lnTo>
                <a:lnTo>
                  <a:pt x="974293" y="25895"/>
                </a:lnTo>
                <a:lnTo>
                  <a:pt x="987996" y="25895"/>
                </a:lnTo>
                <a:lnTo>
                  <a:pt x="987996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617903" y="1179868"/>
            <a:ext cx="7258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Clock  </a:t>
            </a: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  1Hz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612150" y="2904705"/>
            <a:ext cx="849630" cy="976630"/>
          </a:xfrm>
          <a:custGeom>
            <a:avLst/>
            <a:gdLst/>
            <a:ahLst/>
            <a:cxnLst/>
            <a:rect l="l" t="t" r="r" b="b"/>
            <a:pathLst>
              <a:path w="849630" h="976629">
                <a:moveTo>
                  <a:pt x="849464" y="0"/>
                </a:moveTo>
                <a:lnTo>
                  <a:pt x="0" y="0"/>
                </a:lnTo>
                <a:lnTo>
                  <a:pt x="0" y="976363"/>
                </a:lnTo>
                <a:lnTo>
                  <a:pt x="849464" y="976363"/>
                </a:lnTo>
                <a:lnTo>
                  <a:pt x="849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598447" y="2892526"/>
            <a:ext cx="876935" cy="1000760"/>
          </a:xfrm>
          <a:custGeom>
            <a:avLst/>
            <a:gdLst/>
            <a:ahLst/>
            <a:cxnLst/>
            <a:rect l="l" t="t" r="r" b="b"/>
            <a:pathLst>
              <a:path w="876935" h="1000760">
                <a:moveTo>
                  <a:pt x="870775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996149"/>
                </a:lnTo>
                <a:lnTo>
                  <a:pt x="6096" y="1000721"/>
                </a:lnTo>
                <a:lnTo>
                  <a:pt x="870775" y="1000721"/>
                </a:lnTo>
                <a:lnTo>
                  <a:pt x="876871" y="996149"/>
                </a:lnTo>
                <a:lnTo>
                  <a:pt x="876871" y="988542"/>
                </a:lnTo>
                <a:lnTo>
                  <a:pt x="25882" y="988542"/>
                </a:lnTo>
                <a:lnTo>
                  <a:pt x="13703" y="976350"/>
                </a:lnTo>
                <a:lnTo>
                  <a:pt x="25882" y="976350"/>
                </a:lnTo>
                <a:lnTo>
                  <a:pt x="25882" y="25882"/>
                </a:lnTo>
                <a:lnTo>
                  <a:pt x="13703" y="25882"/>
                </a:lnTo>
                <a:lnTo>
                  <a:pt x="25882" y="12179"/>
                </a:lnTo>
                <a:lnTo>
                  <a:pt x="876871" y="12179"/>
                </a:lnTo>
                <a:lnTo>
                  <a:pt x="876871" y="6083"/>
                </a:lnTo>
                <a:lnTo>
                  <a:pt x="870775" y="0"/>
                </a:lnTo>
                <a:close/>
              </a:path>
              <a:path w="876935" h="1000760">
                <a:moveTo>
                  <a:pt x="25882" y="976350"/>
                </a:moveTo>
                <a:lnTo>
                  <a:pt x="13703" y="976350"/>
                </a:lnTo>
                <a:lnTo>
                  <a:pt x="25882" y="988542"/>
                </a:lnTo>
                <a:lnTo>
                  <a:pt x="25882" y="976350"/>
                </a:lnTo>
                <a:close/>
              </a:path>
              <a:path w="876935" h="1000760">
                <a:moveTo>
                  <a:pt x="850988" y="976350"/>
                </a:moveTo>
                <a:lnTo>
                  <a:pt x="25882" y="976350"/>
                </a:lnTo>
                <a:lnTo>
                  <a:pt x="25882" y="988542"/>
                </a:lnTo>
                <a:lnTo>
                  <a:pt x="850988" y="988542"/>
                </a:lnTo>
                <a:lnTo>
                  <a:pt x="850988" y="976350"/>
                </a:lnTo>
                <a:close/>
              </a:path>
              <a:path w="876935" h="1000760">
                <a:moveTo>
                  <a:pt x="850988" y="12179"/>
                </a:moveTo>
                <a:lnTo>
                  <a:pt x="850988" y="988542"/>
                </a:lnTo>
                <a:lnTo>
                  <a:pt x="863168" y="976350"/>
                </a:lnTo>
                <a:lnTo>
                  <a:pt x="876871" y="976350"/>
                </a:lnTo>
                <a:lnTo>
                  <a:pt x="876871" y="25882"/>
                </a:lnTo>
                <a:lnTo>
                  <a:pt x="863168" y="25882"/>
                </a:lnTo>
                <a:lnTo>
                  <a:pt x="850988" y="12179"/>
                </a:lnTo>
                <a:close/>
              </a:path>
              <a:path w="876935" h="1000760">
                <a:moveTo>
                  <a:pt x="876871" y="976350"/>
                </a:moveTo>
                <a:lnTo>
                  <a:pt x="863168" y="976350"/>
                </a:lnTo>
                <a:lnTo>
                  <a:pt x="850988" y="988542"/>
                </a:lnTo>
                <a:lnTo>
                  <a:pt x="876871" y="988542"/>
                </a:lnTo>
                <a:lnTo>
                  <a:pt x="876871" y="976350"/>
                </a:lnTo>
                <a:close/>
              </a:path>
              <a:path w="876935" h="1000760">
                <a:moveTo>
                  <a:pt x="25882" y="12179"/>
                </a:moveTo>
                <a:lnTo>
                  <a:pt x="13703" y="25882"/>
                </a:lnTo>
                <a:lnTo>
                  <a:pt x="25882" y="25882"/>
                </a:lnTo>
                <a:lnTo>
                  <a:pt x="25882" y="12179"/>
                </a:lnTo>
                <a:close/>
              </a:path>
              <a:path w="876935" h="1000760">
                <a:moveTo>
                  <a:pt x="850988" y="12179"/>
                </a:moveTo>
                <a:lnTo>
                  <a:pt x="25882" y="12179"/>
                </a:lnTo>
                <a:lnTo>
                  <a:pt x="25882" y="25882"/>
                </a:lnTo>
                <a:lnTo>
                  <a:pt x="850988" y="25882"/>
                </a:lnTo>
                <a:lnTo>
                  <a:pt x="850988" y="12179"/>
                </a:lnTo>
                <a:close/>
              </a:path>
              <a:path w="876935" h="1000760">
                <a:moveTo>
                  <a:pt x="876871" y="12179"/>
                </a:moveTo>
                <a:lnTo>
                  <a:pt x="850988" y="12179"/>
                </a:lnTo>
                <a:lnTo>
                  <a:pt x="863168" y="25882"/>
                </a:lnTo>
                <a:lnTo>
                  <a:pt x="876871" y="25882"/>
                </a:lnTo>
                <a:lnTo>
                  <a:pt x="876871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612150" y="2904705"/>
            <a:ext cx="849630" cy="97663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43510" marR="86360" indent="-48895">
              <a:lnSpc>
                <a:spcPct val="100000"/>
              </a:lnSpc>
              <a:spcBef>
                <a:spcPts val="1620"/>
              </a:spcBef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  Select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373839" y="5035638"/>
            <a:ext cx="1089025" cy="76200"/>
          </a:xfrm>
          <a:custGeom>
            <a:avLst/>
            <a:gdLst/>
            <a:ahLst/>
            <a:cxnLst/>
            <a:rect l="l" t="t" r="r" b="b"/>
            <a:pathLst>
              <a:path w="1089025" h="76200">
                <a:moveTo>
                  <a:pt x="1012355" y="0"/>
                </a:moveTo>
                <a:lnTo>
                  <a:pt x="1012355" y="76161"/>
                </a:lnTo>
                <a:lnTo>
                  <a:pt x="1079329" y="42646"/>
                </a:lnTo>
                <a:lnTo>
                  <a:pt x="1024534" y="42646"/>
                </a:lnTo>
                <a:lnTo>
                  <a:pt x="1024534" y="33502"/>
                </a:lnTo>
                <a:lnTo>
                  <a:pt x="1079326" y="33502"/>
                </a:lnTo>
                <a:lnTo>
                  <a:pt x="1012355" y="0"/>
                </a:lnTo>
                <a:close/>
              </a:path>
              <a:path w="1089025" h="76200">
                <a:moveTo>
                  <a:pt x="1012355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1012355" y="42646"/>
                </a:lnTo>
                <a:lnTo>
                  <a:pt x="1012355" y="33502"/>
                </a:lnTo>
                <a:close/>
              </a:path>
              <a:path w="1089025" h="76200">
                <a:moveTo>
                  <a:pt x="1079326" y="33502"/>
                </a:moveTo>
                <a:lnTo>
                  <a:pt x="1024534" y="33502"/>
                </a:lnTo>
                <a:lnTo>
                  <a:pt x="1024534" y="42646"/>
                </a:lnTo>
                <a:lnTo>
                  <a:pt x="1079329" y="42646"/>
                </a:lnTo>
                <a:lnTo>
                  <a:pt x="1088466" y="38074"/>
                </a:lnTo>
                <a:lnTo>
                  <a:pt x="1079326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73839" y="5251932"/>
            <a:ext cx="1094740" cy="76200"/>
          </a:xfrm>
          <a:custGeom>
            <a:avLst/>
            <a:gdLst/>
            <a:ahLst/>
            <a:cxnLst/>
            <a:rect l="l" t="t" r="r" b="b"/>
            <a:pathLst>
              <a:path w="1094739" h="76200">
                <a:moveTo>
                  <a:pt x="1018438" y="0"/>
                </a:moveTo>
                <a:lnTo>
                  <a:pt x="1018438" y="76149"/>
                </a:lnTo>
                <a:lnTo>
                  <a:pt x="1085421" y="42646"/>
                </a:lnTo>
                <a:lnTo>
                  <a:pt x="1030617" y="42646"/>
                </a:lnTo>
                <a:lnTo>
                  <a:pt x="1030617" y="33502"/>
                </a:lnTo>
                <a:lnTo>
                  <a:pt x="1085421" y="33502"/>
                </a:lnTo>
                <a:lnTo>
                  <a:pt x="1018438" y="0"/>
                </a:lnTo>
                <a:close/>
              </a:path>
              <a:path w="1094739" h="76200">
                <a:moveTo>
                  <a:pt x="1018438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1018438" y="42646"/>
                </a:lnTo>
                <a:lnTo>
                  <a:pt x="1018438" y="33502"/>
                </a:lnTo>
                <a:close/>
              </a:path>
              <a:path w="1094739" h="76200">
                <a:moveTo>
                  <a:pt x="1085421" y="33502"/>
                </a:moveTo>
                <a:lnTo>
                  <a:pt x="1030617" y="33502"/>
                </a:lnTo>
                <a:lnTo>
                  <a:pt x="1030617" y="42646"/>
                </a:lnTo>
                <a:lnTo>
                  <a:pt x="1085421" y="42646"/>
                </a:lnTo>
                <a:lnTo>
                  <a:pt x="1094562" y="38074"/>
                </a:lnTo>
                <a:lnTo>
                  <a:pt x="1085421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25049" y="1742516"/>
            <a:ext cx="947419" cy="1760855"/>
          </a:xfrm>
          <a:custGeom>
            <a:avLst/>
            <a:gdLst/>
            <a:ahLst/>
            <a:cxnLst/>
            <a:rect l="l" t="t" r="r" b="b"/>
            <a:pathLst>
              <a:path w="947420" h="1760854">
                <a:moveTo>
                  <a:pt x="870775" y="1646554"/>
                </a:moveTo>
                <a:lnTo>
                  <a:pt x="832726" y="1646554"/>
                </a:lnTo>
                <a:lnTo>
                  <a:pt x="889050" y="1760804"/>
                </a:lnTo>
                <a:lnTo>
                  <a:pt x="937639" y="1664842"/>
                </a:lnTo>
                <a:lnTo>
                  <a:pt x="870775" y="1664842"/>
                </a:lnTo>
                <a:lnTo>
                  <a:pt x="870775" y="1646554"/>
                </a:lnTo>
                <a:close/>
              </a:path>
              <a:path w="947420" h="1760854">
                <a:moveTo>
                  <a:pt x="870775" y="18275"/>
                </a:moveTo>
                <a:lnTo>
                  <a:pt x="870775" y="1664842"/>
                </a:lnTo>
                <a:lnTo>
                  <a:pt x="908837" y="1664842"/>
                </a:lnTo>
                <a:lnTo>
                  <a:pt x="908837" y="38087"/>
                </a:lnTo>
                <a:lnTo>
                  <a:pt x="889050" y="38087"/>
                </a:lnTo>
                <a:lnTo>
                  <a:pt x="870775" y="18275"/>
                </a:lnTo>
                <a:close/>
              </a:path>
              <a:path w="947420" h="1760854">
                <a:moveTo>
                  <a:pt x="946899" y="1646554"/>
                </a:moveTo>
                <a:lnTo>
                  <a:pt x="908837" y="1646554"/>
                </a:lnTo>
                <a:lnTo>
                  <a:pt x="908837" y="1664842"/>
                </a:lnTo>
                <a:lnTo>
                  <a:pt x="937639" y="1664842"/>
                </a:lnTo>
                <a:lnTo>
                  <a:pt x="946899" y="1646554"/>
                </a:lnTo>
                <a:close/>
              </a:path>
              <a:path w="947420" h="1760854">
                <a:moveTo>
                  <a:pt x="889050" y="0"/>
                </a:moveTo>
                <a:lnTo>
                  <a:pt x="0" y="0"/>
                </a:lnTo>
                <a:lnTo>
                  <a:pt x="0" y="38087"/>
                </a:lnTo>
                <a:lnTo>
                  <a:pt x="870775" y="38087"/>
                </a:lnTo>
                <a:lnTo>
                  <a:pt x="870775" y="18275"/>
                </a:lnTo>
                <a:lnTo>
                  <a:pt x="908837" y="18275"/>
                </a:lnTo>
                <a:lnTo>
                  <a:pt x="907244" y="10924"/>
                </a:lnTo>
                <a:lnTo>
                  <a:pt x="902939" y="5141"/>
                </a:lnTo>
                <a:lnTo>
                  <a:pt x="896637" y="1357"/>
                </a:lnTo>
                <a:lnTo>
                  <a:pt x="889050" y="0"/>
                </a:lnTo>
                <a:close/>
              </a:path>
              <a:path w="947420" h="1760854">
                <a:moveTo>
                  <a:pt x="908837" y="18275"/>
                </a:moveTo>
                <a:lnTo>
                  <a:pt x="870775" y="18275"/>
                </a:lnTo>
                <a:lnTo>
                  <a:pt x="889050" y="38087"/>
                </a:lnTo>
                <a:lnTo>
                  <a:pt x="908837" y="38087"/>
                </a:lnTo>
                <a:lnTo>
                  <a:pt x="908837" y="182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461615" y="1606956"/>
            <a:ext cx="706755" cy="192405"/>
          </a:xfrm>
          <a:custGeom>
            <a:avLst/>
            <a:gdLst/>
            <a:ahLst/>
            <a:cxnLst/>
            <a:rect l="l" t="t" r="r" b="b"/>
            <a:pathLst>
              <a:path w="706755" h="192405">
                <a:moveTo>
                  <a:pt x="630250" y="115760"/>
                </a:moveTo>
                <a:lnTo>
                  <a:pt x="630250" y="191922"/>
                </a:lnTo>
                <a:lnTo>
                  <a:pt x="694179" y="159931"/>
                </a:lnTo>
                <a:lnTo>
                  <a:pt x="642429" y="159931"/>
                </a:lnTo>
                <a:lnTo>
                  <a:pt x="642429" y="149275"/>
                </a:lnTo>
                <a:lnTo>
                  <a:pt x="697247" y="149275"/>
                </a:lnTo>
                <a:lnTo>
                  <a:pt x="630250" y="115760"/>
                </a:lnTo>
                <a:close/>
              </a:path>
              <a:path w="706755" h="192405">
                <a:moveTo>
                  <a:pt x="348614" y="4572"/>
                </a:moveTo>
                <a:lnTo>
                  <a:pt x="348614" y="156883"/>
                </a:lnTo>
                <a:lnTo>
                  <a:pt x="350138" y="159931"/>
                </a:lnTo>
                <a:lnTo>
                  <a:pt x="630250" y="159931"/>
                </a:lnTo>
                <a:lnTo>
                  <a:pt x="630250" y="153835"/>
                </a:lnTo>
                <a:lnTo>
                  <a:pt x="357746" y="153835"/>
                </a:lnTo>
                <a:lnTo>
                  <a:pt x="353187" y="149275"/>
                </a:lnTo>
                <a:lnTo>
                  <a:pt x="357746" y="149275"/>
                </a:lnTo>
                <a:lnTo>
                  <a:pt x="357746" y="10655"/>
                </a:lnTo>
                <a:lnTo>
                  <a:pt x="353187" y="10655"/>
                </a:lnTo>
                <a:lnTo>
                  <a:pt x="348614" y="4572"/>
                </a:lnTo>
                <a:close/>
              </a:path>
              <a:path w="706755" h="192405">
                <a:moveTo>
                  <a:pt x="697247" y="149275"/>
                </a:moveTo>
                <a:lnTo>
                  <a:pt x="642429" y="149275"/>
                </a:lnTo>
                <a:lnTo>
                  <a:pt x="642429" y="159931"/>
                </a:lnTo>
                <a:lnTo>
                  <a:pt x="694179" y="159931"/>
                </a:lnTo>
                <a:lnTo>
                  <a:pt x="706361" y="153835"/>
                </a:lnTo>
                <a:lnTo>
                  <a:pt x="697247" y="149275"/>
                </a:lnTo>
                <a:close/>
              </a:path>
              <a:path w="706755" h="192405">
                <a:moveTo>
                  <a:pt x="357746" y="149275"/>
                </a:moveTo>
                <a:lnTo>
                  <a:pt x="353187" y="149275"/>
                </a:lnTo>
                <a:lnTo>
                  <a:pt x="357746" y="153835"/>
                </a:lnTo>
                <a:lnTo>
                  <a:pt x="357746" y="149275"/>
                </a:lnTo>
                <a:close/>
              </a:path>
              <a:path w="706755" h="192405">
                <a:moveTo>
                  <a:pt x="630250" y="149275"/>
                </a:moveTo>
                <a:lnTo>
                  <a:pt x="357746" y="149275"/>
                </a:lnTo>
                <a:lnTo>
                  <a:pt x="357746" y="153835"/>
                </a:lnTo>
                <a:lnTo>
                  <a:pt x="630250" y="153835"/>
                </a:lnTo>
                <a:lnTo>
                  <a:pt x="630250" y="149275"/>
                </a:lnTo>
                <a:close/>
              </a:path>
              <a:path w="706755" h="192405">
                <a:moveTo>
                  <a:pt x="356222" y="0"/>
                </a:moveTo>
                <a:lnTo>
                  <a:pt x="0" y="0"/>
                </a:lnTo>
                <a:lnTo>
                  <a:pt x="0" y="10655"/>
                </a:lnTo>
                <a:lnTo>
                  <a:pt x="348614" y="10655"/>
                </a:lnTo>
                <a:lnTo>
                  <a:pt x="348614" y="4572"/>
                </a:lnTo>
                <a:lnTo>
                  <a:pt x="357746" y="4572"/>
                </a:lnTo>
                <a:lnTo>
                  <a:pt x="357746" y="3048"/>
                </a:lnTo>
                <a:lnTo>
                  <a:pt x="356222" y="0"/>
                </a:lnTo>
                <a:close/>
              </a:path>
              <a:path w="706755" h="192405">
                <a:moveTo>
                  <a:pt x="357746" y="4572"/>
                </a:moveTo>
                <a:lnTo>
                  <a:pt x="348614" y="4572"/>
                </a:lnTo>
                <a:lnTo>
                  <a:pt x="353187" y="10655"/>
                </a:lnTo>
                <a:lnTo>
                  <a:pt x="357746" y="10655"/>
                </a:lnTo>
                <a:lnTo>
                  <a:pt x="357746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919831" y="1122578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89" h="76200">
                <a:moveTo>
                  <a:pt x="211607" y="0"/>
                </a:moveTo>
                <a:lnTo>
                  <a:pt x="211607" y="76161"/>
                </a:lnTo>
                <a:lnTo>
                  <a:pt x="278590" y="42659"/>
                </a:lnTo>
                <a:lnTo>
                  <a:pt x="223786" y="42659"/>
                </a:lnTo>
                <a:lnTo>
                  <a:pt x="223786" y="33515"/>
                </a:lnTo>
                <a:lnTo>
                  <a:pt x="278593" y="33515"/>
                </a:lnTo>
                <a:lnTo>
                  <a:pt x="211607" y="0"/>
                </a:lnTo>
                <a:close/>
              </a:path>
              <a:path w="288289" h="76200">
                <a:moveTo>
                  <a:pt x="211607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211607" y="42659"/>
                </a:lnTo>
                <a:lnTo>
                  <a:pt x="211607" y="33515"/>
                </a:lnTo>
                <a:close/>
              </a:path>
              <a:path w="288289" h="76200">
                <a:moveTo>
                  <a:pt x="278593" y="33515"/>
                </a:moveTo>
                <a:lnTo>
                  <a:pt x="223786" y="33515"/>
                </a:lnTo>
                <a:lnTo>
                  <a:pt x="223786" y="42659"/>
                </a:lnTo>
                <a:lnTo>
                  <a:pt x="278590" y="42659"/>
                </a:lnTo>
                <a:lnTo>
                  <a:pt x="287731" y="38087"/>
                </a:lnTo>
                <a:lnTo>
                  <a:pt x="278593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347266" y="3197161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49"/>
                </a:lnTo>
                <a:lnTo>
                  <a:pt x="277055" y="42646"/>
                </a:lnTo>
                <a:lnTo>
                  <a:pt x="223786" y="42646"/>
                </a:lnTo>
                <a:lnTo>
                  <a:pt x="223786" y="33502"/>
                </a:lnTo>
                <a:lnTo>
                  <a:pt x="277055" y="33502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3502"/>
                </a:moveTo>
                <a:lnTo>
                  <a:pt x="0" y="33502"/>
                </a:lnTo>
                <a:lnTo>
                  <a:pt x="0" y="42646"/>
                </a:lnTo>
                <a:lnTo>
                  <a:pt x="210083" y="42646"/>
                </a:lnTo>
                <a:lnTo>
                  <a:pt x="210083" y="33502"/>
                </a:lnTo>
                <a:close/>
              </a:path>
              <a:path w="286385" h="76200">
                <a:moveTo>
                  <a:pt x="277055" y="33502"/>
                </a:moveTo>
                <a:lnTo>
                  <a:pt x="223786" y="33502"/>
                </a:lnTo>
                <a:lnTo>
                  <a:pt x="223786" y="42646"/>
                </a:lnTo>
                <a:lnTo>
                  <a:pt x="277055" y="42646"/>
                </a:lnTo>
                <a:lnTo>
                  <a:pt x="286194" y="38074"/>
                </a:lnTo>
                <a:lnTo>
                  <a:pt x="277055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45742" y="3413442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61"/>
                </a:lnTo>
                <a:lnTo>
                  <a:pt x="277055" y="42659"/>
                </a:lnTo>
                <a:lnTo>
                  <a:pt x="223786" y="42659"/>
                </a:lnTo>
                <a:lnTo>
                  <a:pt x="223786" y="31991"/>
                </a:lnTo>
                <a:lnTo>
                  <a:pt x="274012" y="31991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1991"/>
                </a:moveTo>
                <a:lnTo>
                  <a:pt x="0" y="31991"/>
                </a:lnTo>
                <a:lnTo>
                  <a:pt x="0" y="42659"/>
                </a:lnTo>
                <a:lnTo>
                  <a:pt x="210083" y="42659"/>
                </a:lnTo>
                <a:lnTo>
                  <a:pt x="210083" y="31991"/>
                </a:lnTo>
                <a:close/>
              </a:path>
              <a:path w="286385" h="76200">
                <a:moveTo>
                  <a:pt x="274012" y="31991"/>
                </a:moveTo>
                <a:lnTo>
                  <a:pt x="223786" y="31991"/>
                </a:lnTo>
                <a:lnTo>
                  <a:pt x="223786" y="42659"/>
                </a:lnTo>
                <a:lnTo>
                  <a:pt x="277055" y="42659"/>
                </a:lnTo>
                <a:lnTo>
                  <a:pt x="286194" y="38087"/>
                </a:lnTo>
                <a:lnTo>
                  <a:pt x="274012" y="319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47266" y="3675430"/>
            <a:ext cx="289560" cy="76200"/>
          </a:xfrm>
          <a:custGeom>
            <a:avLst/>
            <a:gdLst/>
            <a:ahLst/>
            <a:cxnLst/>
            <a:rect l="l" t="t" r="r" b="b"/>
            <a:pathLst>
              <a:path w="289560" h="76200">
                <a:moveTo>
                  <a:pt x="213131" y="0"/>
                </a:moveTo>
                <a:lnTo>
                  <a:pt x="213131" y="76161"/>
                </a:lnTo>
                <a:lnTo>
                  <a:pt x="280103" y="42659"/>
                </a:lnTo>
                <a:lnTo>
                  <a:pt x="225310" y="42659"/>
                </a:lnTo>
                <a:lnTo>
                  <a:pt x="225310" y="33515"/>
                </a:lnTo>
                <a:lnTo>
                  <a:pt x="280106" y="33515"/>
                </a:lnTo>
                <a:lnTo>
                  <a:pt x="213131" y="0"/>
                </a:lnTo>
                <a:close/>
              </a:path>
              <a:path w="289560" h="76200">
                <a:moveTo>
                  <a:pt x="213131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213131" y="42659"/>
                </a:lnTo>
                <a:lnTo>
                  <a:pt x="213131" y="33515"/>
                </a:lnTo>
                <a:close/>
              </a:path>
              <a:path w="289560" h="76200">
                <a:moveTo>
                  <a:pt x="280106" y="33515"/>
                </a:moveTo>
                <a:lnTo>
                  <a:pt x="225310" y="33515"/>
                </a:lnTo>
                <a:lnTo>
                  <a:pt x="225310" y="42659"/>
                </a:lnTo>
                <a:lnTo>
                  <a:pt x="280103" y="42659"/>
                </a:lnTo>
                <a:lnTo>
                  <a:pt x="289242" y="38087"/>
                </a:lnTo>
                <a:lnTo>
                  <a:pt x="280106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18614" y="2411196"/>
            <a:ext cx="1635125" cy="494030"/>
          </a:xfrm>
          <a:custGeom>
            <a:avLst/>
            <a:gdLst/>
            <a:ahLst/>
            <a:cxnLst/>
            <a:rect l="l" t="t" r="r" b="b"/>
            <a:pathLst>
              <a:path w="1635125" h="494030">
                <a:moveTo>
                  <a:pt x="1558874" y="228473"/>
                </a:moveTo>
                <a:lnTo>
                  <a:pt x="18275" y="228473"/>
                </a:lnTo>
                <a:lnTo>
                  <a:pt x="10919" y="229830"/>
                </a:lnTo>
                <a:lnTo>
                  <a:pt x="5137" y="233614"/>
                </a:lnTo>
                <a:lnTo>
                  <a:pt x="1355" y="239397"/>
                </a:lnTo>
                <a:lnTo>
                  <a:pt x="0" y="246748"/>
                </a:lnTo>
                <a:lnTo>
                  <a:pt x="0" y="493509"/>
                </a:lnTo>
                <a:lnTo>
                  <a:pt x="38061" y="493509"/>
                </a:lnTo>
                <a:lnTo>
                  <a:pt x="38061" y="266560"/>
                </a:lnTo>
                <a:lnTo>
                  <a:pt x="18275" y="266560"/>
                </a:lnTo>
                <a:lnTo>
                  <a:pt x="38061" y="246748"/>
                </a:lnTo>
                <a:lnTo>
                  <a:pt x="1558874" y="246748"/>
                </a:lnTo>
                <a:lnTo>
                  <a:pt x="1558874" y="228473"/>
                </a:lnTo>
                <a:close/>
              </a:path>
              <a:path w="1635125" h="494030">
                <a:moveTo>
                  <a:pt x="38061" y="246748"/>
                </a:moveTo>
                <a:lnTo>
                  <a:pt x="18275" y="266560"/>
                </a:lnTo>
                <a:lnTo>
                  <a:pt x="38061" y="266560"/>
                </a:lnTo>
                <a:lnTo>
                  <a:pt x="38061" y="246748"/>
                </a:lnTo>
                <a:close/>
              </a:path>
              <a:path w="1635125" h="494030">
                <a:moveTo>
                  <a:pt x="1596936" y="228473"/>
                </a:moveTo>
                <a:lnTo>
                  <a:pt x="1577136" y="228473"/>
                </a:lnTo>
                <a:lnTo>
                  <a:pt x="1558874" y="246748"/>
                </a:lnTo>
                <a:lnTo>
                  <a:pt x="38061" y="246748"/>
                </a:lnTo>
                <a:lnTo>
                  <a:pt x="38061" y="266560"/>
                </a:lnTo>
                <a:lnTo>
                  <a:pt x="1577136" y="266560"/>
                </a:lnTo>
                <a:lnTo>
                  <a:pt x="1584725" y="264964"/>
                </a:lnTo>
                <a:lnTo>
                  <a:pt x="1591032" y="260654"/>
                </a:lnTo>
                <a:lnTo>
                  <a:pt x="1595340" y="254344"/>
                </a:lnTo>
                <a:lnTo>
                  <a:pt x="1596936" y="246748"/>
                </a:lnTo>
                <a:lnTo>
                  <a:pt x="1596936" y="228473"/>
                </a:lnTo>
                <a:close/>
              </a:path>
              <a:path w="1635125" h="494030">
                <a:moveTo>
                  <a:pt x="1596936" y="94437"/>
                </a:moveTo>
                <a:lnTo>
                  <a:pt x="1558874" y="94437"/>
                </a:lnTo>
                <a:lnTo>
                  <a:pt x="1558874" y="246748"/>
                </a:lnTo>
                <a:lnTo>
                  <a:pt x="1577136" y="228473"/>
                </a:lnTo>
                <a:lnTo>
                  <a:pt x="1596936" y="228473"/>
                </a:lnTo>
                <a:lnTo>
                  <a:pt x="1596936" y="94437"/>
                </a:lnTo>
                <a:close/>
              </a:path>
              <a:path w="1635125" h="494030">
                <a:moveTo>
                  <a:pt x="1577136" y="0"/>
                </a:moveTo>
                <a:lnTo>
                  <a:pt x="1520812" y="114236"/>
                </a:lnTo>
                <a:lnTo>
                  <a:pt x="1558874" y="114236"/>
                </a:lnTo>
                <a:lnTo>
                  <a:pt x="1558874" y="94437"/>
                </a:lnTo>
                <a:lnTo>
                  <a:pt x="1624959" y="94437"/>
                </a:lnTo>
                <a:lnTo>
                  <a:pt x="1577136" y="0"/>
                </a:lnTo>
                <a:close/>
              </a:path>
              <a:path w="1635125" h="494030">
                <a:moveTo>
                  <a:pt x="1624959" y="94437"/>
                </a:moveTo>
                <a:lnTo>
                  <a:pt x="1596936" y="94437"/>
                </a:lnTo>
                <a:lnTo>
                  <a:pt x="1596936" y="114236"/>
                </a:lnTo>
                <a:lnTo>
                  <a:pt x="1634985" y="114236"/>
                </a:lnTo>
                <a:lnTo>
                  <a:pt x="1624959" y="944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511856" y="1044905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4" h="233044">
                <a:moveTo>
                  <a:pt x="532815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228473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8473"/>
                </a:lnTo>
                <a:lnTo>
                  <a:pt x="538899" y="220853"/>
                </a:lnTo>
                <a:lnTo>
                  <a:pt x="25869" y="220853"/>
                </a:lnTo>
                <a:lnTo>
                  <a:pt x="13690" y="208673"/>
                </a:lnTo>
                <a:lnTo>
                  <a:pt x="25869" y="208673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538899" y="12179"/>
                </a:lnTo>
                <a:lnTo>
                  <a:pt x="538899" y="6083"/>
                </a:lnTo>
                <a:lnTo>
                  <a:pt x="532815" y="0"/>
                </a:lnTo>
                <a:close/>
              </a:path>
              <a:path w="539114" h="233044">
                <a:moveTo>
                  <a:pt x="25869" y="208673"/>
                </a:moveTo>
                <a:lnTo>
                  <a:pt x="13690" y="208673"/>
                </a:lnTo>
                <a:lnTo>
                  <a:pt x="25869" y="220853"/>
                </a:lnTo>
                <a:lnTo>
                  <a:pt x="25869" y="208673"/>
                </a:lnTo>
                <a:close/>
              </a:path>
              <a:path w="539114" h="233044">
                <a:moveTo>
                  <a:pt x="513016" y="208673"/>
                </a:moveTo>
                <a:lnTo>
                  <a:pt x="25869" y="208673"/>
                </a:lnTo>
                <a:lnTo>
                  <a:pt x="25869" y="220853"/>
                </a:lnTo>
                <a:lnTo>
                  <a:pt x="513016" y="220853"/>
                </a:lnTo>
                <a:lnTo>
                  <a:pt x="513016" y="208673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513016" y="220853"/>
                </a:lnTo>
                <a:lnTo>
                  <a:pt x="525195" y="208673"/>
                </a:lnTo>
                <a:lnTo>
                  <a:pt x="538899" y="208673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208673"/>
                </a:moveTo>
                <a:lnTo>
                  <a:pt x="525195" y="208673"/>
                </a:lnTo>
                <a:lnTo>
                  <a:pt x="513016" y="220853"/>
                </a:lnTo>
                <a:lnTo>
                  <a:pt x="538899" y="220853"/>
                </a:lnTo>
                <a:lnTo>
                  <a:pt x="538899" y="208673"/>
                </a:lnTo>
                <a:close/>
              </a:path>
              <a:path w="539114" h="233044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12179"/>
                </a:moveTo>
                <a:lnTo>
                  <a:pt x="513016" y="12179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94664" y="3092056"/>
            <a:ext cx="539115" cy="234950"/>
          </a:xfrm>
          <a:custGeom>
            <a:avLst/>
            <a:gdLst/>
            <a:ahLst/>
            <a:cxnLst/>
            <a:rect l="l" t="t" r="r" b="b"/>
            <a:pathLst>
              <a:path w="539115" h="234950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73"/>
                </a:lnTo>
                <a:lnTo>
                  <a:pt x="6083" y="234569"/>
                </a:lnTo>
                <a:lnTo>
                  <a:pt x="532815" y="234569"/>
                </a:lnTo>
                <a:lnTo>
                  <a:pt x="538899" y="228473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73"/>
                </a:lnTo>
                <a:lnTo>
                  <a:pt x="25869" y="208673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03"/>
                </a:lnTo>
                <a:lnTo>
                  <a:pt x="538899" y="13703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4950">
                <a:moveTo>
                  <a:pt x="25869" y="208673"/>
                </a:moveTo>
                <a:lnTo>
                  <a:pt x="13690" y="208673"/>
                </a:lnTo>
                <a:lnTo>
                  <a:pt x="25869" y="220865"/>
                </a:lnTo>
                <a:lnTo>
                  <a:pt x="25869" y="208673"/>
                </a:lnTo>
                <a:close/>
              </a:path>
              <a:path w="539115" h="234950">
                <a:moveTo>
                  <a:pt x="513016" y="208673"/>
                </a:moveTo>
                <a:lnTo>
                  <a:pt x="25869" y="208673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73"/>
                </a:lnTo>
                <a:close/>
              </a:path>
              <a:path w="539115" h="234950">
                <a:moveTo>
                  <a:pt x="513016" y="13703"/>
                </a:moveTo>
                <a:lnTo>
                  <a:pt x="513016" y="220865"/>
                </a:lnTo>
                <a:lnTo>
                  <a:pt x="525195" y="208673"/>
                </a:lnTo>
                <a:lnTo>
                  <a:pt x="538899" y="208673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3703"/>
                </a:lnTo>
                <a:close/>
              </a:path>
              <a:path w="539115" h="234950">
                <a:moveTo>
                  <a:pt x="538899" y="208673"/>
                </a:moveTo>
                <a:lnTo>
                  <a:pt x="525195" y="208673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73"/>
                </a:lnTo>
                <a:close/>
              </a:path>
              <a:path w="539115" h="234950">
                <a:moveTo>
                  <a:pt x="25869" y="13703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03"/>
                </a:lnTo>
                <a:close/>
              </a:path>
              <a:path w="539115" h="234950">
                <a:moveTo>
                  <a:pt x="513016" y="13703"/>
                </a:moveTo>
                <a:lnTo>
                  <a:pt x="25869" y="13703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3703"/>
                </a:lnTo>
                <a:close/>
              </a:path>
              <a:path w="539115" h="234950">
                <a:moveTo>
                  <a:pt x="538899" y="13703"/>
                </a:moveTo>
                <a:lnTo>
                  <a:pt x="513016" y="13703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94664" y="3343376"/>
            <a:ext cx="539115" cy="233679"/>
          </a:xfrm>
          <a:custGeom>
            <a:avLst/>
            <a:gdLst/>
            <a:ahLst/>
            <a:cxnLst/>
            <a:rect l="l" t="t" r="r" b="b"/>
            <a:pathLst>
              <a:path w="539115" h="233679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85"/>
                </a:lnTo>
                <a:lnTo>
                  <a:pt x="6083" y="233057"/>
                </a:lnTo>
                <a:lnTo>
                  <a:pt x="532815" y="233057"/>
                </a:lnTo>
                <a:lnTo>
                  <a:pt x="538899" y="228485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86"/>
                </a:lnTo>
                <a:lnTo>
                  <a:pt x="25869" y="20868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2"/>
                </a:lnTo>
                <a:lnTo>
                  <a:pt x="538899" y="12192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679">
                <a:moveTo>
                  <a:pt x="25869" y="208686"/>
                </a:moveTo>
                <a:lnTo>
                  <a:pt x="13690" y="208686"/>
                </a:lnTo>
                <a:lnTo>
                  <a:pt x="25869" y="220865"/>
                </a:lnTo>
                <a:lnTo>
                  <a:pt x="25869" y="208686"/>
                </a:lnTo>
                <a:close/>
              </a:path>
              <a:path w="539115" h="233679">
                <a:moveTo>
                  <a:pt x="513016" y="208686"/>
                </a:moveTo>
                <a:lnTo>
                  <a:pt x="25869" y="208686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86"/>
                </a:lnTo>
                <a:close/>
              </a:path>
              <a:path w="539115" h="233679">
                <a:moveTo>
                  <a:pt x="513016" y="12192"/>
                </a:moveTo>
                <a:lnTo>
                  <a:pt x="513016" y="220865"/>
                </a:lnTo>
                <a:lnTo>
                  <a:pt x="525195" y="208686"/>
                </a:lnTo>
                <a:lnTo>
                  <a:pt x="538899" y="208686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92"/>
                </a:lnTo>
                <a:close/>
              </a:path>
              <a:path w="539115" h="233679">
                <a:moveTo>
                  <a:pt x="538899" y="208686"/>
                </a:moveTo>
                <a:lnTo>
                  <a:pt x="525195" y="208686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86"/>
                </a:lnTo>
                <a:close/>
              </a:path>
              <a:path w="539115" h="233679">
                <a:moveTo>
                  <a:pt x="25869" y="12192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2"/>
                </a:lnTo>
                <a:close/>
              </a:path>
              <a:path w="539115" h="233679">
                <a:moveTo>
                  <a:pt x="513016" y="12192"/>
                </a:moveTo>
                <a:lnTo>
                  <a:pt x="25869" y="12192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92"/>
                </a:lnTo>
                <a:close/>
              </a:path>
              <a:path w="539115" h="233679">
                <a:moveTo>
                  <a:pt x="538899" y="12192"/>
                </a:moveTo>
                <a:lnTo>
                  <a:pt x="513016" y="12192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56030" y="3390607"/>
            <a:ext cx="217804" cy="155575"/>
          </a:xfrm>
          <a:custGeom>
            <a:avLst/>
            <a:gdLst/>
            <a:ahLst/>
            <a:cxnLst/>
            <a:rect l="l" t="t" r="r" b="b"/>
            <a:pathLst>
              <a:path w="217805" h="155575">
                <a:moveTo>
                  <a:pt x="217690" y="0"/>
                </a:moveTo>
                <a:lnTo>
                  <a:pt x="0" y="0"/>
                </a:lnTo>
                <a:lnTo>
                  <a:pt x="0" y="155359"/>
                </a:lnTo>
                <a:lnTo>
                  <a:pt x="217690" y="155359"/>
                </a:lnTo>
                <a:lnTo>
                  <a:pt x="2176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94664" y="3606888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5" h="233045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61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61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91"/>
                </a:lnTo>
                <a:lnTo>
                  <a:pt x="538899" y="12191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045">
                <a:moveTo>
                  <a:pt x="25869" y="207149"/>
                </a:moveTo>
                <a:lnTo>
                  <a:pt x="13690" y="207149"/>
                </a:lnTo>
                <a:lnTo>
                  <a:pt x="25869" y="220865"/>
                </a:lnTo>
                <a:lnTo>
                  <a:pt x="25869" y="207149"/>
                </a:lnTo>
                <a:close/>
              </a:path>
              <a:path w="539115" h="233045">
                <a:moveTo>
                  <a:pt x="513016" y="207149"/>
                </a:moveTo>
                <a:lnTo>
                  <a:pt x="25869" y="207149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7149"/>
                </a:lnTo>
                <a:close/>
              </a:path>
              <a:path w="539115" h="233045">
                <a:moveTo>
                  <a:pt x="513016" y="12191"/>
                </a:moveTo>
                <a:lnTo>
                  <a:pt x="513016" y="220865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91"/>
                </a:lnTo>
                <a:close/>
              </a:path>
              <a:path w="539115" h="233045">
                <a:moveTo>
                  <a:pt x="538899" y="207149"/>
                </a:moveTo>
                <a:lnTo>
                  <a:pt x="525195" y="207149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7149"/>
                </a:lnTo>
                <a:close/>
              </a:path>
              <a:path w="539115" h="233045">
                <a:moveTo>
                  <a:pt x="25869" y="12191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91"/>
                </a:lnTo>
                <a:close/>
              </a:path>
              <a:path w="539115" h="233045">
                <a:moveTo>
                  <a:pt x="513016" y="12191"/>
                </a:moveTo>
                <a:lnTo>
                  <a:pt x="25869" y="12191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91"/>
                </a:lnTo>
                <a:close/>
              </a:path>
              <a:path w="539115" h="233045">
                <a:moveTo>
                  <a:pt x="538899" y="12191"/>
                </a:moveTo>
                <a:lnTo>
                  <a:pt x="513016" y="12191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56030" y="3652596"/>
            <a:ext cx="217804" cy="155575"/>
          </a:xfrm>
          <a:custGeom>
            <a:avLst/>
            <a:gdLst/>
            <a:ahLst/>
            <a:cxnLst/>
            <a:rect l="l" t="t" r="r" b="b"/>
            <a:pathLst>
              <a:path w="217805" h="155575">
                <a:moveTo>
                  <a:pt x="217690" y="0"/>
                </a:moveTo>
                <a:lnTo>
                  <a:pt x="0" y="0"/>
                </a:lnTo>
                <a:lnTo>
                  <a:pt x="0" y="155359"/>
                </a:lnTo>
                <a:lnTo>
                  <a:pt x="217690" y="155359"/>
                </a:lnTo>
                <a:lnTo>
                  <a:pt x="2176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913333" y="3024683"/>
            <a:ext cx="299085" cy="7905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275" marR="5080" indent="-29209" algn="just">
              <a:lnSpc>
                <a:spcPct val="153300"/>
              </a:lnSpc>
              <a:spcBef>
                <a:spcPts val="50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reset  sw0  sw1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916796" y="1395234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89" h="76200">
                <a:moveTo>
                  <a:pt x="211607" y="0"/>
                </a:moveTo>
                <a:lnTo>
                  <a:pt x="211607" y="76161"/>
                </a:lnTo>
                <a:lnTo>
                  <a:pt x="278582" y="42646"/>
                </a:lnTo>
                <a:lnTo>
                  <a:pt x="223773" y="42646"/>
                </a:lnTo>
                <a:lnTo>
                  <a:pt x="223773" y="33515"/>
                </a:lnTo>
                <a:lnTo>
                  <a:pt x="278604" y="33515"/>
                </a:lnTo>
                <a:lnTo>
                  <a:pt x="211607" y="0"/>
                </a:lnTo>
                <a:close/>
              </a:path>
              <a:path w="288289" h="76200">
                <a:moveTo>
                  <a:pt x="211607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211607" y="42646"/>
                </a:lnTo>
                <a:lnTo>
                  <a:pt x="211607" y="33515"/>
                </a:lnTo>
                <a:close/>
              </a:path>
              <a:path w="288289" h="76200">
                <a:moveTo>
                  <a:pt x="278604" y="33515"/>
                </a:moveTo>
                <a:lnTo>
                  <a:pt x="223773" y="33515"/>
                </a:lnTo>
                <a:lnTo>
                  <a:pt x="223773" y="42646"/>
                </a:lnTo>
                <a:lnTo>
                  <a:pt x="278582" y="42646"/>
                </a:lnTo>
                <a:lnTo>
                  <a:pt x="287718" y="38074"/>
                </a:lnTo>
                <a:lnTo>
                  <a:pt x="278604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511856" y="1326692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4" h="233044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49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49"/>
                </a:lnTo>
                <a:lnTo>
                  <a:pt x="538899" y="220852"/>
                </a:lnTo>
                <a:lnTo>
                  <a:pt x="25869" y="220852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538899" y="12179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4" h="233044">
                <a:moveTo>
                  <a:pt x="25869" y="207149"/>
                </a:moveTo>
                <a:lnTo>
                  <a:pt x="13690" y="207149"/>
                </a:lnTo>
                <a:lnTo>
                  <a:pt x="25869" y="220852"/>
                </a:lnTo>
                <a:lnTo>
                  <a:pt x="25869" y="207149"/>
                </a:lnTo>
                <a:close/>
              </a:path>
              <a:path w="539114" h="233044">
                <a:moveTo>
                  <a:pt x="513016" y="207149"/>
                </a:moveTo>
                <a:lnTo>
                  <a:pt x="25869" y="207149"/>
                </a:lnTo>
                <a:lnTo>
                  <a:pt x="25869" y="220852"/>
                </a:lnTo>
                <a:lnTo>
                  <a:pt x="513016" y="220852"/>
                </a:lnTo>
                <a:lnTo>
                  <a:pt x="513016" y="207149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513016" y="220852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207149"/>
                </a:moveTo>
                <a:lnTo>
                  <a:pt x="525195" y="207149"/>
                </a:lnTo>
                <a:lnTo>
                  <a:pt x="513016" y="220852"/>
                </a:lnTo>
                <a:lnTo>
                  <a:pt x="538899" y="220852"/>
                </a:lnTo>
                <a:lnTo>
                  <a:pt x="538899" y="207149"/>
                </a:lnTo>
                <a:close/>
              </a:path>
              <a:path w="539114" h="233044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539114" h="233044">
                <a:moveTo>
                  <a:pt x="513016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79"/>
                </a:lnTo>
                <a:close/>
              </a:path>
              <a:path w="539114" h="233044">
                <a:moveTo>
                  <a:pt x="538899" y="12179"/>
                </a:moveTo>
                <a:lnTo>
                  <a:pt x="513016" y="12179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673223" y="1372387"/>
            <a:ext cx="217804" cy="155575"/>
          </a:xfrm>
          <a:custGeom>
            <a:avLst/>
            <a:gdLst/>
            <a:ahLst/>
            <a:cxnLst/>
            <a:rect l="l" t="t" r="r" b="b"/>
            <a:pathLst>
              <a:path w="217805" h="155575">
                <a:moveTo>
                  <a:pt x="217690" y="0"/>
                </a:moveTo>
                <a:lnTo>
                  <a:pt x="0" y="0"/>
                </a:lnTo>
                <a:lnTo>
                  <a:pt x="0" y="155359"/>
                </a:lnTo>
                <a:lnTo>
                  <a:pt x="217690" y="155359"/>
                </a:lnTo>
                <a:lnTo>
                  <a:pt x="21769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2659557" y="1059891"/>
            <a:ext cx="243840" cy="475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347266" y="1386090"/>
            <a:ext cx="289560" cy="76200"/>
          </a:xfrm>
          <a:custGeom>
            <a:avLst/>
            <a:gdLst/>
            <a:ahLst/>
            <a:cxnLst/>
            <a:rect l="l" t="t" r="r" b="b"/>
            <a:pathLst>
              <a:path w="289560" h="76200">
                <a:moveTo>
                  <a:pt x="213131" y="0"/>
                </a:moveTo>
                <a:lnTo>
                  <a:pt x="213131" y="76161"/>
                </a:lnTo>
                <a:lnTo>
                  <a:pt x="280103" y="42659"/>
                </a:lnTo>
                <a:lnTo>
                  <a:pt x="225310" y="42659"/>
                </a:lnTo>
                <a:lnTo>
                  <a:pt x="225310" y="33515"/>
                </a:lnTo>
                <a:lnTo>
                  <a:pt x="280106" y="33515"/>
                </a:lnTo>
                <a:lnTo>
                  <a:pt x="213131" y="0"/>
                </a:lnTo>
                <a:close/>
              </a:path>
              <a:path w="289560" h="76200">
                <a:moveTo>
                  <a:pt x="213131" y="33515"/>
                </a:moveTo>
                <a:lnTo>
                  <a:pt x="0" y="33515"/>
                </a:lnTo>
                <a:lnTo>
                  <a:pt x="0" y="42659"/>
                </a:lnTo>
                <a:lnTo>
                  <a:pt x="213131" y="42659"/>
                </a:lnTo>
                <a:lnTo>
                  <a:pt x="213131" y="33515"/>
                </a:lnTo>
                <a:close/>
              </a:path>
              <a:path w="289560" h="76200">
                <a:moveTo>
                  <a:pt x="280106" y="33515"/>
                </a:moveTo>
                <a:lnTo>
                  <a:pt x="225310" y="33515"/>
                </a:lnTo>
                <a:lnTo>
                  <a:pt x="225310" y="42659"/>
                </a:lnTo>
                <a:lnTo>
                  <a:pt x="280103" y="42659"/>
                </a:lnTo>
                <a:lnTo>
                  <a:pt x="289242" y="38087"/>
                </a:lnTo>
                <a:lnTo>
                  <a:pt x="280106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347266" y="1629803"/>
            <a:ext cx="286385" cy="76200"/>
          </a:xfrm>
          <a:custGeom>
            <a:avLst/>
            <a:gdLst/>
            <a:ahLst/>
            <a:cxnLst/>
            <a:rect l="l" t="t" r="r" b="b"/>
            <a:pathLst>
              <a:path w="286385" h="76200">
                <a:moveTo>
                  <a:pt x="210083" y="0"/>
                </a:moveTo>
                <a:lnTo>
                  <a:pt x="210083" y="76161"/>
                </a:lnTo>
                <a:lnTo>
                  <a:pt x="277058" y="42646"/>
                </a:lnTo>
                <a:lnTo>
                  <a:pt x="223786" y="42646"/>
                </a:lnTo>
                <a:lnTo>
                  <a:pt x="223786" y="33515"/>
                </a:lnTo>
                <a:lnTo>
                  <a:pt x="277080" y="33515"/>
                </a:lnTo>
                <a:lnTo>
                  <a:pt x="210083" y="0"/>
                </a:lnTo>
                <a:close/>
              </a:path>
              <a:path w="286385" h="76200">
                <a:moveTo>
                  <a:pt x="210083" y="33515"/>
                </a:moveTo>
                <a:lnTo>
                  <a:pt x="0" y="33515"/>
                </a:lnTo>
                <a:lnTo>
                  <a:pt x="0" y="42646"/>
                </a:lnTo>
                <a:lnTo>
                  <a:pt x="210083" y="42646"/>
                </a:lnTo>
                <a:lnTo>
                  <a:pt x="210083" y="33515"/>
                </a:lnTo>
                <a:close/>
              </a:path>
              <a:path w="286385" h="76200">
                <a:moveTo>
                  <a:pt x="277080" y="33515"/>
                </a:moveTo>
                <a:lnTo>
                  <a:pt x="223786" y="33515"/>
                </a:lnTo>
                <a:lnTo>
                  <a:pt x="223786" y="42646"/>
                </a:lnTo>
                <a:lnTo>
                  <a:pt x="277058" y="42646"/>
                </a:lnTo>
                <a:lnTo>
                  <a:pt x="286194" y="38074"/>
                </a:lnTo>
                <a:lnTo>
                  <a:pt x="277080" y="335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94664" y="1277950"/>
            <a:ext cx="539115" cy="233045"/>
          </a:xfrm>
          <a:custGeom>
            <a:avLst/>
            <a:gdLst/>
            <a:ahLst/>
            <a:cxnLst/>
            <a:rect l="l" t="t" r="r" b="b"/>
            <a:pathLst>
              <a:path w="539115" h="233044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6949"/>
                </a:lnTo>
                <a:lnTo>
                  <a:pt x="6083" y="233045"/>
                </a:lnTo>
                <a:lnTo>
                  <a:pt x="532815" y="233045"/>
                </a:lnTo>
                <a:lnTo>
                  <a:pt x="538899" y="226949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7149"/>
                </a:lnTo>
                <a:lnTo>
                  <a:pt x="25869" y="207149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2179"/>
                </a:lnTo>
                <a:lnTo>
                  <a:pt x="538899" y="12179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3044">
                <a:moveTo>
                  <a:pt x="25869" y="207149"/>
                </a:moveTo>
                <a:lnTo>
                  <a:pt x="13690" y="207149"/>
                </a:lnTo>
                <a:lnTo>
                  <a:pt x="25869" y="220865"/>
                </a:lnTo>
                <a:lnTo>
                  <a:pt x="25869" y="207149"/>
                </a:lnTo>
                <a:close/>
              </a:path>
              <a:path w="539115" h="233044">
                <a:moveTo>
                  <a:pt x="513016" y="207149"/>
                </a:moveTo>
                <a:lnTo>
                  <a:pt x="25869" y="207149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7149"/>
                </a:lnTo>
                <a:close/>
              </a:path>
              <a:path w="539115" h="233044">
                <a:moveTo>
                  <a:pt x="513016" y="12179"/>
                </a:moveTo>
                <a:lnTo>
                  <a:pt x="513016" y="220865"/>
                </a:lnTo>
                <a:lnTo>
                  <a:pt x="525195" y="207149"/>
                </a:lnTo>
                <a:lnTo>
                  <a:pt x="538899" y="207149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2179"/>
                </a:lnTo>
                <a:close/>
              </a:path>
              <a:path w="539115" h="233044">
                <a:moveTo>
                  <a:pt x="538899" y="207149"/>
                </a:moveTo>
                <a:lnTo>
                  <a:pt x="525195" y="207149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7149"/>
                </a:lnTo>
                <a:close/>
              </a:path>
              <a:path w="539115" h="233044">
                <a:moveTo>
                  <a:pt x="25869" y="12179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539115" h="233044">
                <a:moveTo>
                  <a:pt x="513016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2179"/>
                </a:lnTo>
                <a:close/>
              </a:path>
              <a:path w="539115" h="233044">
                <a:moveTo>
                  <a:pt x="538899" y="12179"/>
                </a:moveTo>
                <a:lnTo>
                  <a:pt x="513016" y="12179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94664" y="1524698"/>
            <a:ext cx="539115" cy="234950"/>
          </a:xfrm>
          <a:custGeom>
            <a:avLst/>
            <a:gdLst/>
            <a:ahLst/>
            <a:cxnLst/>
            <a:rect l="l" t="t" r="r" b="b"/>
            <a:pathLst>
              <a:path w="539115" h="234950">
                <a:moveTo>
                  <a:pt x="532815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28485"/>
                </a:lnTo>
                <a:lnTo>
                  <a:pt x="6083" y="234581"/>
                </a:lnTo>
                <a:lnTo>
                  <a:pt x="532815" y="234581"/>
                </a:lnTo>
                <a:lnTo>
                  <a:pt x="538899" y="228485"/>
                </a:lnTo>
                <a:lnTo>
                  <a:pt x="538899" y="220865"/>
                </a:lnTo>
                <a:lnTo>
                  <a:pt x="25869" y="220865"/>
                </a:lnTo>
                <a:lnTo>
                  <a:pt x="13690" y="208686"/>
                </a:lnTo>
                <a:lnTo>
                  <a:pt x="25869" y="20868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15"/>
                </a:lnTo>
                <a:lnTo>
                  <a:pt x="538899" y="13715"/>
                </a:lnTo>
                <a:lnTo>
                  <a:pt x="538899" y="6096"/>
                </a:lnTo>
                <a:lnTo>
                  <a:pt x="532815" y="0"/>
                </a:lnTo>
                <a:close/>
              </a:path>
              <a:path w="539115" h="234950">
                <a:moveTo>
                  <a:pt x="25869" y="208686"/>
                </a:moveTo>
                <a:lnTo>
                  <a:pt x="13690" y="208686"/>
                </a:lnTo>
                <a:lnTo>
                  <a:pt x="25869" y="220865"/>
                </a:lnTo>
                <a:lnTo>
                  <a:pt x="25869" y="208686"/>
                </a:lnTo>
                <a:close/>
              </a:path>
              <a:path w="539115" h="234950">
                <a:moveTo>
                  <a:pt x="513016" y="208686"/>
                </a:moveTo>
                <a:lnTo>
                  <a:pt x="25869" y="208686"/>
                </a:lnTo>
                <a:lnTo>
                  <a:pt x="25869" y="220865"/>
                </a:lnTo>
                <a:lnTo>
                  <a:pt x="513016" y="220865"/>
                </a:lnTo>
                <a:lnTo>
                  <a:pt x="513016" y="208686"/>
                </a:lnTo>
                <a:close/>
              </a:path>
              <a:path w="539115" h="234950">
                <a:moveTo>
                  <a:pt x="513016" y="13715"/>
                </a:moveTo>
                <a:lnTo>
                  <a:pt x="513016" y="220865"/>
                </a:lnTo>
                <a:lnTo>
                  <a:pt x="525195" y="208686"/>
                </a:lnTo>
                <a:lnTo>
                  <a:pt x="538899" y="208686"/>
                </a:lnTo>
                <a:lnTo>
                  <a:pt x="538899" y="25895"/>
                </a:lnTo>
                <a:lnTo>
                  <a:pt x="525195" y="25895"/>
                </a:lnTo>
                <a:lnTo>
                  <a:pt x="513016" y="13715"/>
                </a:lnTo>
                <a:close/>
              </a:path>
              <a:path w="539115" h="234950">
                <a:moveTo>
                  <a:pt x="538899" y="208686"/>
                </a:moveTo>
                <a:lnTo>
                  <a:pt x="525195" y="208686"/>
                </a:lnTo>
                <a:lnTo>
                  <a:pt x="513016" y="220865"/>
                </a:lnTo>
                <a:lnTo>
                  <a:pt x="538899" y="220865"/>
                </a:lnTo>
                <a:lnTo>
                  <a:pt x="538899" y="208686"/>
                </a:lnTo>
                <a:close/>
              </a:path>
              <a:path w="539115" h="234950">
                <a:moveTo>
                  <a:pt x="25869" y="13715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15"/>
                </a:lnTo>
                <a:close/>
              </a:path>
              <a:path w="539115" h="234950">
                <a:moveTo>
                  <a:pt x="513016" y="13715"/>
                </a:moveTo>
                <a:lnTo>
                  <a:pt x="25869" y="13715"/>
                </a:lnTo>
                <a:lnTo>
                  <a:pt x="25869" y="25895"/>
                </a:lnTo>
                <a:lnTo>
                  <a:pt x="513016" y="25895"/>
                </a:lnTo>
                <a:lnTo>
                  <a:pt x="513016" y="13715"/>
                </a:lnTo>
                <a:close/>
              </a:path>
              <a:path w="539115" h="234950">
                <a:moveTo>
                  <a:pt x="538899" y="13715"/>
                </a:moveTo>
                <a:lnTo>
                  <a:pt x="513016" y="13715"/>
                </a:lnTo>
                <a:lnTo>
                  <a:pt x="525195" y="25895"/>
                </a:lnTo>
                <a:lnTo>
                  <a:pt x="538899" y="25895"/>
                </a:lnTo>
                <a:lnTo>
                  <a:pt x="538899" y="137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926033" y="1213421"/>
            <a:ext cx="273685" cy="52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indent="51435">
              <a:lnSpc>
                <a:spcPct val="147700"/>
              </a:lnSpc>
              <a:spcBef>
                <a:spcPts val="95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clk  reset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037228" y="1162189"/>
            <a:ext cx="2372360" cy="848994"/>
          </a:xfrm>
          <a:custGeom>
            <a:avLst/>
            <a:gdLst/>
            <a:ahLst/>
            <a:cxnLst/>
            <a:rect l="l" t="t" r="r" b="b"/>
            <a:pathLst>
              <a:path w="2372360" h="848994">
                <a:moveTo>
                  <a:pt x="2362669" y="38074"/>
                </a:moveTo>
                <a:lnTo>
                  <a:pt x="2362669" y="848410"/>
                </a:lnTo>
                <a:lnTo>
                  <a:pt x="2371801" y="848410"/>
                </a:lnTo>
                <a:lnTo>
                  <a:pt x="2371801" y="42646"/>
                </a:lnTo>
                <a:lnTo>
                  <a:pt x="2367229" y="42646"/>
                </a:lnTo>
                <a:lnTo>
                  <a:pt x="2362669" y="38074"/>
                </a:lnTo>
                <a:close/>
              </a:path>
              <a:path w="2372360" h="848994">
                <a:moveTo>
                  <a:pt x="76123" y="0"/>
                </a:moveTo>
                <a:lnTo>
                  <a:pt x="0" y="38074"/>
                </a:lnTo>
                <a:lnTo>
                  <a:pt x="76123" y="76161"/>
                </a:lnTo>
                <a:lnTo>
                  <a:pt x="76123" y="42646"/>
                </a:lnTo>
                <a:lnTo>
                  <a:pt x="63944" y="42646"/>
                </a:lnTo>
                <a:lnTo>
                  <a:pt x="63944" y="33502"/>
                </a:lnTo>
                <a:lnTo>
                  <a:pt x="76123" y="33502"/>
                </a:lnTo>
                <a:lnTo>
                  <a:pt x="76123" y="0"/>
                </a:lnTo>
                <a:close/>
              </a:path>
              <a:path w="2372360" h="848994">
                <a:moveTo>
                  <a:pt x="76123" y="33502"/>
                </a:moveTo>
                <a:lnTo>
                  <a:pt x="63944" y="33502"/>
                </a:lnTo>
                <a:lnTo>
                  <a:pt x="63944" y="42646"/>
                </a:lnTo>
                <a:lnTo>
                  <a:pt x="76123" y="42646"/>
                </a:lnTo>
                <a:lnTo>
                  <a:pt x="76123" y="33502"/>
                </a:lnTo>
                <a:close/>
              </a:path>
              <a:path w="2372360" h="848994">
                <a:moveTo>
                  <a:pt x="2370277" y="33502"/>
                </a:moveTo>
                <a:lnTo>
                  <a:pt x="76123" y="33502"/>
                </a:lnTo>
                <a:lnTo>
                  <a:pt x="76123" y="42646"/>
                </a:lnTo>
                <a:lnTo>
                  <a:pt x="2362669" y="42646"/>
                </a:lnTo>
                <a:lnTo>
                  <a:pt x="2362669" y="38074"/>
                </a:lnTo>
                <a:lnTo>
                  <a:pt x="2371801" y="38074"/>
                </a:lnTo>
                <a:lnTo>
                  <a:pt x="2371801" y="35026"/>
                </a:lnTo>
                <a:lnTo>
                  <a:pt x="2370277" y="33502"/>
                </a:lnTo>
                <a:close/>
              </a:path>
              <a:path w="2372360" h="848994">
                <a:moveTo>
                  <a:pt x="2371801" y="38074"/>
                </a:moveTo>
                <a:lnTo>
                  <a:pt x="2362669" y="38074"/>
                </a:lnTo>
                <a:lnTo>
                  <a:pt x="2367229" y="42646"/>
                </a:lnTo>
                <a:lnTo>
                  <a:pt x="2371801" y="42646"/>
                </a:lnTo>
                <a:lnTo>
                  <a:pt x="2371801" y="380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037228" y="1450073"/>
            <a:ext cx="1950720" cy="1310005"/>
          </a:xfrm>
          <a:custGeom>
            <a:avLst/>
            <a:gdLst/>
            <a:ahLst/>
            <a:cxnLst/>
            <a:rect l="l" t="t" r="r" b="b"/>
            <a:pathLst>
              <a:path w="1950720" h="1310005">
                <a:moveTo>
                  <a:pt x="471932" y="38074"/>
                </a:moveTo>
                <a:lnTo>
                  <a:pt x="471932" y="1308404"/>
                </a:lnTo>
                <a:lnTo>
                  <a:pt x="473443" y="1309928"/>
                </a:lnTo>
                <a:lnTo>
                  <a:pt x="1950110" y="1309928"/>
                </a:lnTo>
                <a:lnTo>
                  <a:pt x="1950110" y="1305356"/>
                </a:lnTo>
                <a:lnTo>
                  <a:pt x="481063" y="1305356"/>
                </a:lnTo>
                <a:lnTo>
                  <a:pt x="476491" y="1300797"/>
                </a:lnTo>
                <a:lnTo>
                  <a:pt x="481063" y="1300797"/>
                </a:lnTo>
                <a:lnTo>
                  <a:pt x="481063" y="42646"/>
                </a:lnTo>
                <a:lnTo>
                  <a:pt x="476491" y="42646"/>
                </a:lnTo>
                <a:lnTo>
                  <a:pt x="471932" y="38074"/>
                </a:lnTo>
                <a:close/>
              </a:path>
              <a:path w="1950720" h="1310005">
                <a:moveTo>
                  <a:pt x="481063" y="1300797"/>
                </a:moveTo>
                <a:lnTo>
                  <a:pt x="476491" y="1300797"/>
                </a:lnTo>
                <a:lnTo>
                  <a:pt x="481063" y="1305356"/>
                </a:lnTo>
                <a:lnTo>
                  <a:pt x="481063" y="1300797"/>
                </a:lnTo>
                <a:close/>
              </a:path>
              <a:path w="1950720" h="1310005">
                <a:moveTo>
                  <a:pt x="1950110" y="1300797"/>
                </a:moveTo>
                <a:lnTo>
                  <a:pt x="481063" y="1300797"/>
                </a:lnTo>
                <a:lnTo>
                  <a:pt x="481063" y="1305356"/>
                </a:lnTo>
                <a:lnTo>
                  <a:pt x="1950110" y="1305356"/>
                </a:lnTo>
                <a:lnTo>
                  <a:pt x="1950110" y="1300797"/>
                </a:lnTo>
                <a:close/>
              </a:path>
              <a:path w="1950720" h="1310005">
                <a:moveTo>
                  <a:pt x="76123" y="0"/>
                </a:moveTo>
                <a:lnTo>
                  <a:pt x="0" y="38074"/>
                </a:lnTo>
                <a:lnTo>
                  <a:pt x="76123" y="76149"/>
                </a:lnTo>
                <a:lnTo>
                  <a:pt x="76123" y="42646"/>
                </a:lnTo>
                <a:lnTo>
                  <a:pt x="63944" y="42646"/>
                </a:lnTo>
                <a:lnTo>
                  <a:pt x="63944" y="33502"/>
                </a:lnTo>
                <a:lnTo>
                  <a:pt x="76123" y="33502"/>
                </a:lnTo>
                <a:lnTo>
                  <a:pt x="76123" y="0"/>
                </a:lnTo>
                <a:close/>
              </a:path>
              <a:path w="1950720" h="1310005">
                <a:moveTo>
                  <a:pt x="76123" y="33502"/>
                </a:moveTo>
                <a:lnTo>
                  <a:pt x="63944" y="33502"/>
                </a:lnTo>
                <a:lnTo>
                  <a:pt x="63944" y="42646"/>
                </a:lnTo>
                <a:lnTo>
                  <a:pt x="76123" y="42646"/>
                </a:lnTo>
                <a:lnTo>
                  <a:pt x="76123" y="33502"/>
                </a:lnTo>
                <a:close/>
              </a:path>
              <a:path w="1950720" h="1310005">
                <a:moveTo>
                  <a:pt x="479539" y="33502"/>
                </a:moveTo>
                <a:lnTo>
                  <a:pt x="76123" y="33502"/>
                </a:lnTo>
                <a:lnTo>
                  <a:pt x="76123" y="42646"/>
                </a:lnTo>
                <a:lnTo>
                  <a:pt x="471932" y="42646"/>
                </a:lnTo>
                <a:lnTo>
                  <a:pt x="471932" y="38074"/>
                </a:lnTo>
                <a:lnTo>
                  <a:pt x="481063" y="38074"/>
                </a:lnTo>
                <a:lnTo>
                  <a:pt x="481063" y="35026"/>
                </a:lnTo>
                <a:lnTo>
                  <a:pt x="479539" y="33502"/>
                </a:lnTo>
                <a:close/>
              </a:path>
              <a:path w="1950720" h="1310005">
                <a:moveTo>
                  <a:pt x="481063" y="38074"/>
                </a:moveTo>
                <a:lnTo>
                  <a:pt x="471932" y="38074"/>
                </a:lnTo>
                <a:lnTo>
                  <a:pt x="476491" y="42646"/>
                </a:lnTo>
                <a:lnTo>
                  <a:pt x="481063" y="42646"/>
                </a:lnTo>
                <a:lnTo>
                  <a:pt x="481063" y="380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975992" y="2015172"/>
            <a:ext cx="1192530" cy="327660"/>
          </a:xfrm>
          <a:custGeom>
            <a:avLst/>
            <a:gdLst/>
            <a:ahLst/>
            <a:cxnLst/>
            <a:rect l="l" t="t" r="r" b="b"/>
            <a:pathLst>
              <a:path w="1192530" h="327660">
                <a:moveTo>
                  <a:pt x="9131" y="94437"/>
                </a:moveTo>
                <a:lnTo>
                  <a:pt x="0" y="94437"/>
                </a:lnTo>
                <a:lnTo>
                  <a:pt x="0" y="324434"/>
                </a:lnTo>
                <a:lnTo>
                  <a:pt x="3048" y="327482"/>
                </a:lnTo>
                <a:lnTo>
                  <a:pt x="841844" y="327482"/>
                </a:lnTo>
                <a:lnTo>
                  <a:pt x="843368" y="324434"/>
                </a:lnTo>
                <a:lnTo>
                  <a:pt x="843368" y="322910"/>
                </a:lnTo>
                <a:lnTo>
                  <a:pt x="9131" y="322910"/>
                </a:lnTo>
                <a:lnTo>
                  <a:pt x="4559" y="318338"/>
                </a:lnTo>
                <a:lnTo>
                  <a:pt x="9131" y="318338"/>
                </a:lnTo>
                <a:lnTo>
                  <a:pt x="9131" y="94437"/>
                </a:lnTo>
                <a:close/>
              </a:path>
              <a:path w="1192530" h="327660">
                <a:moveTo>
                  <a:pt x="9131" y="318338"/>
                </a:moveTo>
                <a:lnTo>
                  <a:pt x="4559" y="318338"/>
                </a:lnTo>
                <a:lnTo>
                  <a:pt x="9131" y="322910"/>
                </a:lnTo>
                <a:lnTo>
                  <a:pt x="9131" y="318338"/>
                </a:lnTo>
                <a:close/>
              </a:path>
              <a:path w="1192530" h="327660">
                <a:moveTo>
                  <a:pt x="834237" y="318338"/>
                </a:moveTo>
                <a:lnTo>
                  <a:pt x="9131" y="318338"/>
                </a:lnTo>
                <a:lnTo>
                  <a:pt x="9131" y="322910"/>
                </a:lnTo>
                <a:lnTo>
                  <a:pt x="834237" y="322910"/>
                </a:lnTo>
                <a:lnTo>
                  <a:pt x="834237" y="318338"/>
                </a:lnTo>
                <a:close/>
              </a:path>
              <a:path w="1192530" h="327660">
                <a:moveTo>
                  <a:pt x="1115872" y="33502"/>
                </a:moveTo>
                <a:lnTo>
                  <a:pt x="835761" y="33502"/>
                </a:lnTo>
                <a:lnTo>
                  <a:pt x="834237" y="35026"/>
                </a:lnTo>
                <a:lnTo>
                  <a:pt x="834237" y="322910"/>
                </a:lnTo>
                <a:lnTo>
                  <a:pt x="838809" y="318338"/>
                </a:lnTo>
                <a:lnTo>
                  <a:pt x="843368" y="318338"/>
                </a:lnTo>
                <a:lnTo>
                  <a:pt x="843368" y="42646"/>
                </a:lnTo>
                <a:lnTo>
                  <a:pt x="838809" y="42646"/>
                </a:lnTo>
                <a:lnTo>
                  <a:pt x="843368" y="38074"/>
                </a:lnTo>
                <a:lnTo>
                  <a:pt x="1115872" y="38074"/>
                </a:lnTo>
                <a:lnTo>
                  <a:pt x="1115872" y="33502"/>
                </a:lnTo>
                <a:close/>
              </a:path>
              <a:path w="1192530" h="327660">
                <a:moveTo>
                  <a:pt x="843368" y="318338"/>
                </a:moveTo>
                <a:lnTo>
                  <a:pt x="838809" y="318338"/>
                </a:lnTo>
                <a:lnTo>
                  <a:pt x="834237" y="322910"/>
                </a:lnTo>
                <a:lnTo>
                  <a:pt x="843368" y="322910"/>
                </a:lnTo>
                <a:lnTo>
                  <a:pt x="843368" y="318338"/>
                </a:lnTo>
                <a:close/>
              </a:path>
              <a:path w="1192530" h="327660">
                <a:moveTo>
                  <a:pt x="1115872" y="0"/>
                </a:moveTo>
                <a:lnTo>
                  <a:pt x="1115872" y="76149"/>
                </a:lnTo>
                <a:lnTo>
                  <a:pt x="1182844" y="42646"/>
                </a:lnTo>
                <a:lnTo>
                  <a:pt x="1128052" y="42646"/>
                </a:lnTo>
                <a:lnTo>
                  <a:pt x="1128052" y="33502"/>
                </a:lnTo>
                <a:lnTo>
                  <a:pt x="1182844" y="33502"/>
                </a:lnTo>
                <a:lnTo>
                  <a:pt x="1115872" y="0"/>
                </a:lnTo>
                <a:close/>
              </a:path>
              <a:path w="1192530" h="327660">
                <a:moveTo>
                  <a:pt x="843368" y="38074"/>
                </a:moveTo>
                <a:lnTo>
                  <a:pt x="838809" y="42646"/>
                </a:lnTo>
                <a:lnTo>
                  <a:pt x="843368" y="42646"/>
                </a:lnTo>
                <a:lnTo>
                  <a:pt x="843368" y="38074"/>
                </a:lnTo>
                <a:close/>
              </a:path>
              <a:path w="1192530" h="327660">
                <a:moveTo>
                  <a:pt x="1115872" y="38074"/>
                </a:moveTo>
                <a:lnTo>
                  <a:pt x="843368" y="38074"/>
                </a:lnTo>
                <a:lnTo>
                  <a:pt x="843368" y="42646"/>
                </a:lnTo>
                <a:lnTo>
                  <a:pt x="1115872" y="42646"/>
                </a:lnTo>
                <a:lnTo>
                  <a:pt x="1115872" y="38074"/>
                </a:lnTo>
                <a:close/>
              </a:path>
              <a:path w="1192530" h="327660">
                <a:moveTo>
                  <a:pt x="1182844" y="33502"/>
                </a:moveTo>
                <a:lnTo>
                  <a:pt x="1128052" y="33502"/>
                </a:lnTo>
                <a:lnTo>
                  <a:pt x="1128052" y="42646"/>
                </a:lnTo>
                <a:lnTo>
                  <a:pt x="1182844" y="42646"/>
                </a:lnTo>
                <a:lnTo>
                  <a:pt x="1191983" y="38074"/>
                </a:lnTo>
                <a:lnTo>
                  <a:pt x="1182844" y="335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>
            <a:spLocks noGrp="1"/>
          </p:cNvSpPr>
          <p:nvPr>
            <p:ph type="title"/>
          </p:nvPr>
        </p:nvSpPr>
        <p:spPr>
          <a:xfrm>
            <a:off x="872020" y="259105"/>
            <a:ext cx="6024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Times New Roman"/>
                <a:cs typeface="Times New Roman"/>
              </a:rPr>
              <a:t>Example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404118" y="5679947"/>
            <a:ext cx="1132840" cy="1388110"/>
          </a:xfrm>
          <a:custGeom>
            <a:avLst/>
            <a:gdLst/>
            <a:ahLst/>
            <a:cxnLst/>
            <a:rect l="l" t="t" r="r" b="b"/>
            <a:pathLst>
              <a:path w="1132839" h="1388109">
                <a:moveTo>
                  <a:pt x="1132611" y="0"/>
                </a:moveTo>
                <a:lnTo>
                  <a:pt x="0" y="0"/>
                </a:lnTo>
                <a:lnTo>
                  <a:pt x="0" y="1387614"/>
                </a:lnTo>
                <a:lnTo>
                  <a:pt x="1132611" y="1387614"/>
                </a:lnTo>
                <a:lnTo>
                  <a:pt x="1132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91939" y="5667755"/>
            <a:ext cx="1158875" cy="1413510"/>
          </a:xfrm>
          <a:custGeom>
            <a:avLst/>
            <a:gdLst/>
            <a:ahLst/>
            <a:cxnLst/>
            <a:rect l="l" t="t" r="r" b="b"/>
            <a:pathLst>
              <a:path w="1158875" h="1413509">
                <a:moveTo>
                  <a:pt x="1152398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1407414"/>
                </a:lnTo>
                <a:lnTo>
                  <a:pt x="6083" y="1413510"/>
                </a:lnTo>
                <a:lnTo>
                  <a:pt x="1152398" y="1413510"/>
                </a:lnTo>
                <a:lnTo>
                  <a:pt x="1158493" y="1407414"/>
                </a:lnTo>
                <a:lnTo>
                  <a:pt x="1158493" y="1399806"/>
                </a:lnTo>
                <a:lnTo>
                  <a:pt x="25869" y="1399806"/>
                </a:lnTo>
                <a:lnTo>
                  <a:pt x="12179" y="1387614"/>
                </a:lnTo>
                <a:lnTo>
                  <a:pt x="25869" y="1387614"/>
                </a:lnTo>
                <a:lnTo>
                  <a:pt x="25869" y="25895"/>
                </a:lnTo>
                <a:lnTo>
                  <a:pt x="12179" y="25895"/>
                </a:lnTo>
                <a:lnTo>
                  <a:pt x="25869" y="12179"/>
                </a:lnTo>
                <a:lnTo>
                  <a:pt x="1158493" y="12179"/>
                </a:lnTo>
                <a:lnTo>
                  <a:pt x="1158493" y="6096"/>
                </a:lnTo>
                <a:lnTo>
                  <a:pt x="1152398" y="0"/>
                </a:lnTo>
                <a:close/>
              </a:path>
              <a:path w="1158875" h="1413509">
                <a:moveTo>
                  <a:pt x="25869" y="1387614"/>
                </a:moveTo>
                <a:lnTo>
                  <a:pt x="12179" y="1387614"/>
                </a:lnTo>
                <a:lnTo>
                  <a:pt x="25869" y="1399806"/>
                </a:lnTo>
                <a:lnTo>
                  <a:pt x="25869" y="1387614"/>
                </a:lnTo>
                <a:close/>
              </a:path>
              <a:path w="1158875" h="1413509">
                <a:moveTo>
                  <a:pt x="1132611" y="1387614"/>
                </a:moveTo>
                <a:lnTo>
                  <a:pt x="25869" y="1387614"/>
                </a:lnTo>
                <a:lnTo>
                  <a:pt x="25869" y="1399806"/>
                </a:lnTo>
                <a:lnTo>
                  <a:pt x="1132611" y="1399806"/>
                </a:lnTo>
                <a:lnTo>
                  <a:pt x="1132611" y="1387614"/>
                </a:lnTo>
                <a:close/>
              </a:path>
              <a:path w="1158875" h="1413509">
                <a:moveTo>
                  <a:pt x="1132611" y="12179"/>
                </a:moveTo>
                <a:lnTo>
                  <a:pt x="1132611" y="1399806"/>
                </a:lnTo>
                <a:lnTo>
                  <a:pt x="1144790" y="1387614"/>
                </a:lnTo>
                <a:lnTo>
                  <a:pt x="1158493" y="1387614"/>
                </a:lnTo>
                <a:lnTo>
                  <a:pt x="1158493" y="25895"/>
                </a:lnTo>
                <a:lnTo>
                  <a:pt x="1144790" y="25895"/>
                </a:lnTo>
                <a:lnTo>
                  <a:pt x="1132611" y="12179"/>
                </a:lnTo>
                <a:close/>
              </a:path>
              <a:path w="1158875" h="1413509">
                <a:moveTo>
                  <a:pt x="1158493" y="1387614"/>
                </a:moveTo>
                <a:lnTo>
                  <a:pt x="1144790" y="1387614"/>
                </a:lnTo>
                <a:lnTo>
                  <a:pt x="1132611" y="1399806"/>
                </a:lnTo>
                <a:lnTo>
                  <a:pt x="1158493" y="1399806"/>
                </a:lnTo>
                <a:lnTo>
                  <a:pt x="1158493" y="1387614"/>
                </a:lnTo>
                <a:close/>
              </a:path>
              <a:path w="1158875" h="1413509">
                <a:moveTo>
                  <a:pt x="25869" y="12179"/>
                </a:moveTo>
                <a:lnTo>
                  <a:pt x="12179" y="25895"/>
                </a:lnTo>
                <a:lnTo>
                  <a:pt x="25869" y="25895"/>
                </a:lnTo>
                <a:lnTo>
                  <a:pt x="25869" y="12179"/>
                </a:lnTo>
                <a:close/>
              </a:path>
              <a:path w="1158875" h="1413509">
                <a:moveTo>
                  <a:pt x="1132611" y="12179"/>
                </a:moveTo>
                <a:lnTo>
                  <a:pt x="25869" y="12179"/>
                </a:lnTo>
                <a:lnTo>
                  <a:pt x="25869" y="25895"/>
                </a:lnTo>
                <a:lnTo>
                  <a:pt x="1132611" y="25895"/>
                </a:lnTo>
                <a:lnTo>
                  <a:pt x="1132611" y="12179"/>
                </a:lnTo>
                <a:close/>
              </a:path>
              <a:path w="1158875" h="1413509">
                <a:moveTo>
                  <a:pt x="1158493" y="12179"/>
                </a:moveTo>
                <a:lnTo>
                  <a:pt x="1132611" y="12179"/>
                </a:lnTo>
                <a:lnTo>
                  <a:pt x="1144790" y="25895"/>
                </a:lnTo>
                <a:lnTo>
                  <a:pt x="1158493" y="25895"/>
                </a:lnTo>
                <a:lnTo>
                  <a:pt x="1158493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4404118" y="5679947"/>
            <a:ext cx="1132840" cy="138811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33350" marR="124460" indent="-1905" algn="ctr">
              <a:lnSpc>
                <a:spcPct val="100000"/>
              </a:lnSpc>
              <a:spcBef>
                <a:spcPts val="1080"/>
              </a:spcBef>
            </a:pPr>
            <a:r>
              <a:rPr sz="18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 </a:t>
            </a: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Mode  </a:t>
            </a:r>
            <a:r>
              <a:rPr sz="18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1800" b="1" i="1" spc="5" dirty="0">
                <a:solidFill>
                  <a:srgbClr val="FFFFFF"/>
                </a:solidFill>
                <a:latin typeface="Times New Roman"/>
                <a:cs typeface="Times New Roman"/>
              </a:rPr>
              <a:t>ec</a:t>
            </a:r>
            <a:r>
              <a:rPr sz="18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tion 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변경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932362" y="5465178"/>
            <a:ext cx="1758314" cy="215265"/>
          </a:xfrm>
          <a:custGeom>
            <a:avLst/>
            <a:gdLst/>
            <a:ahLst/>
            <a:cxnLst/>
            <a:rect l="l" t="t" r="r" b="b"/>
            <a:pathLst>
              <a:path w="1758315" h="215264">
                <a:moveTo>
                  <a:pt x="33489" y="138607"/>
                </a:moveTo>
                <a:lnTo>
                  <a:pt x="0" y="138607"/>
                </a:lnTo>
                <a:lnTo>
                  <a:pt x="38061" y="214756"/>
                </a:lnTo>
                <a:lnTo>
                  <a:pt x="69274" y="152311"/>
                </a:lnTo>
                <a:lnTo>
                  <a:pt x="33489" y="152311"/>
                </a:lnTo>
                <a:lnTo>
                  <a:pt x="33489" y="138607"/>
                </a:lnTo>
                <a:close/>
              </a:path>
              <a:path w="1758315" h="215264">
                <a:moveTo>
                  <a:pt x="1749158" y="102044"/>
                </a:moveTo>
                <a:lnTo>
                  <a:pt x="36537" y="102044"/>
                </a:lnTo>
                <a:lnTo>
                  <a:pt x="33489" y="105092"/>
                </a:lnTo>
                <a:lnTo>
                  <a:pt x="33489" y="152311"/>
                </a:lnTo>
                <a:lnTo>
                  <a:pt x="42621" y="152311"/>
                </a:lnTo>
                <a:lnTo>
                  <a:pt x="42621" y="112712"/>
                </a:lnTo>
                <a:lnTo>
                  <a:pt x="38061" y="112712"/>
                </a:lnTo>
                <a:lnTo>
                  <a:pt x="42621" y="108140"/>
                </a:lnTo>
                <a:lnTo>
                  <a:pt x="1749158" y="108140"/>
                </a:lnTo>
                <a:lnTo>
                  <a:pt x="1749158" y="102044"/>
                </a:lnTo>
                <a:close/>
              </a:path>
              <a:path w="1758315" h="215264">
                <a:moveTo>
                  <a:pt x="76123" y="138607"/>
                </a:moveTo>
                <a:lnTo>
                  <a:pt x="42621" y="138607"/>
                </a:lnTo>
                <a:lnTo>
                  <a:pt x="42621" y="152311"/>
                </a:lnTo>
                <a:lnTo>
                  <a:pt x="69274" y="152311"/>
                </a:lnTo>
                <a:lnTo>
                  <a:pt x="76123" y="138607"/>
                </a:lnTo>
                <a:close/>
              </a:path>
              <a:path w="1758315" h="215264">
                <a:moveTo>
                  <a:pt x="42621" y="108140"/>
                </a:moveTo>
                <a:lnTo>
                  <a:pt x="38061" y="112712"/>
                </a:lnTo>
                <a:lnTo>
                  <a:pt x="42621" y="112712"/>
                </a:lnTo>
                <a:lnTo>
                  <a:pt x="42621" y="108140"/>
                </a:lnTo>
                <a:close/>
              </a:path>
              <a:path w="1758315" h="215264">
                <a:moveTo>
                  <a:pt x="1758302" y="102044"/>
                </a:moveTo>
                <a:lnTo>
                  <a:pt x="1753730" y="102044"/>
                </a:lnTo>
                <a:lnTo>
                  <a:pt x="1749158" y="108140"/>
                </a:lnTo>
                <a:lnTo>
                  <a:pt x="42621" y="108140"/>
                </a:lnTo>
                <a:lnTo>
                  <a:pt x="42621" y="112712"/>
                </a:lnTo>
                <a:lnTo>
                  <a:pt x="1755254" y="112712"/>
                </a:lnTo>
                <a:lnTo>
                  <a:pt x="1758302" y="109664"/>
                </a:lnTo>
                <a:lnTo>
                  <a:pt x="1758302" y="102044"/>
                </a:lnTo>
                <a:close/>
              </a:path>
              <a:path w="1758315" h="215264">
                <a:moveTo>
                  <a:pt x="1758302" y="0"/>
                </a:moveTo>
                <a:lnTo>
                  <a:pt x="1749158" y="0"/>
                </a:lnTo>
                <a:lnTo>
                  <a:pt x="1749158" y="108140"/>
                </a:lnTo>
                <a:lnTo>
                  <a:pt x="1753730" y="102044"/>
                </a:lnTo>
                <a:lnTo>
                  <a:pt x="1758302" y="102044"/>
                </a:lnTo>
                <a:lnTo>
                  <a:pt x="1758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7745234" y="366738"/>
            <a:ext cx="2095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igital_Clo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k_Exa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_0.xpr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400730" y="6717576"/>
            <a:ext cx="421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98989"/>
                </a:solidFill>
                <a:latin typeface="맑은 고딕"/>
                <a:cs typeface="맑은 고딕"/>
              </a:rPr>
              <a:t>25</a:t>
            </a:r>
            <a:r>
              <a:rPr sz="1200" dirty="0">
                <a:solidFill>
                  <a:srgbClr val="898989"/>
                </a:solidFill>
                <a:latin typeface="맑은 고딕"/>
                <a:cs typeface="맑은 고딕"/>
              </a:rPr>
              <a:t>/</a:t>
            </a:r>
            <a:r>
              <a:rPr sz="1200" spc="-5" dirty="0">
                <a:solidFill>
                  <a:srgbClr val="898989"/>
                </a:solidFill>
                <a:latin typeface="맑은 고딕"/>
                <a:cs typeface="맑은 고딕"/>
              </a:rPr>
              <a:t>50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94664" y="4648746"/>
            <a:ext cx="3230397" cy="1417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94664" y="4791925"/>
            <a:ext cx="2099310" cy="1267460"/>
          </a:xfrm>
          <a:custGeom>
            <a:avLst/>
            <a:gdLst/>
            <a:ahLst/>
            <a:cxnLst/>
            <a:rect l="l" t="t" r="r" b="b"/>
            <a:pathLst>
              <a:path w="2099310" h="1267460">
                <a:moveTo>
                  <a:pt x="2094725" y="0"/>
                </a:moveTo>
                <a:lnTo>
                  <a:pt x="4559" y="0"/>
                </a:lnTo>
                <a:lnTo>
                  <a:pt x="0" y="6095"/>
                </a:lnTo>
                <a:lnTo>
                  <a:pt x="0" y="1262722"/>
                </a:lnTo>
                <a:lnTo>
                  <a:pt x="4559" y="1267282"/>
                </a:lnTo>
                <a:lnTo>
                  <a:pt x="2094725" y="1267282"/>
                </a:lnTo>
                <a:lnTo>
                  <a:pt x="2099297" y="1262722"/>
                </a:lnTo>
                <a:lnTo>
                  <a:pt x="2099297" y="1255102"/>
                </a:lnTo>
                <a:lnTo>
                  <a:pt x="24345" y="1255102"/>
                </a:lnTo>
                <a:lnTo>
                  <a:pt x="12166" y="1242910"/>
                </a:lnTo>
                <a:lnTo>
                  <a:pt x="24345" y="1242910"/>
                </a:lnTo>
                <a:lnTo>
                  <a:pt x="24345" y="25895"/>
                </a:lnTo>
                <a:lnTo>
                  <a:pt x="12166" y="25895"/>
                </a:lnTo>
                <a:lnTo>
                  <a:pt x="24345" y="13703"/>
                </a:lnTo>
                <a:lnTo>
                  <a:pt x="2099297" y="13703"/>
                </a:lnTo>
                <a:lnTo>
                  <a:pt x="2099297" y="6095"/>
                </a:lnTo>
                <a:lnTo>
                  <a:pt x="2094725" y="0"/>
                </a:lnTo>
                <a:close/>
              </a:path>
              <a:path w="2099310" h="1267460">
                <a:moveTo>
                  <a:pt x="24345" y="1242910"/>
                </a:moveTo>
                <a:lnTo>
                  <a:pt x="12166" y="1242910"/>
                </a:lnTo>
                <a:lnTo>
                  <a:pt x="24345" y="1255102"/>
                </a:lnTo>
                <a:lnTo>
                  <a:pt x="24345" y="1242910"/>
                </a:lnTo>
                <a:close/>
              </a:path>
              <a:path w="2099310" h="1267460">
                <a:moveTo>
                  <a:pt x="2074938" y="1242910"/>
                </a:moveTo>
                <a:lnTo>
                  <a:pt x="24345" y="1242910"/>
                </a:lnTo>
                <a:lnTo>
                  <a:pt x="24345" y="1255102"/>
                </a:lnTo>
                <a:lnTo>
                  <a:pt x="2074938" y="1255102"/>
                </a:lnTo>
                <a:lnTo>
                  <a:pt x="2074938" y="1242910"/>
                </a:lnTo>
                <a:close/>
              </a:path>
              <a:path w="2099310" h="1267460">
                <a:moveTo>
                  <a:pt x="2074938" y="13703"/>
                </a:moveTo>
                <a:lnTo>
                  <a:pt x="2074938" y="1255102"/>
                </a:lnTo>
                <a:lnTo>
                  <a:pt x="2087118" y="1242910"/>
                </a:lnTo>
                <a:lnTo>
                  <a:pt x="2099297" y="1242910"/>
                </a:lnTo>
                <a:lnTo>
                  <a:pt x="2099297" y="25895"/>
                </a:lnTo>
                <a:lnTo>
                  <a:pt x="2087118" y="25895"/>
                </a:lnTo>
                <a:lnTo>
                  <a:pt x="2074938" y="13703"/>
                </a:lnTo>
                <a:close/>
              </a:path>
              <a:path w="2099310" h="1267460">
                <a:moveTo>
                  <a:pt x="2099297" y="1242910"/>
                </a:moveTo>
                <a:lnTo>
                  <a:pt x="2087118" y="1242910"/>
                </a:lnTo>
                <a:lnTo>
                  <a:pt x="2074938" y="1255102"/>
                </a:lnTo>
                <a:lnTo>
                  <a:pt x="2099297" y="1255102"/>
                </a:lnTo>
                <a:lnTo>
                  <a:pt x="2099297" y="1242910"/>
                </a:lnTo>
                <a:close/>
              </a:path>
              <a:path w="2099310" h="1267460">
                <a:moveTo>
                  <a:pt x="24345" y="13703"/>
                </a:moveTo>
                <a:lnTo>
                  <a:pt x="12166" y="25895"/>
                </a:lnTo>
                <a:lnTo>
                  <a:pt x="24345" y="25895"/>
                </a:lnTo>
                <a:lnTo>
                  <a:pt x="24345" y="13703"/>
                </a:lnTo>
                <a:close/>
              </a:path>
              <a:path w="2099310" h="1267460">
                <a:moveTo>
                  <a:pt x="2074938" y="13703"/>
                </a:moveTo>
                <a:lnTo>
                  <a:pt x="24345" y="13703"/>
                </a:lnTo>
                <a:lnTo>
                  <a:pt x="24345" y="25895"/>
                </a:lnTo>
                <a:lnTo>
                  <a:pt x="2074938" y="25895"/>
                </a:lnTo>
                <a:lnTo>
                  <a:pt x="2074938" y="13703"/>
                </a:lnTo>
                <a:close/>
              </a:path>
              <a:path w="2099310" h="1267460">
                <a:moveTo>
                  <a:pt x="2099297" y="13703"/>
                </a:moveTo>
                <a:lnTo>
                  <a:pt x="2074938" y="13703"/>
                </a:lnTo>
                <a:lnTo>
                  <a:pt x="2087118" y="25895"/>
                </a:lnTo>
                <a:lnTo>
                  <a:pt x="2099297" y="25895"/>
                </a:lnTo>
                <a:lnTo>
                  <a:pt x="2099297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035541" y="4791925"/>
            <a:ext cx="942340" cy="1267460"/>
          </a:xfrm>
          <a:custGeom>
            <a:avLst/>
            <a:gdLst/>
            <a:ahLst/>
            <a:cxnLst/>
            <a:rect l="l" t="t" r="r" b="b"/>
            <a:pathLst>
              <a:path w="942339" h="1267460">
                <a:moveTo>
                  <a:pt x="937755" y="0"/>
                </a:moveTo>
                <a:lnTo>
                  <a:pt x="4559" y="0"/>
                </a:lnTo>
                <a:lnTo>
                  <a:pt x="0" y="6095"/>
                </a:lnTo>
                <a:lnTo>
                  <a:pt x="0" y="1262722"/>
                </a:lnTo>
                <a:lnTo>
                  <a:pt x="4559" y="1267282"/>
                </a:lnTo>
                <a:lnTo>
                  <a:pt x="937755" y="1267282"/>
                </a:lnTo>
                <a:lnTo>
                  <a:pt x="942314" y="1262722"/>
                </a:lnTo>
                <a:lnTo>
                  <a:pt x="942314" y="1255102"/>
                </a:lnTo>
                <a:lnTo>
                  <a:pt x="24345" y="1255102"/>
                </a:lnTo>
                <a:lnTo>
                  <a:pt x="12166" y="1242910"/>
                </a:lnTo>
                <a:lnTo>
                  <a:pt x="24345" y="1242910"/>
                </a:lnTo>
                <a:lnTo>
                  <a:pt x="24345" y="25895"/>
                </a:lnTo>
                <a:lnTo>
                  <a:pt x="12166" y="25895"/>
                </a:lnTo>
                <a:lnTo>
                  <a:pt x="24345" y="13703"/>
                </a:lnTo>
                <a:lnTo>
                  <a:pt x="942314" y="13703"/>
                </a:lnTo>
                <a:lnTo>
                  <a:pt x="942314" y="6095"/>
                </a:lnTo>
                <a:lnTo>
                  <a:pt x="937755" y="0"/>
                </a:lnTo>
                <a:close/>
              </a:path>
              <a:path w="942339" h="1267460">
                <a:moveTo>
                  <a:pt x="24345" y="1242910"/>
                </a:moveTo>
                <a:lnTo>
                  <a:pt x="12166" y="1242910"/>
                </a:lnTo>
                <a:lnTo>
                  <a:pt x="24345" y="1255102"/>
                </a:lnTo>
                <a:lnTo>
                  <a:pt x="24345" y="1242910"/>
                </a:lnTo>
                <a:close/>
              </a:path>
              <a:path w="942339" h="1267460">
                <a:moveTo>
                  <a:pt x="917955" y="1242910"/>
                </a:moveTo>
                <a:lnTo>
                  <a:pt x="24345" y="1242910"/>
                </a:lnTo>
                <a:lnTo>
                  <a:pt x="24345" y="1255102"/>
                </a:lnTo>
                <a:lnTo>
                  <a:pt x="917955" y="1255102"/>
                </a:lnTo>
                <a:lnTo>
                  <a:pt x="917955" y="1242910"/>
                </a:lnTo>
                <a:close/>
              </a:path>
              <a:path w="942339" h="1267460">
                <a:moveTo>
                  <a:pt x="917955" y="13703"/>
                </a:moveTo>
                <a:lnTo>
                  <a:pt x="917955" y="1255102"/>
                </a:lnTo>
                <a:lnTo>
                  <a:pt x="930135" y="1242910"/>
                </a:lnTo>
                <a:lnTo>
                  <a:pt x="942314" y="1242910"/>
                </a:lnTo>
                <a:lnTo>
                  <a:pt x="942314" y="25895"/>
                </a:lnTo>
                <a:lnTo>
                  <a:pt x="930135" y="25895"/>
                </a:lnTo>
                <a:lnTo>
                  <a:pt x="917955" y="13703"/>
                </a:lnTo>
                <a:close/>
              </a:path>
              <a:path w="942339" h="1267460">
                <a:moveTo>
                  <a:pt x="942314" y="1242910"/>
                </a:moveTo>
                <a:lnTo>
                  <a:pt x="930135" y="1242910"/>
                </a:lnTo>
                <a:lnTo>
                  <a:pt x="917955" y="1255102"/>
                </a:lnTo>
                <a:lnTo>
                  <a:pt x="942314" y="1255102"/>
                </a:lnTo>
                <a:lnTo>
                  <a:pt x="942314" y="1242910"/>
                </a:lnTo>
                <a:close/>
              </a:path>
              <a:path w="942339" h="1267460">
                <a:moveTo>
                  <a:pt x="24345" y="13703"/>
                </a:moveTo>
                <a:lnTo>
                  <a:pt x="12166" y="25895"/>
                </a:lnTo>
                <a:lnTo>
                  <a:pt x="24345" y="25895"/>
                </a:lnTo>
                <a:lnTo>
                  <a:pt x="24345" y="13703"/>
                </a:lnTo>
                <a:close/>
              </a:path>
              <a:path w="942339" h="1267460">
                <a:moveTo>
                  <a:pt x="917955" y="13703"/>
                </a:moveTo>
                <a:lnTo>
                  <a:pt x="24345" y="13703"/>
                </a:lnTo>
                <a:lnTo>
                  <a:pt x="24345" y="25895"/>
                </a:lnTo>
                <a:lnTo>
                  <a:pt x="917955" y="25895"/>
                </a:lnTo>
                <a:lnTo>
                  <a:pt x="917955" y="13703"/>
                </a:lnTo>
                <a:close/>
              </a:path>
              <a:path w="942339" h="1267460">
                <a:moveTo>
                  <a:pt x="942314" y="13703"/>
                </a:moveTo>
                <a:lnTo>
                  <a:pt x="917955" y="13703"/>
                </a:lnTo>
                <a:lnTo>
                  <a:pt x="930135" y="25895"/>
                </a:lnTo>
                <a:lnTo>
                  <a:pt x="942314" y="25895"/>
                </a:lnTo>
                <a:lnTo>
                  <a:pt x="942314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805482" y="3881069"/>
            <a:ext cx="236220" cy="924560"/>
          </a:xfrm>
          <a:custGeom>
            <a:avLst/>
            <a:gdLst/>
            <a:ahLst/>
            <a:cxnLst/>
            <a:rect l="l" t="t" r="r" b="b"/>
            <a:pathLst>
              <a:path w="236219" h="924560">
                <a:moveTo>
                  <a:pt x="33502" y="848410"/>
                </a:moveTo>
                <a:lnTo>
                  <a:pt x="0" y="848410"/>
                </a:lnTo>
                <a:lnTo>
                  <a:pt x="38061" y="924559"/>
                </a:lnTo>
                <a:lnTo>
                  <a:pt x="70036" y="860590"/>
                </a:lnTo>
                <a:lnTo>
                  <a:pt x="33502" y="860590"/>
                </a:lnTo>
                <a:lnTo>
                  <a:pt x="33502" y="848410"/>
                </a:lnTo>
                <a:close/>
              </a:path>
              <a:path w="236219" h="924560">
                <a:moveTo>
                  <a:pt x="226834" y="456945"/>
                </a:moveTo>
                <a:lnTo>
                  <a:pt x="36537" y="456945"/>
                </a:lnTo>
                <a:lnTo>
                  <a:pt x="33502" y="459994"/>
                </a:lnTo>
                <a:lnTo>
                  <a:pt x="33502" y="860590"/>
                </a:lnTo>
                <a:lnTo>
                  <a:pt x="44157" y="860590"/>
                </a:lnTo>
                <a:lnTo>
                  <a:pt x="44157" y="466089"/>
                </a:lnTo>
                <a:lnTo>
                  <a:pt x="38061" y="466089"/>
                </a:lnTo>
                <a:lnTo>
                  <a:pt x="44157" y="461518"/>
                </a:lnTo>
                <a:lnTo>
                  <a:pt x="226834" y="461518"/>
                </a:lnTo>
                <a:lnTo>
                  <a:pt x="226834" y="456945"/>
                </a:lnTo>
                <a:close/>
              </a:path>
              <a:path w="236219" h="924560">
                <a:moveTo>
                  <a:pt x="76123" y="848410"/>
                </a:moveTo>
                <a:lnTo>
                  <a:pt x="44157" y="848410"/>
                </a:lnTo>
                <a:lnTo>
                  <a:pt x="44157" y="860590"/>
                </a:lnTo>
                <a:lnTo>
                  <a:pt x="70036" y="860590"/>
                </a:lnTo>
                <a:lnTo>
                  <a:pt x="76123" y="848410"/>
                </a:lnTo>
                <a:close/>
              </a:path>
              <a:path w="236219" h="924560">
                <a:moveTo>
                  <a:pt x="44157" y="461518"/>
                </a:moveTo>
                <a:lnTo>
                  <a:pt x="38061" y="466089"/>
                </a:lnTo>
                <a:lnTo>
                  <a:pt x="44157" y="466089"/>
                </a:lnTo>
                <a:lnTo>
                  <a:pt x="44157" y="461518"/>
                </a:lnTo>
                <a:close/>
              </a:path>
              <a:path w="236219" h="924560">
                <a:moveTo>
                  <a:pt x="235966" y="456945"/>
                </a:moveTo>
                <a:lnTo>
                  <a:pt x="231406" y="456945"/>
                </a:lnTo>
                <a:lnTo>
                  <a:pt x="226834" y="461518"/>
                </a:lnTo>
                <a:lnTo>
                  <a:pt x="44157" y="461518"/>
                </a:lnTo>
                <a:lnTo>
                  <a:pt x="44157" y="466089"/>
                </a:lnTo>
                <a:lnTo>
                  <a:pt x="234442" y="466089"/>
                </a:lnTo>
                <a:lnTo>
                  <a:pt x="235966" y="464565"/>
                </a:lnTo>
                <a:lnTo>
                  <a:pt x="235966" y="456945"/>
                </a:lnTo>
                <a:close/>
              </a:path>
              <a:path w="236219" h="924560">
                <a:moveTo>
                  <a:pt x="235966" y="0"/>
                </a:moveTo>
                <a:lnTo>
                  <a:pt x="226834" y="0"/>
                </a:lnTo>
                <a:lnTo>
                  <a:pt x="226834" y="461518"/>
                </a:lnTo>
                <a:lnTo>
                  <a:pt x="231406" y="456945"/>
                </a:lnTo>
                <a:lnTo>
                  <a:pt x="235966" y="456945"/>
                </a:lnTo>
                <a:lnTo>
                  <a:pt x="23596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467874" y="2437091"/>
            <a:ext cx="427990" cy="2368550"/>
          </a:xfrm>
          <a:custGeom>
            <a:avLst/>
            <a:gdLst/>
            <a:ahLst/>
            <a:cxnLst/>
            <a:rect l="l" t="t" r="r" b="b"/>
            <a:pathLst>
              <a:path w="427989" h="2368550">
                <a:moveTo>
                  <a:pt x="33489" y="2292388"/>
                </a:moveTo>
                <a:lnTo>
                  <a:pt x="0" y="2292388"/>
                </a:lnTo>
                <a:lnTo>
                  <a:pt x="38061" y="2368537"/>
                </a:lnTo>
                <a:lnTo>
                  <a:pt x="70036" y="2304567"/>
                </a:lnTo>
                <a:lnTo>
                  <a:pt x="33489" y="2304567"/>
                </a:lnTo>
                <a:lnTo>
                  <a:pt x="33489" y="2292388"/>
                </a:lnTo>
                <a:close/>
              </a:path>
              <a:path w="427989" h="2368550">
                <a:moveTo>
                  <a:pt x="418642" y="1178940"/>
                </a:moveTo>
                <a:lnTo>
                  <a:pt x="36537" y="1178940"/>
                </a:lnTo>
                <a:lnTo>
                  <a:pt x="33489" y="1180464"/>
                </a:lnTo>
                <a:lnTo>
                  <a:pt x="33489" y="2304567"/>
                </a:lnTo>
                <a:lnTo>
                  <a:pt x="44145" y="2304567"/>
                </a:lnTo>
                <a:lnTo>
                  <a:pt x="44145" y="1188072"/>
                </a:lnTo>
                <a:lnTo>
                  <a:pt x="38061" y="1188072"/>
                </a:lnTo>
                <a:lnTo>
                  <a:pt x="44145" y="1183513"/>
                </a:lnTo>
                <a:lnTo>
                  <a:pt x="418642" y="1183513"/>
                </a:lnTo>
                <a:lnTo>
                  <a:pt x="418642" y="1178940"/>
                </a:lnTo>
                <a:close/>
              </a:path>
              <a:path w="427989" h="2368550">
                <a:moveTo>
                  <a:pt x="76123" y="2292388"/>
                </a:moveTo>
                <a:lnTo>
                  <a:pt x="44145" y="2292388"/>
                </a:lnTo>
                <a:lnTo>
                  <a:pt x="44145" y="2304567"/>
                </a:lnTo>
                <a:lnTo>
                  <a:pt x="70036" y="2304567"/>
                </a:lnTo>
                <a:lnTo>
                  <a:pt x="76123" y="2292388"/>
                </a:lnTo>
                <a:close/>
              </a:path>
              <a:path w="427989" h="2368550">
                <a:moveTo>
                  <a:pt x="44145" y="1183513"/>
                </a:moveTo>
                <a:lnTo>
                  <a:pt x="38061" y="1188072"/>
                </a:lnTo>
                <a:lnTo>
                  <a:pt x="44145" y="1188072"/>
                </a:lnTo>
                <a:lnTo>
                  <a:pt x="44145" y="1183513"/>
                </a:lnTo>
                <a:close/>
              </a:path>
              <a:path w="427989" h="2368550">
                <a:moveTo>
                  <a:pt x="427774" y="1178940"/>
                </a:moveTo>
                <a:lnTo>
                  <a:pt x="423214" y="1178940"/>
                </a:lnTo>
                <a:lnTo>
                  <a:pt x="418642" y="1183513"/>
                </a:lnTo>
                <a:lnTo>
                  <a:pt x="44145" y="1183513"/>
                </a:lnTo>
                <a:lnTo>
                  <a:pt x="44145" y="1188072"/>
                </a:lnTo>
                <a:lnTo>
                  <a:pt x="426262" y="1188072"/>
                </a:lnTo>
                <a:lnTo>
                  <a:pt x="427774" y="1186561"/>
                </a:lnTo>
                <a:lnTo>
                  <a:pt x="427774" y="1178940"/>
                </a:lnTo>
                <a:close/>
              </a:path>
              <a:path w="427989" h="2368550">
                <a:moveTo>
                  <a:pt x="427774" y="0"/>
                </a:moveTo>
                <a:lnTo>
                  <a:pt x="418642" y="0"/>
                </a:lnTo>
                <a:lnTo>
                  <a:pt x="418642" y="1183513"/>
                </a:lnTo>
                <a:lnTo>
                  <a:pt x="423214" y="1178940"/>
                </a:lnTo>
                <a:lnTo>
                  <a:pt x="427774" y="1178940"/>
                </a:lnTo>
                <a:lnTo>
                  <a:pt x="4277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374367" y="6097295"/>
            <a:ext cx="1334135" cy="277495"/>
          </a:xfrm>
          <a:custGeom>
            <a:avLst/>
            <a:gdLst/>
            <a:ahLst/>
            <a:cxnLst/>
            <a:rect l="l" t="t" r="r" b="b"/>
            <a:pathLst>
              <a:path w="1334134" h="277495">
                <a:moveTo>
                  <a:pt x="1327467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72643"/>
                </a:lnTo>
                <a:lnTo>
                  <a:pt x="6083" y="277215"/>
                </a:lnTo>
                <a:lnTo>
                  <a:pt x="1327467" y="277215"/>
                </a:lnTo>
                <a:lnTo>
                  <a:pt x="1333563" y="272643"/>
                </a:lnTo>
                <a:lnTo>
                  <a:pt x="1333563" y="265036"/>
                </a:lnTo>
                <a:lnTo>
                  <a:pt x="25869" y="265036"/>
                </a:lnTo>
                <a:lnTo>
                  <a:pt x="13690" y="252844"/>
                </a:lnTo>
                <a:lnTo>
                  <a:pt x="25869" y="252844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03"/>
                </a:lnTo>
                <a:lnTo>
                  <a:pt x="1333563" y="13703"/>
                </a:lnTo>
                <a:lnTo>
                  <a:pt x="1333563" y="6096"/>
                </a:lnTo>
                <a:lnTo>
                  <a:pt x="1327467" y="0"/>
                </a:lnTo>
                <a:close/>
              </a:path>
              <a:path w="1334134" h="277495">
                <a:moveTo>
                  <a:pt x="25869" y="252844"/>
                </a:moveTo>
                <a:lnTo>
                  <a:pt x="13690" y="252844"/>
                </a:lnTo>
                <a:lnTo>
                  <a:pt x="25869" y="265036"/>
                </a:lnTo>
                <a:lnTo>
                  <a:pt x="25869" y="252844"/>
                </a:lnTo>
                <a:close/>
              </a:path>
              <a:path w="1334134" h="277495">
                <a:moveTo>
                  <a:pt x="1307680" y="252844"/>
                </a:moveTo>
                <a:lnTo>
                  <a:pt x="25869" y="252844"/>
                </a:lnTo>
                <a:lnTo>
                  <a:pt x="25869" y="265036"/>
                </a:lnTo>
                <a:lnTo>
                  <a:pt x="1307680" y="265036"/>
                </a:lnTo>
                <a:lnTo>
                  <a:pt x="1307680" y="252844"/>
                </a:lnTo>
                <a:close/>
              </a:path>
              <a:path w="1334134" h="277495">
                <a:moveTo>
                  <a:pt x="1307680" y="13703"/>
                </a:moveTo>
                <a:lnTo>
                  <a:pt x="1307680" y="265036"/>
                </a:lnTo>
                <a:lnTo>
                  <a:pt x="1321384" y="252844"/>
                </a:lnTo>
                <a:lnTo>
                  <a:pt x="1333563" y="252844"/>
                </a:lnTo>
                <a:lnTo>
                  <a:pt x="1333563" y="25895"/>
                </a:lnTo>
                <a:lnTo>
                  <a:pt x="1321384" y="25895"/>
                </a:lnTo>
                <a:lnTo>
                  <a:pt x="1307680" y="13703"/>
                </a:lnTo>
                <a:close/>
              </a:path>
              <a:path w="1334134" h="277495">
                <a:moveTo>
                  <a:pt x="1333563" y="252844"/>
                </a:moveTo>
                <a:lnTo>
                  <a:pt x="1321384" y="252844"/>
                </a:lnTo>
                <a:lnTo>
                  <a:pt x="1307680" y="265036"/>
                </a:lnTo>
                <a:lnTo>
                  <a:pt x="1333563" y="265036"/>
                </a:lnTo>
                <a:lnTo>
                  <a:pt x="1333563" y="252844"/>
                </a:lnTo>
                <a:close/>
              </a:path>
              <a:path w="1334134" h="277495">
                <a:moveTo>
                  <a:pt x="25869" y="13703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03"/>
                </a:lnTo>
                <a:close/>
              </a:path>
              <a:path w="1334134" h="277495">
                <a:moveTo>
                  <a:pt x="1307680" y="13703"/>
                </a:moveTo>
                <a:lnTo>
                  <a:pt x="25869" y="13703"/>
                </a:lnTo>
                <a:lnTo>
                  <a:pt x="25869" y="25895"/>
                </a:lnTo>
                <a:lnTo>
                  <a:pt x="1307680" y="25895"/>
                </a:lnTo>
                <a:lnTo>
                  <a:pt x="1307680" y="13703"/>
                </a:lnTo>
                <a:close/>
              </a:path>
              <a:path w="1334134" h="277495">
                <a:moveTo>
                  <a:pt x="1333563" y="13703"/>
                </a:moveTo>
                <a:lnTo>
                  <a:pt x="1307680" y="13703"/>
                </a:lnTo>
                <a:lnTo>
                  <a:pt x="1321384" y="25895"/>
                </a:lnTo>
                <a:lnTo>
                  <a:pt x="1333563" y="25895"/>
                </a:lnTo>
                <a:lnTo>
                  <a:pt x="1333563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8564588" y="6110198"/>
            <a:ext cx="952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Push</a:t>
            </a:r>
            <a:r>
              <a:rPr sz="14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Button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043663" y="6171933"/>
            <a:ext cx="851535" cy="182880"/>
          </a:xfrm>
          <a:custGeom>
            <a:avLst/>
            <a:gdLst/>
            <a:ahLst/>
            <a:cxnLst/>
            <a:rect l="l" t="t" r="r" b="b"/>
            <a:pathLst>
              <a:path w="851534" h="182879">
                <a:moveTo>
                  <a:pt x="846416" y="0"/>
                </a:moveTo>
                <a:lnTo>
                  <a:pt x="6095" y="0"/>
                </a:lnTo>
                <a:lnTo>
                  <a:pt x="0" y="6083"/>
                </a:lnTo>
                <a:lnTo>
                  <a:pt x="0" y="176682"/>
                </a:lnTo>
                <a:lnTo>
                  <a:pt x="6095" y="182778"/>
                </a:lnTo>
                <a:lnTo>
                  <a:pt x="846416" y="182778"/>
                </a:lnTo>
                <a:lnTo>
                  <a:pt x="850988" y="176682"/>
                </a:lnTo>
                <a:lnTo>
                  <a:pt x="850988" y="169062"/>
                </a:lnTo>
                <a:lnTo>
                  <a:pt x="25882" y="169062"/>
                </a:lnTo>
                <a:lnTo>
                  <a:pt x="13703" y="156883"/>
                </a:lnTo>
                <a:lnTo>
                  <a:pt x="25882" y="156883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850988" y="13703"/>
                </a:lnTo>
                <a:lnTo>
                  <a:pt x="850988" y="6083"/>
                </a:lnTo>
                <a:lnTo>
                  <a:pt x="846416" y="0"/>
                </a:lnTo>
                <a:close/>
              </a:path>
              <a:path w="851534" h="182879">
                <a:moveTo>
                  <a:pt x="25882" y="156883"/>
                </a:moveTo>
                <a:lnTo>
                  <a:pt x="13703" y="156883"/>
                </a:lnTo>
                <a:lnTo>
                  <a:pt x="25882" y="169062"/>
                </a:lnTo>
                <a:lnTo>
                  <a:pt x="25882" y="156883"/>
                </a:lnTo>
                <a:close/>
              </a:path>
              <a:path w="851534" h="182879">
                <a:moveTo>
                  <a:pt x="826630" y="156883"/>
                </a:moveTo>
                <a:lnTo>
                  <a:pt x="25882" y="156883"/>
                </a:lnTo>
                <a:lnTo>
                  <a:pt x="25882" y="169062"/>
                </a:lnTo>
                <a:lnTo>
                  <a:pt x="826630" y="169062"/>
                </a:lnTo>
                <a:lnTo>
                  <a:pt x="826630" y="156883"/>
                </a:lnTo>
                <a:close/>
              </a:path>
              <a:path w="851534" h="182879">
                <a:moveTo>
                  <a:pt x="826630" y="13703"/>
                </a:moveTo>
                <a:lnTo>
                  <a:pt x="826630" y="169062"/>
                </a:lnTo>
                <a:lnTo>
                  <a:pt x="838809" y="156883"/>
                </a:lnTo>
                <a:lnTo>
                  <a:pt x="850988" y="156883"/>
                </a:lnTo>
                <a:lnTo>
                  <a:pt x="850988" y="25895"/>
                </a:lnTo>
                <a:lnTo>
                  <a:pt x="838809" y="25895"/>
                </a:lnTo>
                <a:lnTo>
                  <a:pt x="826630" y="13703"/>
                </a:lnTo>
                <a:close/>
              </a:path>
              <a:path w="851534" h="182879">
                <a:moveTo>
                  <a:pt x="850988" y="156883"/>
                </a:moveTo>
                <a:lnTo>
                  <a:pt x="838809" y="156883"/>
                </a:lnTo>
                <a:lnTo>
                  <a:pt x="826630" y="169062"/>
                </a:lnTo>
                <a:lnTo>
                  <a:pt x="850988" y="169062"/>
                </a:lnTo>
                <a:lnTo>
                  <a:pt x="850988" y="156883"/>
                </a:lnTo>
                <a:close/>
              </a:path>
              <a:path w="851534" h="182879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851534" h="182879">
                <a:moveTo>
                  <a:pt x="826630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826630" y="25895"/>
                </a:lnTo>
                <a:lnTo>
                  <a:pt x="826630" y="13703"/>
                </a:lnTo>
                <a:close/>
              </a:path>
              <a:path w="851534" h="182879">
                <a:moveTo>
                  <a:pt x="850988" y="13703"/>
                </a:moveTo>
                <a:lnTo>
                  <a:pt x="826630" y="13703"/>
                </a:lnTo>
                <a:lnTo>
                  <a:pt x="838809" y="25895"/>
                </a:lnTo>
                <a:lnTo>
                  <a:pt x="850988" y="25895"/>
                </a:lnTo>
                <a:lnTo>
                  <a:pt x="850988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043663" y="6388214"/>
            <a:ext cx="851535" cy="181610"/>
          </a:xfrm>
          <a:custGeom>
            <a:avLst/>
            <a:gdLst/>
            <a:ahLst/>
            <a:cxnLst/>
            <a:rect l="l" t="t" r="r" b="b"/>
            <a:pathLst>
              <a:path w="851534" h="181609">
                <a:moveTo>
                  <a:pt x="846416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175171"/>
                </a:lnTo>
                <a:lnTo>
                  <a:pt x="6095" y="181267"/>
                </a:lnTo>
                <a:lnTo>
                  <a:pt x="846416" y="181267"/>
                </a:lnTo>
                <a:lnTo>
                  <a:pt x="850988" y="175171"/>
                </a:lnTo>
                <a:lnTo>
                  <a:pt x="850988" y="169075"/>
                </a:lnTo>
                <a:lnTo>
                  <a:pt x="25882" y="169075"/>
                </a:lnTo>
                <a:lnTo>
                  <a:pt x="13703" y="155371"/>
                </a:lnTo>
                <a:lnTo>
                  <a:pt x="25882" y="155371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91"/>
                </a:lnTo>
                <a:lnTo>
                  <a:pt x="850988" y="12191"/>
                </a:lnTo>
                <a:lnTo>
                  <a:pt x="850988" y="6095"/>
                </a:lnTo>
                <a:lnTo>
                  <a:pt x="846416" y="0"/>
                </a:lnTo>
                <a:close/>
              </a:path>
              <a:path w="851534" h="181609">
                <a:moveTo>
                  <a:pt x="25882" y="155371"/>
                </a:moveTo>
                <a:lnTo>
                  <a:pt x="13703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851534" h="181609">
                <a:moveTo>
                  <a:pt x="826630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826630" y="169075"/>
                </a:lnTo>
                <a:lnTo>
                  <a:pt x="826630" y="155371"/>
                </a:lnTo>
                <a:close/>
              </a:path>
              <a:path w="851534" h="181609">
                <a:moveTo>
                  <a:pt x="826630" y="12191"/>
                </a:moveTo>
                <a:lnTo>
                  <a:pt x="826630" y="169075"/>
                </a:lnTo>
                <a:lnTo>
                  <a:pt x="838809" y="155371"/>
                </a:lnTo>
                <a:lnTo>
                  <a:pt x="850988" y="155371"/>
                </a:lnTo>
                <a:lnTo>
                  <a:pt x="850988" y="25895"/>
                </a:lnTo>
                <a:lnTo>
                  <a:pt x="838809" y="25895"/>
                </a:lnTo>
                <a:lnTo>
                  <a:pt x="826630" y="12191"/>
                </a:lnTo>
                <a:close/>
              </a:path>
              <a:path w="851534" h="181609">
                <a:moveTo>
                  <a:pt x="850988" y="155371"/>
                </a:moveTo>
                <a:lnTo>
                  <a:pt x="838809" y="155371"/>
                </a:lnTo>
                <a:lnTo>
                  <a:pt x="826630" y="169075"/>
                </a:lnTo>
                <a:lnTo>
                  <a:pt x="850988" y="169075"/>
                </a:lnTo>
                <a:lnTo>
                  <a:pt x="850988" y="155371"/>
                </a:lnTo>
                <a:close/>
              </a:path>
              <a:path w="851534" h="181609">
                <a:moveTo>
                  <a:pt x="25882" y="12191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91"/>
                </a:lnTo>
                <a:close/>
              </a:path>
              <a:path w="851534" h="181609">
                <a:moveTo>
                  <a:pt x="826630" y="12191"/>
                </a:moveTo>
                <a:lnTo>
                  <a:pt x="25882" y="12191"/>
                </a:lnTo>
                <a:lnTo>
                  <a:pt x="25882" y="25895"/>
                </a:lnTo>
                <a:lnTo>
                  <a:pt x="826630" y="25895"/>
                </a:lnTo>
                <a:lnTo>
                  <a:pt x="826630" y="12191"/>
                </a:lnTo>
                <a:close/>
              </a:path>
              <a:path w="851534" h="181609">
                <a:moveTo>
                  <a:pt x="850988" y="12191"/>
                </a:moveTo>
                <a:lnTo>
                  <a:pt x="826630" y="12191"/>
                </a:lnTo>
                <a:lnTo>
                  <a:pt x="838809" y="25895"/>
                </a:lnTo>
                <a:lnTo>
                  <a:pt x="850988" y="25895"/>
                </a:lnTo>
                <a:lnTo>
                  <a:pt x="850988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043663" y="6592328"/>
            <a:ext cx="851535" cy="181610"/>
          </a:xfrm>
          <a:custGeom>
            <a:avLst/>
            <a:gdLst/>
            <a:ahLst/>
            <a:cxnLst/>
            <a:rect l="l" t="t" r="r" b="b"/>
            <a:pathLst>
              <a:path w="851534" h="181609">
                <a:moveTo>
                  <a:pt x="846416" y="0"/>
                </a:moveTo>
                <a:lnTo>
                  <a:pt x="6095" y="0"/>
                </a:lnTo>
                <a:lnTo>
                  <a:pt x="0" y="6095"/>
                </a:lnTo>
                <a:lnTo>
                  <a:pt x="0" y="175158"/>
                </a:lnTo>
                <a:lnTo>
                  <a:pt x="6095" y="181254"/>
                </a:lnTo>
                <a:lnTo>
                  <a:pt x="846416" y="181254"/>
                </a:lnTo>
                <a:lnTo>
                  <a:pt x="850988" y="175158"/>
                </a:lnTo>
                <a:lnTo>
                  <a:pt x="850988" y="169075"/>
                </a:lnTo>
                <a:lnTo>
                  <a:pt x="25882" y="169075"/>
                </a:lnTo>
                <a:lnTo>
                  <a:pt x="13703" y="155359"/>
                </a:lnTo>
                <a:lnTo>
                  <a:pt x="25882" y="155359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850988" y="12179"/>
                </a:lnTo>
                <a:lnTo>
                  <a:pt x="850988" y="6095"/>
                </a:lnTo>
                <a:lnTo>
                  <a:pt x="846416" y="0"/>
                </a:lnTo>
                <a:close/>
              </a:path>
              <a:path w="851534" h="181609">
                <a:moveTo>
                  <a:pt x="25882" y="155359"/>
                </a:moveTo>
                <a:lnTo>
                  <a:pt x="13703" y="155359"/>
                </a:lnTo>
                <a:lnTo>
                  <a:pt x="25882" y="169075"/>
                </a:lnTo>
                <a:lnTo>
                  <a:pt x="25882" y="155359"/>
                </a:lnTo>
                <a:close/>
              </a:path>
              <a:path w="851534" h="181609">
                <a:moveTo>
                  <a:pt x="826630" y="155359"/>
                </a:moveTo>
                <a:lnTo>
                  <a:pt x="25882" y="155359"/>
                </a:lnTo>
                <a:lnTo>
                  <a:pt x="25882" y="169075"/>
                </a:lnTo>
                <a:lnTo>
                  <a:pt x="826630" y="169075"/>
                </a:lnTo>
                <a:lnTo>
                  <a:pt x="826630" y="155359"/>
                </a:lnTo>
                <a:close/>
              </a:path>
              <a:path w="851534" h="181609">
                <a:moveTo>
                  <a:pt x="826630" y="12179"/>
                </a:moveTo>
                <a:lnTo>
                  <a:pt x="826630" y="169075"/>
                </a:lnTo>
                <a:lnTo>
                  <a:pt x="838809" y="155359"/>
                </a:lnTo>
                <a:lnTo>
                  <a:pt x="850988" y="155359"/>
                </a:lnTo>
                <a:lnTo>
                  <a:pt x="850988" y="25895"/>
                </a:lnTo>
                <a:lnTo>
                  <a:pt x="838809" y="25895"/>
                </a:lnTo>
                <a:lnTo>
                  <a:pt x="826630" y="12179"/>
                </a:lnTo>
                <a:close/>
              </a:path>
              <a:path w="851534" h="181609">
                <a:moveTo>
                  <a:pt x="850988" y="155359"/>
                </a:moveTo>
                <a:lnTo>
                  <a:pt x="838809" y="155359"/>
                </a:lnTo>
                <a:lnTo>
                  <a:pt x="826630" y="169075"/>
                </a:lnTo>
                <a:lnTo>
                  <a:pt x="850988" y="169075"/>
                </a:lnTo>
                <a:lnTo>
                  <a:pt x="850988" y="155359"/>
                </a:lnTo>
                <a:close/>
              </a:path>
              <a:path w="851534" h="181609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851534" h="181609">
                <a:moveTo>
                  <a:pt x="826630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826630" y="25895"/>
                </a:lnTo>
                <a:lnTo>
                  <a:pt x="826630" y="12179"/>
                </a:lnTo>
                <a:close/>
              </a:path>
              <a:path w="851534" h="181609">
                <a:moveTo>
                  <a:pt x="850988" y="12179"/>
                </a:moveTo>
                <a:lnTo>
                  <a:pt x="826630" y="12179"/>
                </a:lnTo>
                <a:lnTo>
                  <a:pt x="838809" y="25895"/>
                </a:lnTo>
                <a:lnTo>
                  <a:pt x="850988" y="25895"/>
                </a:lnTo>
                <a:lnTo>
                  <a:pt x="85098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043663" y="6808622"/>
            <a:ext cx="851535" cy="181610"/>
          </a:xfrm>
          <a:custGeom>
            <a:avLst/>
            <a:gdLst/>
            <a:ahLst/>
            <a:cxnLst/>
            <a:rect l="l" t="t" r="r" b="b"/>
            <a:pathLst>
              <a:path w="851534" h="181609">
                <a:moveTo>
                  <a:pt x="846416" y="0"/>
                </a:moveTo>
                <a:lnTo>
                  <a:pt x="6095" y="0"/>
                </a:lnTo>
                <a:lnTo>
                  <a:pt x="0" y="4559"/>
                </a:lnTo>
                <a:lnTo>
                  <a:pt x="0" y="175158"/>
                </a:lnTo>
                <a:lnTo>
                  <a:pt x="6095" y="181254"/>
                </a:lnTo>
                <a:lnTo>
                  <a:pt x="846416" y="181254"/>
                </a:lnTo>
                <a:lnTo>
                  <a:pt x="850988" y="175158"/>
                </a:lnTo>
                <a:lnTo>
                  <a:pt x="850988" y="169062"/>
                </a:lnTo>
                <a:lnTo>
                  <a:pt x="25882" y="169062"/>
                </a:lnTo>
                <a:lnTo>
                  <a:pt x="13703" y="155359"/>
                </a:lnTo>
                <a:lnTo>
                  <a:pt x="25882" y="155359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79"/>
                </a:lnTo>
                <a:lnTo>
                  <a:pt x="850988" y="12179"/>
                </a:lnTo>
                <a:lnTo>
                  <a:pt x="850988" y="4559"/>
                </a:lnTo>
                <a:lnTo>
                  <a:pt x="846416" y="0"/>
                </a:lnTo>
                <a:close/>
              </a:path>
              <a:path w="851534" h="181609">
                <a:moveTo>
                  <a:pt x="25882" y="155359"/>
                </a:moveTo>
                <a:lnTo>
                  <a:pt x="13703" y="155359"/>
                </a:lnTo>
                <a:lnTo>
                  <a:pt x="25882" y="169062"/>
                </a:lnTo>
                <a:lnTo>
                  <a:pt x="25882" y="155359"/>
                </a:lnTo>
                <a:close/>
              </a:path>
              <a:path w="851534" h="181609">
                <a:moveTo>
                  <a:pt x="826630" y="155359"/>
                </a:moveTo>
                <a:lnTo>
                  <a:pt x="25882" y="155359"/>
                </a:lnTo>
                <a:lnTo>
                  <a:pt x="25882" y="169062"/>
                </a:lnTo>
                <a:lnTo>
                  <a:pt x="826630" y="169062"/>
                </a:lnTo>
                <a:lnTo>
                  <a:pt x="826630" y="155359"/>
                </a:lnTo>
                <a:close/>
              </a:path>
              <a:path w="851534" h="181609">
                <a:moveTo>
                  <a:pt x="826630" y="12179"/>
                </a:moveTo>
                <a:lnTo>
                  <a:pt x="826630" y="169062"/>
                </a:lnTo>
                <a:lnTo>
                  <a:pt x="838809" y="155359"/>
                </a:lnTo>
                <a:lnTo>
                  <a:pt x="850988" y="155359"/>
                </a:lnTo>
                <a:lnTo>
                  <a:pt x="850988" y="24371"/>
                </a:lnTo>
                <a:lnTo>
                  <a:pt x="838809" y="24371"/>
                </a:lnTo>
                <a:lnTo>
                  <a:pt x="826630" y="12179"/>
                </a:lnTo>
                <a:close/>
              </a:path>
              <a:path w="851534" h="181609">
                <a:moveTo>
                  <a:pt x="850988" y="155359"/>
                </a:moveTo>
                <a:lnTo>
                  <a:pt x="838809" y="155359"/>
                </a:lnTo>
                <a:lnTo>
                  <a:pt x="826630" y="169062"/>
                </a:lnTo>
                <a:lnTo>
                  <a:pt x="850988" y="169062"/>
                </a:lnTo>
                <a:lnTo>
                  <a:pt x="850988" y="155359"/>
                </a:lnTo>
                <a:close/>
              </a:path>
              <a:path w="851534" h="181609">
                <a:moveTo>
                  <a:pt x="25882" y="12179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851534" h="181609">
                <a:moveTo>
                  <a:pt x="826630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826630" y="24371"/>
                </a:lnTo>
                <a:lnTo>
                  <a:pt x="826630" y="12179"/>
                </a:lnTo>
                <a:close/>
              </a:path>
              <a:path w="851534" h="181609">
                <a:moveTo>
                  <a:pt x="850988" y="12179"/>
                </a:moveTo>
                <a:lnTo>
                  <a:pt x="826630" y="12179"/>
                </a:lnTo>
                <a:lnTo>
                  <a:pt x="838809" y="24371"/>
                </a:lnTo>
                <a:lnTo>
                  <a:pt x="850988" y="24371"/>
                </a:lnTo>
                <a:lnTo>
                  <a:pt x="850988" y="1217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6351447" y="6111011"/>
            <a:ext cx="234315" cy="8763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32400"/>
              </a:lnSpc>
              <a:spcBef>
                <a:spcPts val="125"/>
              </a:spcBef>
            </a:pP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w0  </a:t>
            </a: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w1  </a:t>
            </a: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w2  </a:t>
            </a:r>
            <a:r>
              <a:rPr sz="1050" b="1" i="1" spc="-5" dirty="0">
                <a:solidFill>
                  <a:srgbClr val="A6A6A6"/>
                </a:solidFill>
                <a:latin typeface="Times New Roman"/>
                <a:cs typeface="Times New Roman"/>
              </a:rPr>
              <a:t>s</a:t>
            </a:r>
            <a:r>
              <a:rPr sz="1050" b="1" i="1" dirty="0">
                <a:solidFill>
                  <a:srgbClr val="A6A6A6"/>
                </a:solidFill>
                <a:latin typeface="Times New Roman"/>
                <a:cs typeface="Times New Roman"/>
              </a:rPr>
              <a:t>w3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5973635" y="6127762"/>
            <a:ext cx="988060" cy="902335"/>
          </a:xfrm>
          <a:custGeom>
            <a:avLst/>
            <a:gdLst/>
            <a:ahLst/>
            <a:cxnLst/>
            <a:rect l="l" t="t" r="r" b="b"/>
            <a:pathLst>
              <a:path w="988059" h="902334">
                <a:moveTo>
                  <a:pt x="983437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895629"/>
                </a:lnTo>
                <a:lnTo>
                  <a:pt x="6096" y="901712"/>
                </a:lnTo>
                <a:lnTo>
                  <a:pt x="983437" y="901712"/>
                </a:lnTo>
                <a:lnTo>
                  <a:pt x="987996" y="895629"/>
                </a:lnTo>
                <a:lnTo>
                  <a:pt x="987996" y="889533"/>
                </a:lnTo>
                <a:lnTo>
                  <a:pt x="25882" y="889533"/>
                </a:lnTo>
                <a:lnTo>
                  <a:pt x="13703" y="875817"/>
                </a:lnTo>
                <a:lnTo>
                  <a:pt x="25882" y="875817"/>
                </a:lnTo>
                <a:lnTo>
                  <a:pt x="25882" y="25882"/>
                </a:lnTo>
                <a:lnTo>
                  <a:pt x="13703" y="25882"/>
                </a:lnTo>
                <a:lnTo>
                  <a:pt x="25882" y="13703"/>
                </a:lnTo>
                <a:lnTo>
                  <a:pt x="987996" y="13703"/>
                </a:lnTo>
                <a:lnTo>
                  <a:pt x="987996" y="6083"/>
                </a:lnTo>
                <a:lnTo>
                  <a:pt x="983437" y="0"/>
                </a:lnTo>
                <a:close/>
              </a:path>
              <a:path w="988059" h="902334">
                <a:moveTo>
                  <a:pt x="25882" y="875817"/>
                </a:moveTo>
                <a:lnTo>
                  <a:pt x="13703" y="875817"/>
                </a:lnTo>
                <a:lnTo>
                  <a:pt x="25882" y="889533"/>
                </a:lnTo>
                <a:lnTo>
                  <a:pt x="25882" y="875817"/>
                </a:lnTo>
                <a:close/>
              </a:path>
              <a:path w="988059" h="902334">
                <a:moveTo>
                  <a:pt x="963637" y="875817"/>
                </a:moveTo>
                <a:lnTo>
                  <a:pt x="25882" y="875817"/>
                </a:lnTo>
                <a:lnTo>
                  <a:pt x="25882" y="889533"/>
                </a:lnTo>
                <a:lnTo>
                  <a:pt x="963637" y="889533"/>
                </a:lnTo>
                <a:lnTo>
                  <a:pt x="963637" y="875817"/>
                </a:lnTo>
                <a:close/>
              </a:path>
              <a:path w="988059" h="902334">
                <a:moveTo>
                  <a:pt x="963637" y="13703"/>
                </a:moveTo>
                <a:lnTo>
                  <a:pt x="963637" y="889533"/>
                </a:lnTo>
                <a:lnTo>
                  <a:pt x="975817" y="875817"/>
                </a:lnTo>
                <a:lnTo>
                  <a:pt x="987996" y="875817"/>
                </a:lnTo>
                <a:lnTo>
                  <a:pt x="987996" y="25882"/>
                </a:lnTo>
                <a:lnTo>
                  <a:pt x="975817" y="25882"/>
                </a:lnTo>
                <a:lnTo>
                  <a:pt x="963637" y="13703"/>
                </a:lnTo>
                <a:close/>
              </a:path>
              <a:path w="988059" h="902334">
                <a:moveTo>
                  <a:pt x="987996" y="875817"/>
                </a:moveTo>
                <a:lnTo>
                  <a:pt x="975817" y="875817"/>
                </a:lnTo>
                <a:lnTo>
                  <a:pt x="963637" y="889533"/>
                </a:lnTo>
                <a:lnTo>
                  <a:pt x="987996" y="889533"/>
                </a:lnTo>
                <a:lnTo>
                  <a:pt x="987996" y="875817"/>
                </a:lnTo>
                <a:close/>
              </a:path>
              <a:path w="988059" h="902334">
                <a:moveTo>
                  <a:pt x="25882" y="13703"/>
                </a:moveTo>
                <a:lnTo>
                  <a:pt x="13703" y="25882"/>
                </a:lnTo>
                <a:lnTo>
                  <a:pt x="25882" y="25882"/>
                </a:lnTo>
                <a:lnTo>
                  <a:pt x="25882" y="13703"/>
                </a:lnTo>
                <a:close/>
              </a:path>
              <a:path w="988059" h="902334">
                <a:moveTo>
                  <a:pt x="963637" y="13703"/>
                </a:moveTo>
                <a:lnTo>
                  <a:pt x="25882" y="13703"/>
                </a:lnTo>
                <a:lnTo>
                  <a:pt x="25882" y="25882"/>
                </a:lnTo>
                <a:lnTo>
                  <a:pt x="963637" y="25882"/>
                </a:lnTo>
                <a:lnTo>
                  <a:pt x="963637" y="13703"/>
                </a:lnTo>
                <a:close/>
              </a:path>
              <a:path w="988059" h="902334">
                <a:moveTo>
                  <a:pt x="987996" y="13703"/>
                </a:moveTo>
                <a:lnTo>
                  <a:pt x="963637" y="13703"/>
                </a:lnTo>
                <a:lnTo>
                  <a:pt x="975817" y="25882"/>
                </a:lnTo>
                <a:lnTo>
                  <a:pt x="987996" y="25882"/>
                </a:lnTo>
                <a:lnTo>
                  <a:pt x="987996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949452" y="6179540"/>
            <a:ext cx="1438910" cy="419100"/>
          </a:xfrm>
          <a:custGeom>
            <a:avLst/>
            <a:gdLst/>
            <a:ahLst/>
            <a:cxnLst/>
            <a:rect l="l" t="t" r="r" b="b"/>
            <a:pathLst>
              <a:path w="1438909" h="419100">
                <a:moveTo>
                  <a:pt x="700277" y="380796"/>
                </a:moveTo>
                <a:lnTo>
                  <a:pt x="0" y="380796"/>
                </a:lnTo>
                <a:lnTo>
                  <a:pt x="0" y="418884"/>
                </a:lnTo>
                <a:lnTo>
                  <a:pt x="718540" y="418884"/>
                </a:lnTo>
                <a:lnTo>
                  <a:pt x="726134" y="417288"/>
                </a:lnTo>
                <a:lnTo>
                  <a:pt x="732440" y="412978"/>
                </a:lnTo>
                <a:lnTo>
                  <a:pt x="736746" y="406668"/>
                </a:lnTo>
                <a:lnTo>
                  <a:pt x="738339" y="399072"/>
                </a:lnTo>
                <a:lnTo>
                  <a:pt x="700277" y="399072"/>
                </a:lnTo>
                <a:lnTo>
                  <a:pt x="700277" y="380796"/>
                </a:lnTo>
                <a:close/>
              </a:path>
              <a:path w="1438909" h="419100">
                <a:moveTo>
                  <a:pt x="1324432" y="38087"/>
                </a:moveTo>
                <a:lnTo>
                  <a:pt x="718540" y="38087"/>
                </a:lnTo>
                <a:lnTo>
                  <a:pt x="711191" y="39442"/>
                </a:lnTo>
                <a:lnTo>
                  <a:pt x="705413" y="43224"/>
                </a:lnTo>
                <a:lnTo>
                  <a:pt x="701633" y="49006"/>
                </a:lnTo>
                <a:lnTo>
                  <a:pt x="700277" y="56362"/>
                </a:lnTo>
                <a:lnTo>
                  <a:pt x="700277" y="399072"/>
                </a:lnTo>
                <a:lnTo>
                  <a:pt x="718540" y="380796"/>
                </a:lnTo>
                <a:lnTo>
                  <a:pt x="738339" y="380796"/>
                </a:lnTo>
                <a:lnTo>
                  <a:pt x="738339" y="76161"/>
                </a:lnTo>
                <a:lnTo>
                  <a:pt x="718540" y="76161"/>
                </a:lnTo>
                <a:lnTo>
                  <a:pt x="738339" y="56362"/>
                </a:lnTo>
                <a:lnTo>
                  <a:pt x="1324432" y="56362"/>
                </a:lnTo>
                <a:lnTo>
                  <a:pt x="1324432" y="38087"/>
                </a:lnTo>
                <a:close/>
              </a:path>
              <a:path w="1438909" h="419100">
                <a:moveTo>
                  <a:pt x="738339" y="380796"/>
                </a:moveTo>
                <a:lnTo>
                  <a:pt x="718540" y="380796"/>
                </a:lnTo>
                <a:lnTo>
                  <a:pt x="700277" y="399072"/>
                </a:lnTo>
                <a:lnTo>
                  <a:pt x="738339" y="399072"/>
                </a:lnTo>
                <a:lnTo>
                  <a:pt x="738339" y="380796"/>
                </a:lnTo>
                <a:close/>
              </a:path>
              <a:path w="1438909" h="419100">
                <a:moveTo>
                  <a:pt x="1324432" y="0"/>
                </a:moveTo>
                <a:lnTo>
                  <a:pt x="1324432" y="114236"/>
                </a:lnTo>
                <a:lnTo>
                  <a:pt x="1399545" y="76161"/>
                </a:lnTo>
                <a:lnTo>
                  <a:pt x="1342707" y="76161"/>
                </a:lnTo>
                <a:lnTo>
                  <a:pt x="1342707" y="38087"/>
                </a:lnTo>
                <a:lnTo>
                  <a:pt x="1401585" y="38087"/>
                </a:lnTo>
                <a:lnTo>
                  <a:pt x="1324432" y="0"/>
                </a:lnTo>
                <a:close/>
              </a:path>
              <a:path w="1438909" h="419100">
                <a:moveTo>
                  <a:pt x="738339" y="56362"/>
                </a:moveTo>
                <a:lnTo>
                  <a:pt x="718540" y="76161"/>
                </a:lnTo>
                <a:lnTo>
                  <a:pt x="738339" y="76161"/>
                </a:lnTo>
                <a:lnTo>
                  <a:pt x="738339" y="56362"/>
                </a:lnTo>
                <a:close/>
              </a:path>
              <a:path w="1438909" h="419100">
                <a:moveTo>
                  <a:pt x="1324432" y="56362"/>
                </a:moveTo>
                <a:lnTo>
                  <a:pt x="738339" y="56362"/>
                </a:lnTo>
                <a:lnTo>
                  <a:pt x="738339" y="76161"/>
                </a:lnTo>
                <a:lnTo>
                  <a:pt x="1324432" y="76161"/>
                </a:lnTo>
                <a:lnTo>
                  <a:pt x="1324432" y="56362"/>
                </a:lnTo>
                <a:close/>
              </a:path>
              <a:path w="1438909" h="419100">
                <a:moveTo>
                  <a:pt x="1401585" y="38087"/>
                </a:moveTo>
                <a:lnTo>
                  <a:pt x="1342707" y="38087"/>
                </a:lnTo>
                <a:lnTo>
                  <a:pt x="1342707" y="76161"/>
                </a:lnTo>
                <a:lnTo>
                  <a:pt x="1399545" y="76161"/>
                </a:lnTo>
                <a:lnTo>
                  <a:pt x="1438605" y="56362"/>
                </a:lnTo>
                <a:lnTo>
                  <a:pt x="1401585" y="380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374367" y="5590070"/>
            <a:ext cx="1334135" cy="278765"/>
          </a:xfrm>
          <a:custGeom>
            <a:avLst/>
            <a:gdLst/>
            <a:ahLst/>
            <a:cxnLst/>
            <a:rect l="l" t="t" r="r" b="b"/>
            <a:pathLst>
              <a:path w="1334134" h="278764">
                <a:moveTo>
                  <a:pt x="1327467" y="0"/>
                </a:moveTo>
                <a:lnTo>
                  <a:pt x="6083" y="0"/>
                </a:lnTo>
                <a:lnTo>
                  <a:pt x="0" y="6095"/>
                </a:lnTo>
                <a:lnTo>
                  <a:pt x="0" y="272656"/>
                </a:lnTo>
                <a:lnTo>
                  <a:pt x="6083" y="278739"/>
                </a:lnTo>
                <a:lnTo>
                  <a:pt x="1327467" y="278739"/>
                </a:lnTo>
                <a:lnTo>
                  <a:pt x="1333563" y="272656"/>
                </a:lnTo>
                <a:lnTo>
                  <a:pt x="1333563" y="265036"/>
                </a:lnTo>
                <a:lnTo>
                  <a:pt x="25869" y="265036"/>
                </a:lnTo>
                <a:lnTo>
                  <a:pt x="13690" y="252856"/>
                </a:lnTo>
                <a:lnTo>
                  <a:pt x="25869" y="252856"/>
                </a:lnTo>
                <a:lnTo>
                  <a:pt x="25869" y="25895"/>
                </a:lnTo>
                <a:lnTo>
                  <a:pt x="13690" y="25895"/>
                </a:lnTo>
                <a:lnTo>
                  <a:pt x="25869" y="13715"/>
                </a:lnTo>
                <a:lnTo>
                  <a:pt x="1333563" y="13715"/>
                </a:lnTo>
                <a:lnTo>
                  <a:pt x="1333563" y="6095"/>
                </a:lnTo>
                <a:lnTo>
                  <a:pt x="1327467" y="0"/>
                </a:lnTo>
                <a:close/>
              </a:path>
              <a:path w="1334134" h="278764">
                <a:moveTo>
                  <a:pt x="25869" y="252856"/>
                </a:moveTo>
                <a:lnTo>
                  <a:pt x="13690" y="252856"/>
                </a:lnTo>
                <a:lnTo>
                  <a:pt x="25869" y="265036"/>
                </a:lnTo>
                <a:lnTo>
                  <a:pt x="25869" y="252856"/>
                </a:lnTo>
                <a:close/>
              </a:path>
              <a:path w="1334134" h="278764">
                <a:moveTo>
                  <a:pt x="1307680" y="252856"/>
                </a:moveTo>
                <a:lnTo>
                  <a:pt x="25869" y="252856"/>
                </a:lnTo>
                <a:lnTo>
                  <a:pt x="25869" y="265036"/>
                </a:lnTo>
                <a:lnTo>
                  <a:pt x="1307680" y="265036"/>
                </a:lnTo>
                <a:lnTo>
                  <a:pt x="1307680" y="252856"/>
                </a:lnTo>
                <a:close/>
              </a:path>
              <a:path w="1334134" h="278764">
                <a:moveTo>
                  <a:pt x="1307680" y="13715"/>
                </a:moveTo>
                <a:lnTo>
                  <a:pt x="1307680" y="265036"/>
                </a:lnTo>
                <a:lnTo>
                  <a:pt x="1321384" y="252856"/>
                </a:lnTo>
                <a:lnTo>
                  <a:pt x="1333563" y="252856"/>
                </a:lnTo>
                <a:lnTo>
                  <a:pt x="1333563" y="25895"/>
                </a:lnTo>
                <a:lnTo>
                  <a:pt x="1321384" y="25895"/>
                </a:lnTo>
                <a:lnTo>
                  <a:pt x="1307680" y="13715"/>
                </a:lnTo>
                <a:close/>
              </a:path>
              <a:path w="1334134" h="278764">
                <a:moveTo>
                  <a:pt x="1333563" y="252856"/>
                </a:moveTo>
                <a:lnTo>
                  <a:pt x="1321384" y="252856"/>
                </a:lnTo>
                <a:lnTo>
                  <a:pt x="1307680" y="265036"/>
                </a:lnTo>
                <a:lnTo>
                  <a:pt x="1333563" y="265036"/>
                </a:lnTo>
                <a:lnTo>
                  <a:pt x="1333563" y="252856"/>
                </a:lnTo>
                <a:close/>
              </a:path>
              <a:path w="1334134" h="278764">
                <a:moveTo>
                  <a:pt x="25869" y="13715"/>
                </a:moveTo>
                <a:lnTo>
                  <a:pt x="13690" y="25895"/>
                </a:lnTo>
                <a:lnTo>
                  <a:pt x="25869" y="25895"/>
                </a:lnTo>
                <a:lnTo>
                  <a:pt x="25869" y="13715"/>
                </a:lnTo>
                <a:close/>
              </a:path>
              <a:path w="1334134" h="278764">
                <a:moveTo>
                  <a:pt x="1307680" y="13715"/>
                </a:moveTo>
                <a:lnTo>
                  <a:pt x="25869" y="13715"/>
                </a:lnTo>
                <a:lnTo>
                  <a:pt x="25869" y="25895"/>
                </a:lnTo>
                <a:lnTo>
                  <a:pt x="1307680" y="25895"/>
                </a:lnTo>
                <a:lnTo>
                  <a:pt x="1307680" y="13715"/>
                </a:lnTo>
                <a:close/>
              </a:path>
              <a:path w="1334134" h="278764">
                <a:moveTo>
                  <a:pt x="1333563" y="13715"/>
                </a:moveTo>
                <a:lnTo>
                  <a:pt x="1307680" y="13715"/>
                </a:lnTo>
                <a:lnTo>
                  <a:pt x="1321384" y="25895"/>
                </a:lnTo>
                <a:lnTo>
                  <a:pt x="1333563" y="25895"/>
                </a:lnTo>
                <a:lnTo>
                  <a:pt x="1333563" y="137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8779243" y="5603354"/>
            <a:ext cx="522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Sw</a:t>
            </a:r>
            <a:r>
              <a:rPr sz="14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7091032" y="5637288"/>
            <a:ext cx="851535" cy="181610"/>
          </a:xfrm>
          <a:custGeom>
            <a:avLst/>
            <a:gdLst/>
            <a:ahLst/>
            <a:cxnLst/>
            <a:rect l="l" t="t" r="r" b="b"/>
            <a:pathLst>
              <a:path w="851534" h="181610">
                <a:moveTo>
                  <a:pt x="844892" y="0"/>
                </a:moveTo>
                <a:lnTo>
                  <a:pt x="6095" y="0"/>
                </a:lnTo>
                <a:lnTo>
                  <a:pt x="0" y="4572"/>
                </a:lnTo>
                <a:lnTo>
                  <a:pt x="0" y="175171"/>
                </a:lnTo>
                <a:lnTo>
                  <a:pt x="6095" y="181267"/>
                </a:lnTo>
                <a:lnTo>
                  <a:pt x="844892" y="181267"/>
                </a:lnTo>
                <a:lnTo>
                  <a:pt x="850988" y="175171"/>
                </a:lnTo>
                <a:lnTo>
                  <a:pt x="850988" y="169075"/>
                </a:lnTo>
                <a:lnTo>
                  <a:pt x="25882" y="169075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2"/>
                </a:lnTo>
                <a:lnTo>
                  <a:pt x="850988" y="12192"/>
                </a:lnTo>
                <a:lnTo>
                  <a:pt x="850988" y="4572"/>
                </a:lnTo>
                <a:lnTo>
                  <a:pt x="844892" y="0"/>
                </a:lnTo>
                <a:close/>
              </a:path>
              <a:path w="851534" h="181610">
                <a:moveTo>
                  <a:pt x="25882" y="155371"/>
                </a:moveTo>
                <a:lnTo>
                  <a:pt x="12179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851534" h="181610">
                <a:moveTo>
                  <a:pt x="825106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825106" y="169075"/>
                </a:lnTo>
                <a:lnTo>
                  <a:pt x="825106" y="155371"/>
                </a:lnTo>
                <a:close/>
              </a:path>
              <a:path w="851534" h="181610">
                <a:moveTo>
                  <a:pt x="825106" y="12192"/>
                </a:moveTo>
                <a:lnTo>
                  <a:pt x="825106" y="169075"/>
                </a:lnTo>
                <a:lnTo>
                  <a:pt x="837285" y="155371"/>
                </a:lnTo>
                <a:lnTo>
                  <a:pt x="850988" y="155371"/>
                </a:lnTo>
                <a:lnTo>
                  <a:pt x="850988" y="24371"/>
                </a:lnTo>
                <a:lnTo>
                  <a:pt x="837285" y="24371"/>
                </a:lnTo>
                <a:lnTo>
                  <a:pt x="825106" y="12192"/>
                </a:lnTo>
                <a:close/>
              </a:path>
              <a:path w="851534" h="181610">
                <a:moveTo>
                  <a:pt x="850988" y="155371"/>
                </a:moveTo>
                <a:lnTo>
                  <a:pt x="837285" y="155371"/>
                </a:lnTo>
                <a:lnTo>
                  <a:pt x="825106" y="169075"/>
                </a:lnTo>
                <a:lnTo>
                  <a:pt x="850988" y="169075"/>
                </a:lnTo>
                <a:lnTo>
                  <a:pt x="850988" y="155371"/>
                </a:lnTo>
                <a:close/>
              </a:path>
              <a:path w="851534" h="181610">
                <a:moveTo>
                  <a:pt x="25882" y="12192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2"/>
                </a:lnTo>
                <a:close/>
              </a:path>
              <a:path w="851534" h="181610">
                <a:moveTo>
                  <a:pt x="825106" y="12192"/>
                </a:moveTo>
                <a:lnTo>
                  <a:pt x="25882" y="12192"/>
                </a:lnTo>
                <a:lnTo>
                  <a:pt x="25882" y="24371"/>
                </a:lnTo>
                <a:lnTo>
                  <a:pt x="825106" y="24371"/>
                </a:lnTo>
                <a:lnTo>
                  <a:pt x="825106" y="12192"/>
                </a:lnTo>
                <a:close/>
              </a:path>
              <a:path w="851534" h="181610">
                <a:moveTo>
                  <a:pt x="850988" y="12192"/>
                </a:moveTo>
                <a:lnTo>
                  <a:pt x="825106" y="12192"/>
                </a:lnTo>
                <a:lnTo>
                  <a:pt x="837285" y="24371"/>
                </a:lnTo>
                <a:lnTo>
                  <a:pt x="850988" y="24371"/>
                </a:lnTo>
                <a:lnTo>
                  <a:pt x="850988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7373594" y="5629490"/>
            <a:ext cx="2857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rese</a:t>
            </a:r>
            <a:r>
              <a:rPr sz="1050" b="1" i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7091032" y="5839879"/>
            <a:ext cx="851535" cy="181610"/>
          </a:xfrm>
          <a:custGeom>
            <a:avLst/>
            <a:gdLst/>
            <a:ahLst/>
            <a:cxnLst/>
            <a:rect l="l" t="t" r="r" b="b"/>
            <a:pathLst>
              <a:path w="851534" h="181610">
                <a:moveTo>
                  <a:pt x="844892" y="0"/>
                </a:moveTo>
                <a:lnTo>
                  <a:pt x="6095" y="0"/>
                </a:lnTo>
                <a:lnTo>
                  <a:pt x="0" y="4572"/>
                </a:lnTo>
                <a:lnTo>
                  <a:pt x="0" y="175158"/>
                </a:lnTo>
                <a:lnTo>
                  <a:pt x="6095" y="181254"/>
                </a:lnTo>
                <a:lnTo>
                  <a:pt x="844892" y="181254"/>
                </a:lnTo>
                <a:lnTo>
                  <a:pt x="850988" y="175158"/>
                </a:lnTo>
                <a:lnTo>
                  <a:pt x="850988" y="169075"/>
                </a:lnTo>
                <a:lnTo>
                  <a:pt x="25882" y="169075"/>
                </a:lnTo>
                <a:lnTo>
                  <a:pt x="12179" y="155359"/>
                </a:lnTo>
                <a:lnTo>
                  <a:pt x="25882" y="155359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79"/>
                </a:lnTo>
                <a:lnTo>
                  <a:pt x="850988" y="12179"/>
                </a:lnTo>
                <a:lnTo>
                  <a:pt x="850988" y="4572"/>
                </a:lnTo>
                <a:lnTo>
                  <a:pt x="844892" y="0"/>
                </a:lnTo>
                <a:close/>
              </a:path>
              <a:path w="851534" h="181610">
                <a:moveTo>
                  <a:pt x="25882" y="155359"/>
                </a:moveTo>
                <a:lnTo>
                  <a:pt x="12179" y="155359"/>
                </a:lnTo>
                <a:lnTo>
                  <a:pt x="25882" y="169075"/>
                </a:lnTo>
                <a:lnTo>
                  <a:pt x="25882" y="155359"/>
                </a:lnTo>
                <a:close/>
              </a:path>
              <a:path w="851534" h="181610">
                <a:moveTo>
                  <a:pt x="825106" y="155359"/>
                </a:moveTo>
                <a:lnTo>
                  <a:pt x="25882" y="155359"/>
                </a:lnTo>
                <a:lnTo>
                  <a:pt x="25882" y="169075"/>
                </a:lnTo>
                <a:lnTo>
                  <a:pt x="825106" y="169075"/>
                </a:lnTo>
                <a:lnTo>
                  <a:pt x="825106" y="155359"/>
                </a:lnTo>
                <a:close/>
              </a:path>
              <a:path w="851534" h="181610">
                <a:moveTo>
                  <a:pt x="825106" y="12179"/>
                </a:moveTo>
                <a:lnTo>
                  <a:pt x="825106" y="169075"/>
                </a:lnTo>
                <a:lnTo>
                  <a:pt x="837285" y="155359"/>
                </a:lnTo>
                <a:lnTo>
                  <a:pt x="850988" y="155359"/>
                </a:lnTo>
                <a:lnTo>
                  <a:pt x="850988" y="24371"/>
                </a:lnTo>
                <a:lnTo>
                  <a:pt x="837285" y="24371"/>
                </a:lnTo>
                <a:lnTo>
                  <a:pt x="825106" y="12179"/>
                </a:lnTo>
                <a:close/>
              </a:path>
              <a:path w="851534" h="181610">
                <a:moveTo>
                  <a:pt x="850988" y="155359"/>
                </a:moveTo>
                <a:lnTo>
                  <a:pt x="837285" y="155359"/>
                </a:lnTo>
                <a:lnTo>
                  <a:pt x="825106" y="169075"/>
                </a:lnTo>
                <a:lnTo>
                  <a:pt x="850988" y="169075"/>
                </a:lnTo>
                <a:lnTo>
                  <a:pt x="850988" y="155359"/>
                </a:lnTo>
                <a:close/>
              </a:path>
              <a:path w="851534" h="181610">
                <a:moveTo>
                  <a:pt x="25882" y="12179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79"/>
                </a:lnTo>
                <a:close/>
              </a:path>
              <a:path w="851534" h="181610">
                <a:moveTo>
                  <a:pt x="825106" y="12179"/>
                </a:moveTo>
                <a:lnTo>
                  <a:pt x="25882" y="12179"/>
                </a:lnTo>
                <a:lnTo>
                  <a:pt x="25882" y="24371"/>
                </a:lnTo>
                <a:lnTo>
                  <a:pt x="825106" y="24371"/>
                </a:lnTo>
                <a:lnTo>
                  <a:pt x="825106" y="12179"/>
                </a:lnTo>
                <a:close/>
              </a:path>
              <a:path w="851534" h="181610">
                <a:moveTo>
                  <a:pt x="850988" y="12179"/>
                </a:moveTo>
                <a:lnTo>
                  <a:pt x="825106" y="12179"/>
                </a:lnTo>
                <a:lnTo>
                  <a:pt x="837285" y="24371"/>
                </a:lnTo>
                <a:lnTo>
                  <a:pt x="850988" y="24371"/>
                </a:lnTo>
                <a:lnTo>
                  <a:pt x="85098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7214349" y="5864237"/>
            <a:ext cx="614045" cy="1479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5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time_mode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7052970" y="5587022"/>
            <a:ext cx="932180" cy="471170"/>
          </a:xfrm>
          <a:custGeom>
            <a:avLst/>
            <a:gdLst/>
            <a:ahLst/>
            <a:cxnLst/>
            <a:rect l="l" t="t" r="r" b="b"/>
            <a:pathLst>
              <a:path w="932179" h="471170">
                <a:moveTo>
                  <a:pt x="925588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464578"/>
                </a:lnTo>
                <a:lnTo>
                  <a:pt x="6096" y="470662"/>
                </a:lnTo>
                <a:lnTo>
                  <a:pt x="925588" y="470662"/>
                </a:lnTo>
                <a:lnTo>
                  <a:pt x="931672" y="464578"/>
                </a:lnTo>
                <a:lnTo>
                  <a:pt x="931672" y="456958"/>
                </a:lnTo>
                <a:lnTo>
                  <a:pt x="25882" y="456958"/>
                </a:lnTo>
                <a:lnTo>
                  <a:pt x="12179" y="444779"/>
                </a:lnTo>
                <a:lnTo>
                  <a:pt x="25882" y="444779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2"/>
                </a:lnTo>
                <a:lnTo>
                  <a:pt x="931672" y="12192"/>
                </a:lnTo>
                <a:lnTo>
                  <a:pt x="931672" y="4571"/>
                </a:lnTo>
                <a:lnTo>
                  <a:pt x="925588" y="0"/>
                </a:lnTo>
                <a:close/>
              </a:path>
              <a:path w="932179" h="471170">
                <a:moveTo>
                  <a:pt x="25882" y="444779"/>
                </a:moveTo>
                <a:lnTo>
                  <a:pt x="12179" y="444779"/>
                </a:lnTo>
                <a:lnTo>
                  <a:pt x="25882" y="456958"/>
                </a:lnTo>
                <a:lnTo>
                  <a:pt x="25882" y="444779"/>
                </a:lnTo>
                <a:close/>
              </a:path>
              <a:path w="932179" h="471170">
                <a:moveTo>
                  <a:pt x="905789" y="444779"/>
                </a:moveTo>
                <a:lnTo>
                  <a:pt x="25882" y="444779"/>
                </a:lnTo>
                <a:lnTo>
                  <a:pt x="25882" y="456958"/>
                </a:lnTo>
                <a:lnTo>
                  <a:pt x="905789" y="456958"/>
                </a:lnTo>
                <a:lnTo>
                  <a:pt x="905789" y="444779"/>
                </a:lnTo>
                <a:close/>
              </a:path>
              <a:path w="932179" h="471170">
                <a:moveTo>
                  <a:pt x="905789" y="12192"/>
                </a:moveTo>
                <a:lnTo>
                  <a:pt x="905789" y="456958"/>
                </a:lnTo>
                <a:lnTo>
                  <a:pt x="917968" y="444779"/>
                </a:lnTo>
                <a:lnTo>
                  <a:pt x="931672" y="444779"/>
                </a:lnTo>
                <a:lnTo>
                  <a:pt x="931672" y="24371"/>
                </a:lnTo>
                <a:lnTo>
                  <a:pt x="917968" y="24371"/>
                </a:lnTo>
                <a:lnTo>
                  <a:pt x="905789" y="12192"/>
                </a:lnTo>
                <a:close/>
              </a:path>
              <a:path w="932179" h="471170">
                <a:moveTo>
                  <a:pt x="931672" y="444779"/>
                </a:moveTo>
                <a:lnTo>
                  <a:pt x="917968" y="444779"/>
                </a:lnTo>
                <a:lnTo>
                  <a:pt x="905789" y="456958"/>
                </a:lnTo>
                <a:lnTo>
                  <a:pt x="931672" y="456958"/>
                </a:lnTo>
                <a:lnTo>
                  <a:pt x="931672" y="444779"/>
                </a:lnTo>
                <a:close/>
              </a:path>
              <a:path w="932179" h="471170">
                <a:moveTo>
                  <a:pt x="25882" y="12192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2"/>
                </a:lnTo>
                <a:close/>
              </a:path>
              <a:path w="932179" h="471170">
                <a:moveTo>
                  <a:pt x="905789" y="12192"/>
                </a:moveTo>
                <a:lnTo>
                  <a:pt x="25882" y="12192"/>
                </a:lnTo>
                <a:lnTo>
                  <a:pt x="25882" y="24371"/>
                </a:lnTo>
                <a:lnTo>
                  <a:pt x="905789" y="24371"/>
                </a:lnTo>
                <a:lnTo>
                  <a:pt x="905789" y="12192"/>
                </a:lnTo>
                <a:close/>
              </a:path>
              <a:path w="932179" h="471170">
                <a:moveTo>
                  <a:pt x="931672" y="12192"/>
                </a:moveTo>
                <a:lnTo>
                  <a:pt x="905789" y="12192"/>
                </a:lnTo>
                <a:lnTo>
                  <a:pt x="917968" y="24371"/>
                </a:lnTo>
                <a:lnTo>
                  <a:pt x="931672" y="24371"/>
                </a:lnTo>
                <a:lnTo>
                  <a:pt x="931672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970939" y="5672328"/>
            <a:ext cx="417195" cy="169545"/>
          </a:xfrm>
          <a:custGeom>
            <a:avLst/>
            <a:gdLst/>
            <a:ahLst/>
            <a:cxnLst/>
            <a:rect l="l" t="t" r="r" b="b"/>
            <a:pathLst>
              <a:path w="417195" h="169545">
                <a:moveTo>
                  <a:pt x="188772" y="130987"/>
                </a:moveTo>
                <a:lnTo>
                  <a:pt x="0" y="130987"/>
                </a:lnTo>
                <a:lnTo>
                  <a:pt x="0" y="169075"/>
                </a:lnTo>
                <a:lnTo>
                  <a:pt x="208559" y="169075"/>
                </a:lnTo>
                <a:lnTo>
                  <a:pt x="215915" y="167479"/>
                </a:lnTo>
                <a:lnTo>
                  <a:pt x="221697" y="163169"/>
                </a:lnTo>
                <a:lnTo>
                  <a:pt x="225479" y="156859"/>
                </a:lnTo>
                <a:lnTo>
                  <a:pt x="226834" y="149263"/>
                </a:lnTo>
                <a:lnTo>
                  <a:pt x="188772" y="149263"/>
                </a:lnTo>
                <a:lnTo>
                  <a:pt x="188772" y="130987"/>
                </a:lnTo>
                <a:close/>
              </a:path>
              <a:path w="417195" h="169545">
                <a:moveTo>
                  <a:pt x="302945" y="38074"/>
                </a:moveTo>
                <a:lnTo>
                  <a:pt x="208559" y="38074"/>
                </a:lnTo>
                <a:lnTo>
                  <a:pt x="200972" y="39669"/>
                </a:lnTo>
                <a:lnTo>
                  <a:pt x="194670" y="43978"/>
                </a:lnTo>
                <a:lnTo>
                  <a:pt x="190366" y="50285"/>
                </a:lnTo>
                <a:lnTo>
                  <a:pt x="188772" y="57873"/>
                </a:lnTo>
                <a:lnTo>
                  <a:pt x="188772" y="149263"/>
                </a:lnTo>
                <a:lnTo>
                  <a:pt x="208559" y="130987"/>
                </a:lnTo>
                <a:lnTo>
                  <a:pt x="226834" y="130987"/>
                </a:lnTo>
                <a:lnTo>
                  <a:pt x="226834" y="76161"/>
                </a:lnTo>
                <a:lnTo>
                  <a:pt x="208559" y="76161"/>
                </a:lnTo>
                <a:lnTo>
                  <a:pt x="226834" y="57873"/>
                </a:lnTo>
                <a:lnTo>
                  <a:pt x="302945" y="57873"/>
                </a:lnTo>
                <a:lnTo>
                  <a:pt x="302945" y="38074"/>
                </a:lnTo>
                <a:close/>
              </a:path>
              <a:path w="417195" h="169545">
                <a:moveTo>
                  <a:pt x="226834" y="130987"/>
                </a:moveTo>
                <a:lnTo>
                  <a:pt x="208559" y="130987"/>
                </a:lnTo>
                <a:lnTo>
                  <a:pt x="188772" y="149263"/>
                </a:lnTo>
                <a:lnTo>
                  <a:pt x="226834" y="149263"/>
                </a:lnTo>
                <a:lnTo>
                  <a:pt x="226834" y="130987"/>
                </a:lnTo>
                <a:close/>
              </a:path>
              <a:path w="417195" h="169545">
                <a:moveTo>
                  <a:pt x="302945" y="0"/>
                </a:moveTo>
                <a:lnTo>
                  <a:pt x="302945" y="114236"/>
                </a:lnTo>
                <a:lnTo>
                  <a:pt x="380073" y="76161"/>
                </a:lnTo>
                <a:lnTo>
                  <a:pt x="321221" y="76161"/>
                </a:lnTo>
                <a:lnTo>
                  <a:pt x="321221" y="38074"/>
                </a:lnTo>
                <a:lnTo>
                  <a:pt x="378058" y="38074"/>
                </a:lnTo>
                <a:lnTo>
                  <a:pt x="302945" y="0"/>
                </a:lnTo>
                <a:close/>
              </a:path>
              <a:path w="417195" h="169545">
                <a:moveTo>
                  <a:pt x="226834" y="57873"/>
                </a:moveTo>
                <a:lnTo>
                  <a:pt x="208559" y="76161"/>
                </a:lnTo>
                <a:lnTo>
                  <a:pt x="226834" y="76161"/>
                </a:lnTo>
                <a:lnTo>
                  <a:pt x="226834" y="57873"/>
                </a:lnTo>
                <a:close/>
              </a:path>
              <a:path w="417195" h="169545">
                <a:moveTo>
                  <a:pt x="302945" y="57873"/>
                </a:moveTo>
                <a:lnTo>
                  <a:pt x="226834" y="57873"/>
                </a:lnTo>
                <a:lnTo>
                  <a:pt x="226834" y="76161"/>
                </a:lnTo>
                <a:lnTo>
                  <a:pt x="302945" y="76161"/>
                </a:lnTo>
                <a:lnTo>
                  <a:pt x="302945" y="57873"/>
                </a:lnTo>
                <a:close/>
              </a:path>
              <a:path w="417195" h="169545">
                <a:moveTo>
                  <a:pt x="378058" y="38074"/>
                </a:moveTo>
                <a:lnTo>
                  <a:pt x="321221" y="38074"/>
                </a:lnTo>
                <a:lnTo>
                  <a:pt x="321221" y="76161"/>
                </a:lnTo>
                <a:lnTo>
                  <a:pt x="380073" y="76161"/>
                </a:lnTo>
                <a:lnTo>
                  <a:pt x="417118" y="57873"/>
                </a:lnTo>
                <a:lnTo>
                  <a:pt x="378058" y="380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648030" y="3372319"/>
            <a:ext cx="513080" cy="656590"/>
          </a:xfrm>
          <a:custGeom>
            <a:avLst/>
            <a:gdLst/>
            <a:ahLst/>
            <a:cxnLst/>
            <a:rect l="l" t="t" r="r" b="b"/>
            <a:pathLst>
              <a:path w="513079" h="656589">
                <a:moveTo>
                  <a:pt x="33489" y="580339"/>
                </a:moveTo>
                <a:lnTo>
                  <a:pt x="0" y="580339"/>
                </a:lnTo>
                <a:lnTo>
                  <a:pt x="38061" y="656488"/>
                </a:lnTo>
                <a:lnTo>
                  <a:pt x="70036" y="592518"/>
                </a:lnTo>
                <a:lnTo>
                  <a:pt x="33489" y="592518"/>
                </a:lnTo>
                <a:lnTo>
                  <a:pt x="33489" y="580339"/>
                </a:lnTo>
                <a:close/>
              </a:path>
              <a:path w="513079" h="656589">
                <a:moveTo>
                  <a:pt x="511505" y="0"/>
                </a:moveTo>
                <a:lnTo>
                  <a:pt x="35013" y="0"/>
                </a:lnTo>
                <a:lnTo>
                  <a:pt x="33489" y="3048"/>
                </a:lnTo>
                <a:lnTo>
                  <a:pt x="33489" y="592518"/>
                </a:lnTo>
                <a:lnTo>
                  <a:pt x="42633" y="592518"/>
                </a:lnTo>
                <a:lnTo>
                  <a:pt x="42633" y="9144"/>
                </a:lnTo>
                <a:lnTo>
                  <a:pt x="38061" y="9144"/>
                </a:lnTo>
                <a:lnTo>
                  <a:pt x="42633" y="4572"/>
                </a:lnTo>
                <a:lnTo>
                  <a:pt x="513029" y="4572"/>
                </a:lnTo>
                <a:lnTo>
                  <a:pt x="513029" y="3048"/>
                </a:lnTo>
                <a:lnTo>
                  <a:pt x="511505" y="0"/>
                </a:lnTo>
                <a:close/>
              </a:path>
              <a:path w="513079" h="656589">
                <a:moveTo>
                  <a:pt x="76123" y="580339"/>
                </a:moveTo>
                <a:lnTo>
                  <a:pt x="42633" y="580339"/>
                </a:lnTo>
                <a:lnTo>
                  <a:pt x="42633" y="592518"/>
                </a:lnTo>
                <a:lnTo>
                  <a:pt x="70036" y="592518"/>
                </a:lnTo>
                <a:lnTo>
                  <a:pt x="76123" y="580339"/>
                </a:lnTo>
                <a:close/>
              </a:path>
              <a:path w="513079" h="656589">
                <a:moveTo>
                  <a:pt x="503897" y="4572"/>
                </a:moveTo>
                <a:lnTo>
                  <a:pt x="503897" y="22847"/>
                </a:lnTo>
                <a:lnTo>
                  <a:pt x="513029" y="22847"/>
                </a:lnTo>
                <a:lnTo>
                  <a:pt x="513029" y="9144"/>
                </a:lnTo>
                <a:lnTo>
                  <a:pt x="508469" y="9144"/>
                </a:lnTo>
                <a:lnTo>
                  <a:pt x="503897" y="4572"/>
                </a:lnTo>
                <a:close/>
              </a:path>
              <a:path w="513079" h="656589">
                <a:moveTo>
                  <a:pt x="42633" y="4572"/>
                </a:moveTo>
                <a:lnTo>
                  <a:pt x="38061" y="9144"/>
                </a:lnTo>
                <a:lnTo>
                  <a:pt x="42633" y="9144"/>
                </a:lnTo>
                <a:lnTo>
                  <a:pt x="42633" y="4572"/>
                </a:lnTo>
                <a:close/>
              </a:path>
              <a:path w="513079" h="656589">
                <a:moveTo>
                  <a:pt x="503897" y="4572"/>
                </a:moveTo>
                <a:lnTo>
                  <a:pt x="42633" y="4572"/>
                </a:lnTo>
                <a:lnTo>
                  <a:pt x="42633" y="9144"/>
                </a:lnTo>
                <a:lnTo>
                  <a:pt x="503897" y="9144"/>
                </a:lnTo>
                <a:lnTo>
                  <a:pt x="503897" y="4572"/>
                </a:lnTo>
                <a:close/>
              </a:path>
              <a:path w="513079" h="656589">
                <a:moveTo>
                  <a:pt x="513029" y="4572"/>
                </a:moveTo>
                <a:lnTo>
                  <a:pt x="503897" y="4572"/>
                </a:lnTo>
                <a:lnTo>
                  <a:pt x="508469" y="9144"/>
                </a:lnTo>
                <a:lnTo>
                  <a:pt x="513029" y="9144"/>
                </a:lnTo>
                <a:lnTo>
                  <a:pt x="513029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443691" y="3503320"/>
            <a:ext cx="942340" cy="1930400"/>
          </a:xfrm>
          <a:custGeom>
            <a:avLst/>
            <a:gdLst/>
            <a:ahLst/>
            <a:cxnLst/>
            <a:rect l="l" t="t" r="r" b="b"/>
            <a:pathLst>
              <a:path w="942339" h="1930400">
                <a:moveTo>
                  <a:pt x="942327" y="0"/>
                </a:moveTo>
                <a:lnTo>
                  <a:pt x="0" y="0"/>
                </a:lnTo>
                <a:lnTo>
                  <a:pt x="0" y="1929866"/>
                </a:lnTo>
                <a:lnTo>
                  <a:pt x="942327" y="1929866"/>
                </a:lnTo>
                <a:lnTo>
                  <a:pt x="942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4429988" y="3489604"/>
            <a:ext cx="968375" cy="1957705"/>
          </a:xfrm>
          <a:custGeom>
            <a:avLst/>
            <a:gdLst/>
            <a:ahLst/>
            <a:cxnLst/>
            <a:rect l="l" t="t" r="r" b="b"/>
            <a:pathLst>
              <a:path w="968375" h="1957704">
                <a:moveTo>
                  <a:pt x="962126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951202"/>
                </a:lnTo>
                <a:lnTo>
                  <a:pt x="6096" y="1957285"/>
                </a:lnTo>
                <a:lnTo>
                  <a:pt x="962126" y="1957285"/>
                </a:lnTo>
                <a:lnTo>
                  <a:pt x="968209" y="1951202"/>
                </a:lnTo>
                <a:lnTo>
                  <a:pt x="968209" y="1943582"/>
                </a:lnTo>
                <a:lnTo>
                  <a:pt x="25882" y="1943582"/>
                </a:lnTo>
                <a:lnTo>
                  <a:pt x="13703" y="1931390"/>
                </a:lnTo>
                <a:lnTo>
                  <a:pt x="25882" y="1931390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15"/>
                </a:lnTo>
                <a:lnTo>
                  <a:pt x="968209" y="13715"/>
                </a:lnTo>
                <a:lnTo>
                  <a:pt x="968209" y="6096"/>
                </a:lnTo>
                <a:lnTo>
                  <a:pt x="962126" y="0"/>
                </a:lnTo>
                <a:close/>
              </a:path>
              <a:path w="968375" h="1957704">
                <a:moveTo>
                  <a:pt x="25882" y="1931390"/>
                </a:moveTo>
                <a:lnTo>
                  <a:pt x="13703" y="1931390"/>
                </a:lnTo>
                <a:lnTo>
                  <a:pt x="25882" y="1943582"/>
                </a:lnTo>
                <a:lnTo>
                  <a:pt x="25882" y="1931390"/>
                </a:lnTo>
                <a:close/>
              </a:path>
              <a:path w="968375" h="1957704">
                <a:moveTo>
                  <a:pt x="943851" y="1931390"/>
                </a:moveTo>
                <a:lnTo>
                  <a:pt x="25882" y="1931390"/>
                </a:lnTo>
                <a:lnTo>
                  <a:pt x="25882" y="1943582"/>
                </a:lnTo>
                <a:lnTo>
                  <a:pt x="943851" y="1943582"/>
                </a:lnTo>
                <a:lnTo>
                  <a:pt x="943851" y="1931390"/>
                </a:lnTo>
                <a:close/>
              </a:path>
              <a:path w="968375" h="1957704">
                <a:moveTo>
                  <a:pt x="943851" y="13715"/>
                </a:moveTo>
                <a:lnTo>
                  <a:pt x="943851" y="1943582"/>
                </a:lnTo>
                <a:lnTo>
                  <a:pt x="956030" y="1931390"/>
                </a:lnTo>
                <a:lnTo>
                  <a:pt x="968209" y="1931390"/>
                </a:lnTo>
                <a:lnTo>
                  <a:pt x="968209" y="25895"/>
                </a:lnTo>
                <a:lnTo>
                  <a:pt x="956030" y="25895"/>
                </a:lnTo>
                <a:lnTo>
                  <a:pt x="943851" y="13715"/>
                </a:lnTo>
                <a:close/>
              </a:path>
              <a:path w="968375" h="1957704">
                <a:moveTo>
                  <a:pt x="968209" y="1931390"/>
                </a:moveTo>
                <a:lnTo>
                  <a:pt x="956030" y="1931390"/>
                </a:lnTo>
                <a:lnTo>
                  <a:pt x="943851" y="1943582"/>
                </a:lnTo>
                <a:lnTo>
                  <a:pt x="968209" y="1943582"/>
                </a:lnTo>
                <a:lnTo>
                  <a:pt x="968209" y="1931390"/>
                </a:lnTo>
                <a:close/>
              </a:path>
              <a:path w="968375" h="1957704">
                <a:moveTo>
                  <a:pt x="25882" y="13715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15"/>
                </a:lnTo>
                <a:close/>
              </a:path>
              <a:path w="968375" h="1957704">
                <a:moveTo>
                  <a:pt x="943851" y="13715"/>
                </a:moveTo>
                <a:lnTo>
                  <a:pt x="25882" y="13715"/>
                </a:lnTo>
                <a:lnTo>
                  <a:pt x="25882" y="25895"/>
                </a:lnTo>
                <a:lnTo>
                  <a:pt x="943851" y="25895"/>
                </a:lnTo>
                <a:lnTo>
                  <a:pt x="943851" y="13715"/>
                </a:lnTo>
                <a:close/>
              </a:path>
              <a:path w="968375" h="1957704">
                <a:moveTo>
                  <a:pt x="968209" y="13715"/>
                </a:moveTo>
                <a:lnTo>
                  <a:pt x="943851" y="13715"/>
                </a:lnTo>
                <a:lnTo>
                  <a:pt x="956030" y="25895"/>
                </a:lnTo>
                <a:lnTo>
                  <a:pt x="968209" y="25895"/>
                </a:lnTo>
                <a:lnTo>
                  <a:pt x="968209" y="1371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4443691" y="3503320"/>
            <a:ext cx="942340" cy="193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Times New Roman"/>
              <a:cs typeface="Times New Roman"/>
            </a:endParaRPr>
          </a:p>
          <a:p>
            <a:pPr marL="228600">
              <a:lnSpc>
                <a:spcPts val="2160"/>
              </a:lnSpc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FND</a:t>
            </a:r>
            <a:endParaRPr sz="18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5510847" y="4101934"/>
            <a:ext cx="682625" cy="155575"/>
          </a:xfrm>
          <a:custGeom>
            <a:avLst/>
            <a:gdLst/>
            <a:ahLst/>
            <a:cxnLst/>
            <a:rect l="l" t="t" r="r" b="b"/>
            <a:pathLst>
              <a:path w="682625" h="155575">
                <a:moveTo>
                  <a:pt x="682002" y="0"/>
                </a:moveTo>
                <a:lnTo>
                  <a:pt x="0" y="0"/>
                </a:lnTo>
                <a:lnTo>
                  <a:pt x="0" y="155359"/>
                </a:lnTo>
                <a:lnTo>
                  <a:pt x="682002" y="155359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498668" y="4088219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76682"/>
                </a:lnTo>
                <a:lnTo>
                  <a:pt x="6096" y="181254"/>
                </a:lnTo>
                <a:lnTo>
                  <a:pt x="701801" y="181254"/>
                </a:lnTo>
                <a:lnTo>
                  <a:pt x="707885" y="176682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6883"/>
                </a:lnTo>
                <a:lnTo>
                  <a:pt x="25882" y="156883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707885" y="13703"/>
                </a:lnTo>
                <a:lnTo>
                  <a:pt x="707885" y="6096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6883"/>
                </a:moveTo>
                <a:lnTo>
                  <a:pt x="12179" y="156883"/>
                </a:lnTo>
                <a:lnTo>
                  <a:pt x="25882" y="169075"/>
                </a:lnTo>
                <a:lnTo>
                  <a:pt x="25882" y="156883"/>
                </a:lnTo>
                <a:close/>
              </a:path>
              <a:path w="708025" h="181610">
                <a:moveTo>
                  <a:pt x="682015" y="156883"/>
                </a:moveTo>
                <a:lnTo>
                  <a:pt x="25882" y="156883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6883"/>
                </a:lnTo>
                <a:close/>
              </a:path>
              <a:path w="708025" h="181610">
                <a:moveTo>
                  <a:pt x="682015" y="13703"/>
                </a:moveTo>
                <a:lnTo>
                  <a:pt x="682015" y="169075"/>
                </a:lnTo>
                <a:lnTo>
                  <a:pt x="694194" y="156883"/>
                </a:lnTo>
                <a:lnTo>
                  <a:pt x="707885" y="156883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3703"/>
                </a:lnTo>
                <a:close/>
              </a:path>
              <a:path w="708025" h="181610">
                <a:moveTo>
                  <a:pt x="707885" y="156883"/>
                </a:moveTo>
                <a:lnTo>
                  <a:pt x="694194" y="156883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6883"/>
                </a:lnTo>
                <a:close/>
              </a:path>
              <a:path w="708025" h="181610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08025" h="181610">
                <a:moveTo>
                  <a:pt x="682015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3703"/>
                </a:lnTo>
                <a:close/>
              </a:path>
              <a:path w="708025" h="181610">
                <a:moveTo>
                  <a:pt x="707885" y="13703"/>
                </a:moveTo>
                <a:lnTo>
                  <a:pt x="682015" y="13703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5611304" y="4077474"/>
            <a:ext cx="480059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hour</a:t>
            </a:r>
            <a:r>
              <a:rPr sz="11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5510847" y="4348683"/>
            <a:ext cx="682625" cy="157480"/>
          </a:xfrm>
          <a:custGeom>
            <a:avLst/>
            <a:gdLst/>
            <a:ahLst/>
            <a:cxnLst/>
            <a:rect l="l" t="t" r="r" b="b"/>
            <a:pathLst>
              <a:path w="682625" h="157479">
                <a:moveTo>
                  <a:pt x="682002" y="0"/>
                </a:moveTo>
                <a:lnTo>
                  <a:pt x="0" y="0"/>
                </a:lnTo>
                <a:lnTo>
                  <a:pt x="0" y="156883"/>
                </a:lnTo>
                <a:lnTo>
                  <a:pt x="682002" y="156883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498668" y="4336491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9075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5646318" y="4324997"/>
            <a:ext cx="4095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hour</a:t>
            </a:r>
            <a:r>
              <a:rPr sz="11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5510847" y="4569548"/>
            <a:ext cx="682625" cy="157480"/>
          </a:xfrm>
          <a:custGeom>
            <a:avLst/>
            <a:gdLst/>
            <a:ahLst/>
            <a:cxnLst/>
            <a:rect l="l" t="t" r="r" b="b"/>
            <a:pathLst>
              <a:path w="682625" h="157479">
                <a:moveTo>
                  <a:pt x="682002" y="0"/>
                </a:moveTo>
                <a:lnTo>
                  <a:pt x="0" y="0"/>
                </a:lnTo>
                <a:lnTo>
                  <a:pt x="0" y="156883"/>
                </a:lnTo>
                <a:lnTo>
                  <a:pt x="682002" y="156883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498668" y="4557356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6096"/>
                </a:lnTo>
                <a:lnTo>
                  <a:pt x="0" y="175171"/>
                </a:lnTo>
                <a:lnTo>
                  <a:pt x="6096" y="181254"/>
                </a:lnTo>
                <a:lnTo>
                  <a:pt x="701801" y="181254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59"/>
                </a:lnTo>
                <a:lnTo>
                  <a:pt x="25882" y="155359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2179"/>
                </a:lnTo>
                <a:lnTo>
                  <a:pt x="707885" y="12179"/>
                </a:lnTo>
                <a:lnTo>
                  <a:pt x="707885" y="6096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59"/>
                </a:moveTo>
                <a:lnTo>
                  <a:pt x="12179" y="155359"/>
                </a:lnTo>
                <a:lnTo>
                  <a:pt x="25882" y="169075"/>
                </a:lnTo>
                <a:lnTo>
                  <a:pt x="25882" y="155359"/>
                </a:lnTo>
                <a:close/>
              </a:path>
              <a:path w="708025" h="181610">
                <a:moveTo>
                  <a:pt x="682015" y="155359"/>
                </a:moveTo>
                <a:lnTo>
                  <a:pt x="25882" y="155359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59"/>
                </a:lnTo>
                <a:close/>
              </a:path>
              <a:path w="708025" h="181610">
                <a:moveTo>
                  <a:pt x="682015" y="12179"/>
                </a:moveTo>
                <a:lnTo>
                  <a:pt x="682015" y="169075"/>
                </a:lnTo>
                <a:lnTo>
                  <a:pt x="694194" y="155359"/>
                </a:lnTo>
                <a:lnTo>
                  <a:pt x="707885" y="155359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2179"/>
                </a:lnTo>
                <a:close/>
              </a:path>
              <a:path w="708025" h="181610">
                <a:moveTo>
                  <a:pt x="707885" y="155359"/>
                </a:moveTo>
                <a:lnTo>
                  <a:pt x="694194" y="155359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59"/>
                </a:lnTo>
                <a:close/>
              </a:path>
              <a:path w="708025" h="181610">
                <a:moveTo>
                  <a:pt x="25882" y="12179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708025" h="181610">
                <a:moveTo>
                  <a:pt x="682015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2179"/>
                </a:lnTo>
                <a:close/>
              </a:path>
              <a:path w="708025" h="181610">
                <a:moveTo>
                  <a:pt x="707885" y="12179"/>
                </a:moveTo>
                <a:lnTo>
                  <a:pt x="682015" y="12179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5638736" y="4546142"/>
            <a:ext cx="4248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min</a:t>
            </a:r>
            <a:r>
              <a:rPr sz="11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5510847" y="4773650"/>
            <a:ext cx="682625" cy="155575"/>
          </a:xfrm>
          <a:custGeom>
            <a:avLst/>
            <a:gdLst/>
            <a:ahLst/>
            <a:cxnLst/>
            <a:rect l="l" t="t" r="r" b="b"/>
            <a:pathLst>
              <a:path w="682625" h="155575">
                <a:moveTo>
                  <a:pt x="682002" y="0"/>
                </a:moveTo>
                <a:lnTo>
                  <a:pt x="0" y="0"/>
                </a:lnTo>
                <a:lnTo>
                  <a:pt x="0" y="155359"/>
                </a:lnTo>
                <a:lnTo>
                  <a:pt x="682002" y="155359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498668" y="4761458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7551"/>
                </a:lnTo>
                <a:lnTo>
                  <a:pt x="25882" y="167551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7551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7551"/>
                </a:lnTo>
                <a:lnTo>
                  <a:pt x="682015" y="167551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7551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7551"/>
                </a:lnTo>
                <a:lnTo>
                  <a:pt x="707885" y="167551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5673750" y="4749762"/>
            <a:ext cx="3549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min</a:t>
            </a:r>
            <a:r>
              <a:rPr sz="11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5510847" y="4989944"/>
            <a:ext cx="682625" cy="157480"/>
          </a:xfrm>
          <a:custGeom>
            <a:avLst/>
            <a:gdLst/>
            <a:ahLst/>
            <a:cxnLst/>
            <a:rect l="l" t="t" r="r" b="b"/>
            <a:pathLst>
              <a:path w="682625" h="157479">
                <a:moveTo>
                  <a:pt x="682002" y="0"/>
                </a:moveTo>
                <a:lnTo>
                  <a:pt x="0" y="0"/>
                </a:lnTo>
                <a:lnTo>
                  <a:pt x="0" y="156883"/>
                </a:lnTo>
                <a:lnTo>
                  <a:pt x="682002" y="156883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498668" y="4977752"/>
            <a:ext cx="708025" cy="181610"/>
          </a:xfrm>
          <a:custGeom>
            <a:avLst/>
            <a:gdLst/>
            <a:ahLst/>
            <a:cxnLst/>
            <a:rect l="l" t="t" r="r" b="b"/>
            <a:pathLst>
              <a:path w="708025" h="181610">
                <a:moveTo>
                  <a:pt x="701801" y="0"/>
                </a:moveTo>
                <a:lnTo>
                  <a:pt x="6096" y="0"/>
                </a:lnTo>
                <a:lnTo>
                  <a:pt x="0" y="4571"/>
                </a:lnTo>
                <a:lnTo>
                  <a:pt x="0" y="175171"/>
                </a:lnTo>
                <a:lnTo>
                  <a:pt x="6096" y="181267"/>
                </a:lnTo>
                <a:lnTo>
                  <a:pt x="701801" y="181267"/>
                </a:lnTo>
                <a:lnTo>
                  <a:pt x="707885" y="175171"/>
                </a:lnTo>
                <a:lnTo>
                  <a:pt x="707885" y="169075"/>
                </a:lnTo>
                <a:lnTo>
                  <a:pt x="25882" y="169075"/>
                </a:lnTo>
                <a:lnTo>
                  <a:pt x="12179" y="155371"/>
                </a:lnTo>
                <a:lnTo>
                  <a:pt x="25882" y="155371"/>
                </a:lnTo>
                <a:lnTo>
                  <a:pt x="25882" y="24371"/>
                </a:lnTo>
                <a:lnTo>
                  <a:pt x="12179" y="24371"/>
                </a:lnTo>
                <a:lnTo>
                  <a:pt x="25882" y="12191"/>
                </a:lnTo>
                <a:lnTo>
                  <a:pt x="707885" y="12191"/>
                </a:lnTo>
                <a:lnTo>
                  <a:pt x="707885" y="4571"/>
                </a:lnTo>
                <a:lnTo>
                  <a:pt x="701801" y="0"/>
                </a:lnTo>
                <a:close/>
              </a:path>
              <a:path w="708025" h="181610">
                <a:moveTo>
                  <a:pt x="25882" y="155371"/>
                </a:moveTo>
                <a:lnTo>
                  <a:pt x="12179" y="155371"/>
                </a:lnTo>
                <a:lnTo>
                  <a:pt x="25882" y="169075"/>
                </a:lnTo>
                <a:lnTo>
                  <a:pt x="25882" y="155371"/>
                </a:lnTo>
                <a:close/>
              </a:path>
              <a:path w="708025" h="181610">
                <a:moveTo>
                  <a:pt x="682015" y="155371"/>
                </a:moveTo>
                <a:lnTo>
                  <a:pt x="25882" y="155371"/>
                </a:lnTo>
                <a:lnTo>
                  <a:pt x="25882" y="169075"/>
                </a:lnTo>
                <a:lnTo>
                  <a:pt x="682015" y="169075"/>
                </a:lnTo>
                <a:lnTo>
                  <a:pt x="682015" y="15537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682015" y="169075"/>
                </a:lnTo>
                <a:lnTo>
                  <a:pt x="694194" y="155371"/>
                </a:lnTo>
                <a:lnTo>
                  <a:pt x="707885" y="155371"/>
                </a:lnTo>
                <a:lnTo>
                  <a:pt x="707885" y="24371"/>
                </a:lnTo>
                <a:lnTo>
                  <a:pt x="694194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55371"/>
                </a:moveTo>
                <a:lnTo>
                  <a:pt x="694194" y="155371"/>
                </a:lnTo>
                <a:lnTo>
                  <a:pt x="682015" y="169075"/>
                </a:lnTo>
                <a:lnTo>
                  <a:pt x="707885" y="169075"/>
                </a:lnTo>
                <a:lnTo>
                  <a:pt x="707885" y="155371"/>
                </a:lnTo>
                <a:close/>
              </a:path>
              <a:path w="708025" h="181610">
                <a:moveTo>
                  <a:pt x="25882" y="12191"/>
                </a:moveTo>
                <a:lnTo>
                  <a:pt x="12179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708025" h="181610">
                <a:moveTo>
                  <a:pt x="682015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682015" y="24371"/>
                </a:lnTo>
                <a:lnTo>
                  <a:pt x="682015" y="12191"/>
                </a:lnTo>
                <a:close/>
              </a:path>
              <a:path w="708025" h="181610">
                <a:moveTo>
                  <a:pt x="707885" y="12191"/>
                </a:moveTo>
                <a:lnTo>
                  <a:pt x="682015" y="12191"/>
                </a:lnTo>
                <a:lnTo>
                  <a:pt x="694194" y="24371"/>
                </a:lnTo>
                <a:lnTo>
                  <a:pt x="707885" y="24371"/>
                </a:lnTo>
                <a:lnTo>
                  <a:pt x="707885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5661545" y="4966347"/>
            <a:ext cx="3790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sec</a:t>
            </a:r>
            <a:r>
              <a:rPr sz="1100" b="1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510847" y="5194046"/>
            <a:ext cx="682625" cy="155575"/>
          </a:xfrm>
          <a:custGeom>
            <a:avLst/>
            <a:gdLst/>
            <a:ahLst/>
            <a:cxnLst/>
            <a:rect l="l" t="t" r="r" b="b"/>
            <a:pathLst>
              <a:path w="682625" h="155575">
                <a:moveTo>
                  <a:pt x="682002" y="0"/>
                </a:moveTo>
                <a:lnTo>
                  <a:pt x="0" y="0"/>
                </a:lnTo>
                <a:lnTo>
                  <a:pt x="0" y="155359"/>
                </a:lnTo>
                <a:lnTo>
                  <a:pt x="682002" y="155359"/>
                </a:lnTo>
                <a:lnTo>
                  <a:pt x="682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498668" y="5180342"/>
            <a:ext cx="708025" cy="182880"/>
          </a:xfrm>
          <a:custGeom>
            <a:avLst/>
            <a:gdLst/>
            <a:ahLst/>
            <a:cxnLst/>
            <a:rect l="l" t="t" r="r" b="b"/>
            <a:pathLst>
              <a:path w="708025" h="182879">
                <a:moveTo>
                  <a:pt x="701801" y="0"/>
                </a:moveTo>
                <a:lnTo>
                  <a:pt x="6096" y="0"/>
                </a:lnTo>
                <a:lnTo>
                  <a:pt x="0" y="6083"/>
                </a:lnTo>
                <a:lnTo>
                  <a:pt x="0" y="176682"/>
                </a:lnTo>
                <a:lnTo>
                  <a:pt x="6096" y="182778"/>
                </a:lnTo>
                <a:lnTo>
                  <a:pt x="701801" y="182778"/>
                </a:lnTo>
                <a:lnTo>
                  <a:pt x="707885" y="176682"/>
                </a:lnTo>
                <a:lnTo>
                  <a:pt x="707885" y="169062"/>
                </a:lnTo>
                <a:lnTo>
                  <a:pt x="25882" y="169062"/>
                </a:lnTo>
                <a:lnTo>
                  <a:pt x="12179" y="156883"/>
                </a:lnTo>
                <a:lnTo>
                  <a:pt x="25882" y="156883"/>
                </a:lnTo>
                <a:lnTo>
                  <a:pt x="25882" y="25895"/>
                </a:lnTo>
                <a:lnTo>
                  <a:pt x="12179" y="25895"/>
                </a:lnTo>
                <a:lnTo>
                  <a:pt x="25882" y="13703"/>
                </a:lnTo>
                <a:lnTo>
                  <a:pt x="707885" y="13703"/>
                </a:lnTo>
                <a:lnTo>
                  <a:pt x="707885" y="6083"/>
                </a:lnTo>
                <a:lnTo>
                  <a:pt x="701801" y="0"/>
                </a:lnTo>
                <a:close/>
              </a:path>
              <a:path w="708025" h="182879">
                <a:moveTo>
                  <a:pt x="25882" y="156883"/>
                </a:moveTo>
                <a:lnTo>
                  <a:pt x="12179" y="156883"/>
                </a:lnTo>
                <a:lnTo>
                  <a:pt x="25882" y="169062"/>
                </a:lnTo>
                <a:lnTo>
                  <a:pt x="25882" y="156883"/>
                </a:lnTo>
                <a:close/>
              </a:path>
              <a:path w="708025" h="182879">
                <a:moveTo>
                  <a:pt x="682015" y="156883"/>
                </a:moveTo>
                <a:lnTo>
                  <a:pt x="25882" y="156883"/>
                </a:lnTo>
                <a:lnTo>
                  <a:pt x="25882" y="169062"/>
                </a:lnTo>
                <a:lnTo>
                  <a:pt x="682015" y="169062"/>
                </a:lnTo>
                <a:lnTo>
                  <a:pt x="682015" y="156883"/>
                </a:lnTo>
                <a:close/>
              </a:path>
              <a:path w="708025" h="182879">
                <a:moveTo>
                  <a:pt x="682015" y="13703"/>
                </a:moveTo>
                <a:lnTo>
                  <a:pt x="682015" y="169062"/>
                </a:lnTo>
                <a:lnTo>
                  <a:pt x="694194" y="156883"/>
                </a:lnTo>
                <a:lnTo>
                  <a:pt x="707885" y="156883"/>
                </a:lnTo>
                <a:lnTo>
                  <a:pt x="707885" y="25895"/>
                </a:lnTo>
                <a:lnTo>
                  <a:pt x="694194" y="25895"/>
                </a:lnTo>
                <a:lnTo>
                  <a:pt x="682015" y="13703"/>
                </a:lnTo>
                <a:close/>
              </a:path>
              <a:path w="708025" h="182879">
                <a:moveTo>
                  <a:pt x="707885" y="156883"/>
                </a:moveTo>
                <a:lnTo>
                  <a:pt x="694194" y="156883"/>
                </a:lnTo>
                <a:lnTo>
                  <a:pt x="682015" y="169062"/>
                </a:lnTo>
                <a:lnTo>
                  <a:pt x="707885" y="169062"/>
                </a:lnTo>
                <a:lnTo>
                  <a:pt x="707885" y="156883"/>
                </a:lnTo>
                <a:close/>
              </a:path>
              <a:path w="708025" h="182879">
                <a:moveTo>
                  <a:pt x="25882" y="13703"/>
                </a:moveTo>
                <a:lnTo>
                  <a:pt x="12179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08025" h="182879">
                <a:moveTo>
                  <a:pt x="682015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682015" y="25895"/>
                </a:lnTo>
                <a:lnTo>
                  <a:pt x="682015" y="13703"/>
                </a:lnTo>
                <a:close/>
              </a:path>
              <a:path w="708025" h="182879">
                <a:moveTo>
                  <a:pt x="707885" y="13703"/>
                </a:moveTo>
                <a:lnTo>
                  <a:pt x="682015" y="13703"/>
                </a:lnTo>
                <a:lnTo>
                  <a:pt x="694194" y="25895"/>
                </a:lnTo>
                <a:lnTo>
                  <a:pt x="707885" y="25895"/>
                </a:lnTo>
                <a:lnTo>
                  <a:pt x="707885" y="1370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5696559" y="5169979"/>
            <a:ext cx="3092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sec</a:t>
            </a:r>
            <a:r>
              <a:rPr sz="11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b="1" i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5433212" y="4542129"/>
            <a:ext cx="848360" cy="861060"/>
          </a:xfrm>
          <a:custGeom>
            <a:avLst/>
            <a:gdLst/>
            <a:ahLst/>
            <a:cxnLst/>
            <a:rect l="l" t="t" r="r" b="b"/>
            <a:pathLst>
              <a:path w="848360" h="861060">
                <a:moveTo>
                  <a:pt x="844892" y="0"/>
                </a:moveTo>
                <a:lnTo>
                  <a:pt x="3048" y="0"/>
                </a:lnTo>
                <a:lnTo>
                  <a:pt x="0" y="1523"/>
                </a:lnTo>
                <a:lnTo>
                  <a:pt x="0" y="857542"/>
                </a:lnTo>
                <a:lnTo>
                  <a:pt x="3048" y="860590"/>
                </a:lnTo>
                <a:lnTo>
                  <a:pt x="844892" y="860590"/>
                </a:lnTo>
                <a:lnTo>
                  <a:pt x="847940" y="857542"/>
                </a:lnTo>
                <a:lnTo>
                  <a:pt x="847940" y="854494"/>
                </a:lnTo>
                <a:lnTo>
                  <a:pt x="13703" y="854494"/>
                </a:lnTo>
                <a:lnTo>
                  <a:pt x="6083" y="848410"/>
                </a:lnTo>
                <a:lnTo>
                  <a:pt x="13703" y="848410"/>
                </a:lnTo>
                <a:lnTo>
                  <a:pt x="13703" y="12179"/>
                </a:lnTo>
                <a:lnTo>
                  <a:pt x="6083" y="12179"/>
                </a:lnTo>
                <a:lnTo>
                  <a:pt x="13703" y="6083"/>
                </a:lnTo>
                <a:lnTo>
                  <a:pt x="847940" y="6083"/>
                </a:lnTo>
                <a:lnTo>
                  <a:pt x="847940" y="1523"/>
                </a:lnTo>
                <a:lnTo>
                  <a:pt x="844892" y="0"/>
                </a:lnTo>
                <a:close/>
              </a:path>
              <a:path w="848360" h="861060">
                <a:moveTo>
                  <a:pt x="13703" y="848410"/>
                </a:moveTo>
                <a:lnTo>
                  <a:pt x="6083" y="848410"/>
                </a:lnTo>
                <a:lnTo>
                  <a:pt x="13703" y="854494"/>
                </a:lnTo>
                <a:lnTo>
                  <a:pt x="13703" y="848410"/>
                </a:lnTo>
                <a:close/>
              </a:path>
              <a:path w="848360" h="861060">
                <a:moveTo>
                  <a:pt x="835761" y="848410"/>
                </a:moveTo>
                <a:lnTo>
                  <a:pt x="13703" y="848410"/>
                </a:lnTo>
                <a:lnTo>
                  <a:pt x="13703" y="854494"/>
                </a:lnTo>
                <a:lnTo>
                  <a:pt x="835761" y="854494"/>
                </a:lnTo>
                <a:lnTo>
                  <a:pt x="835761" y="848410"/>
                </a:lnTo>
                <a:close/>
              </a:path>
              <a:path w="848360" h="861060">
                <a:moveTo>
                  <a:pt x="835761" y="6083"/>
                </a:moveTo>
                <a:lnTo>
                  <a:pt x="835761" y="854494"/>
                </a:lnTo>
                <a:lnTo>
                  <a:pt x="841844" y="848410"/>
                </a:lnTo>
                <a:lnTo>
                  <a:pt x="847940" y="848410"/>
                </a:lnTo>
                <a:lnTo>
                  <a:pt x="847940" y="12179"/>
                </a:lnTo>
                <a:lnTo>
                  <a:pt x="841844" y="12179"/>
                </a:lnTo>
                <a:lnTo>
                  <a:pt x="835761" y="6083"/>
                </a:lnTo>
                <a:close/>
              </a:path>
              <a:path w="848360" h="861060">
                <a:moveTo>
                  <a:pt x="847940" y="848410"/>
                </a:moveTo>
                <a:lnTo>
                  <a:pt x="841844" y="848410"/>
                </a:lnTo>
                <a:lnTo>
                  <a:pt x="835761" y="854494"/>
                </a:lnTo>
                <a:lnTo>
                  <a:pt x="847940" y="854494"/>
                </a:lnTo>
                <a:lnTo>
                  <a:pt x="847940" y="848410"/>
                </a:lnTo>
                <a:close/>
              </a:path>
              <a:path w="848360" h="861060">
                <a:moveTo>
                  <a:pt x="13703" y="6083"/>
                </a:moveTo>
                <a:lnTo>
                  <a:pt x="6083" y="12179"/>
                </a:lnTo>
                <a:lnTo>
                  <a:pt x="13703" y="12179"/>
                </a:lnTo>
                <a:lnTo>
                  <a:pt x="13703" y="6083"/>
                </a:lnTo>
                <a:close/>
              </a:path>
              <a:path w="848360" h="861060">
                <a:moveTo>
                  <a:pt x="835761" y="6083"/>
                </a:moveTo>
                <a:lnTo>
                  <a:pt x="13703" y="6083"/>
                </a:lnTo>
                <a:lnTo>
                  <a:pt x="13703" y="12179"/>
                </a:lnTo>
                <a:lnTo>
                  <a:pt x="835761" y="12179"/>
                </a:lnTo>
                <a:lnTo>
                  <a:pt x="835761" y="6083"/>
                </a:lnTo>
                <a:close/>
              </a:path>
              <a:path w="848360" h="861060">
                <a:moveTo>
                  <a:pt x="847940" y="6083"/>
                </a:moveTo>
                <a:lnTo>
                  <a:pt x="835761" y="6083"/>
                </a:lnTo>
                <a:lnTo>
                  <a:pt x="841844" y="12179"/>
                </a:lnTo>
                <a:lnTo>
                  <a:pt x="847940" y="12179"/>
                </a:lnTo>
                <a:lnTo>
                  <a:pt x="847940" y="6083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469750" y="4045572"/>
            <a:ext cx="772160" cy="911225"/>
          </a:xfrm>
          <a:custGeom>
            <a:avLst/>
            <a:gdLst/>
            <a:ahLst/>
            <a:cxnLst/>
            <a:rect l="l" t="t" r="r" b="b"/>
            <a:pathLst>
              <a:path w="772160" h="911225">
                <a:moveTo>
                  <a:pt x="768781" y="0"/>
                </a:moveTo>
                <a:lnTo>
                  <a:pt x="3047" y="0"/>
                </a:lnTo>
                <a:lnTo>
                  <a:pt x="0" y="3048"/>
                </a:lnTo>
                <a:lnTo>
                  <a:pt x="0" y="907808"/>
                </a:lnTo>
                <a:lnTo>
                  <a:pt x="3047" y="910856"/>
                </a:lnTo>
                <a:lnTo>
                  <a:pt x="768781" y="910856"/>
                </a:lnTo>
                <a:lnTo>
                  <a:pt x="771817" y="907808"/>
                </a:lnTo>
                <a:lnTo>
                  <a:pt x="771817" y="904760"/>
                </a:lnTo>
                <a:lnTo>
                  <a:pt x="13703" y="904760"/>
                </a:lnTo>
                <a:lnTo>
                  <a:pt x="6083" y="898677"/>
                </a:lnTo>
                <a:lnTo>
                  <a:pt x="13703" y="898677"/>
                </a:lnTo>
                <a:lnTo>
                  <a:pt x="13703" y="12179"/>
                </a:lnTo>
                <a:lnTo>
                  <a:pt x="6083" y="12179"/>
                </a:lnTo>
                <a:lnTo>
                  <a:pt x="13703" y="6083"/>
                </a:lnTo>
                <a:lnTo>
                  <a:pt x="771817" y="6083"/>
                </a:lnTo>
                <a:lnTo>
                  <a:pt x="771817" y="3048"/>
                </a:lnTo>
                <a:lnTo>
                  <a:pt x="768781" y="0"/>
                </a:lnTo>
                <a:close/>
              </a:path>
              <a:path w="772160" h="911225">
                <a:moveTo>
                  <a:pt x="13703" y="898677"/>
                </a:moveTo>
                <a:lnTo>
                  <a:pt x="6083" y="898677"/>
                </a:lnTo>
                <a:lnTo>
                  <a:pt x="13703" y="904760"/>
                </a:lnTo>
                <a:lnTo>
                  <a:pt x="13703" y="898677"/>
                </a:lnTo>
                <a:close/>
              </a:path>
              <a:path w="772160" h="911225">
                <a:moveTo>
                  <a:pt x="759637" y="898677"/>
                </a:moveTo>
                <a:lnTo>
                  <a:pt x="13703" y="898677"/>
                </a:lnTo>
                <a:lnTo>
                  <a:pt x="13703" y="904760"/>
                </a:lnTo>
                <a:lnTo>
                  <a:pt x="759637" y="904760"/>
                </a:lnTo>
                <a:lnTo>
                  <a:pt x="759637" y="898677"/>
                </a:lnTo>
                <a:close/>
              </a:path>
              <a:path w="772160" h="911225">
                <a:moveTo>
                  <a:pt x="759637" y="6083"/>
                </a:moveTo>
                <a:lnTo>
                  <a:pt x="759637" y="904760"/>
                </a:lnTo>
                <a:lnTo>
                  <a:pt x="765733" y="898677"/>
                </a:lnTo>
                <a:lnTo>
                  <a:pt x="771817" y="898677"/>
                </a:lnTo>
                <a:lnTo>
                  <a:pt x="771817" y="12179"/>
                </a:lnTo>
                <a:lnTo>
                  <a:pt x="765733" y="12179"/>
                </a:lnTo>
                <a:lnTo>
                  <a:pt x="759637" y="6083"/>
                </a:lnTo>
                <a:close/>
              </a:path>
              <a:path w="772160" h="911225">
                <a:moveTo>
                  <a:pt x="771817" y="898677"/>
                </a:moveTo>
                <a:lnTo>
                  <a:pt x="765733" y="898677"/>
                </a:lnTo>
                <a:lnTo>
                  <a:pt x="759637" y="904760"/>
                </a:lnTo>
                <a:lnTo>
                  <a:pt x="771817" y="904760"/>
                </a:lnTo>
                <a:lnTo>
                  <a:pt x="771817" y="898677"/>
                </a:lnTo>
                <a:close/>
              </a:path>
              <a:path w="772160" h="911225">
                <a:moveTo>
                  <a:pt x="13703" y="6083"/>
                </a:moveTo>
                <a:lnTo>
                  <a:pt x="6083" y="12179"/>
                </a:lnTo>
                <a:lnTo>
                  <a:pt x="13703" y="12179"/>
                </a:lnTo>
                <a:lnTo>
                  <a:pt x="13703" y="6083"/>
                </a:lnTo>
                <a:close/>
              </a:path>
              <a:path w="772160" h="911225">
                <a:moveTo>
                  <a:pt x="759637" y="6083"/>
                </a:moveTo>
                <a:lnTo>
                  <a:pt x="13703" y="6083"/>
                </a:lnTo>
                <a:lnTo>
                  <a:pt x="13703" y="12179"/>
                </a:lnTo>
                <a:lnTo>
                  <a:pt x="759637" y="12179"/>
                </a:lnTo>
                <a:lnTo>
                  <a:pt x="759637" y="6083"/>
                </a:lnTo>
                <a:close/>
              </a:path>
              <a:path w="772160" h="911225">
                <a:moveTo>
                  <a:pt x="771817" y="6083"/>
                </a:moveTo>
                <a:lnTo>
                  <a:pt x="759637" y="6083"/>
                </a:lnTo>
                <a:lnTo>
                  <a:pt x="765733" y="12179"/>
                </a:lnTo>
                <a:lnTo>
                  <a:pt x="771817" y="12179"/>
                </a:lnTo>
                <a:lnTo>
                  <a:pt x="771817" y="6083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171200" y="3818610"/>
            <a:ext cx="1690370" cy="2593975"/>
          </a:xfrm>
          <a:custGeom>
            <a:avLst/>
            <a:gdLst/>
            <a:ahLst/>
            <a:cxnLst/>
            <a:rect l="l" t="t" r="r" b="b"/>
            <a:pathLst>
              <a:path w="1690370" h="2593975">
                <a:moveTo>
                  <a:pt x="156794" y="2517825"/>
                </a:moveTo>
                <a:lnTo>
                  <a:pt x="156794" y="2593975"/>
                </a:lnTo>
                <a:lnTo>
                  <a:pt x="223777" y="2560472"/>
                </a:lnTo>
                <a:lnTo>
                  <a:pt x="170497" y="2560472"/>
                </a:lnTo>
                <a:lnTo>
                  <a:pt x="170497" y="2551328"/>
                </a:lnTo>
                <a:lnTo>
                  <a:pt x="223777" y="2551328"/>
                </a:lnTo>
                <a:lnTo>
                  <a:pt x="156794" y="2517825"/>
                </a:lnTo>
                <a:close/>
              </a:path>
              <a:path w="1690370" h="2593975">
                <a:moveTo>
                  <a:pt x="1686737" y="0"/>
                </a:moveTo>
                <a:lnTo>
                  <a:pt x="1524" y="0"/>
                </a:lnTo>
                <a:lnTo>
                  <a:pt x="0" y="1524"/>
                </a:lnTo>
                <a:lnTo>
                  <a:pt x="0" y="2558948"/>
                </a:lnTo>
                <a:lnTo>
                  <a:pt x="1524" y="2560472"/>
                </a:lnTo>
                <a:lnTo>
                  <a:pt x="156794" y="2560472"/>
                </a:lnTo>
                <a:lnTo>
                  <a:pt x="156794" y="2555900"/>
                </a:lnTo>
                <a:lnTo>
                  <a:pt x="9131" y="2555900"/>
                </a:lnTo>
                <a:lnTo>
                  <a:pt x="4559" y="2551328"/>
                </a:lnTo>
                <a:lnTo>
                  <a:pt x="9131" y="2551328"/>
                </a:lnTo>
                <a:lnTo>
                  <a:pt x="9131" y="9144"/>
                </a:lnTo>
                <a:lnTo>
                  <a:pt x="4559" y="9144"/>
                </a:lnTo>
                <a:lnTo>
                  <a:pt x="9131" y="4572"/>
                </a:lnTo>
                <a:lnTo>
                  <a:pt x="1689785" y="4572"/>
                </a:lnTo>
                <a:lnTo>
                  <a:pt x="1689785" y="1524"/>
                </a:lnTo>
                <a:lnTo>
                  <a:pt x="1686737" y="0"/>
                </a:lnTo>
                <a:close/>
              </a:path>
              <a:path w="1690370" h="2593975">
                <a:moveTo>
                  <a:pt x="223777" y="2551328"/>
                </a:moveTo>
                <a:lnTo>
                  <a:pt x="170497" y="2551328"/>
                </a:lnTo>
                <a:lnTo>
                  <a:pt x="170497" y="2560472"/>
                </a:lnTo>
                <a:lnTo>
                  <a:pt x="223777" y="2560472"/>
                </a:lnTo>
                <a:lnTo>
                  <a:pt x="232918" y="2555900"/>
                </a:lnTo>
                <a:lnTo>
                  <a:pt x="223777" y="2551328"/>
                </a:lnTo>
                <a:close/>
              </a:path>
              <a:path w="1690370" h="2593975">
                <a:moveTo>
                  <a:pt x="9131" y="2551328"/>
                </a:moveTo>
                <a:lnTo>
                  <a:pt x="4559" y="2551328"/>
                </a:lnTo>
                <a:lnTo>
                  <a:pt x="9131" y="2555900"/>
                </a:lnTo>
                <a:lnTo>
                  <a:pt x="9131" y="2551328"/>
                </a:lnTo>
                <a:close/>
              </a:path>
              <a:path w="1690370" h="2593975">
                <a:moveTo>
                  <a:pt x="156794" y="2551328"/>
                </a:moveTo>
                <a:lnTo>
                  <a:pt x="9131" y="2551328"/>
                </a:lnTo>
                <a:lnTo>
                  <a:pt x="9131" y="2555900"/>
                </a:lnTo>
                <a:lnTo>
                  <a:pt x="156794" y="2555900"/>
                </a:lnTo>
                <a:lnTo>
                  <a:pt x="156794" y="2551328"/>
                </a:lnTo>
                <a:close/>
              </a:path>
              <a:path w="1690370" h="2593975">
                <a:moveTo>
                  <a:pt x="1680654" y="4572"/>
                </a:moveTo>
                <a:lnTo>
                  <a:pt x="1680654" y="233045"/>
                </a:lnTo>
                <a:lnTo>
                  <a:pt x="1689785" y="233045"/>
                </a:lnTo>
                <a:lnTo>
                  <a:pt x="1689785" y="9144"/>
                </a:lnTo>
                <a:lnTo>
                  <a:pt x="1685226" y="9144"/>
                </a:lnTo>
                <a:lnTo>
                  <a:pt x="1680654" y="4572"/>
                </a:lnTo>
                <a:close/>
              </a:path>
              <a:path w="1690370" h="2593975">
                <a:moveTo>
                  <a:pt x="9131" y="4572"/>
                </a:moveTo>
                <a:lnTo>
                  <a:pt x="4559" y="9144"/>
                </a:lnTo>
                <a:lnTo>
                  <a:pt x="9131" y="9144"/>
                </a:lnTo>
                <a:lnTo>
                  <a:pt x="9131" y="4572"/>
                </a:lnTo>
                <a:close/>
              </a:path>
              <a:path w="1690370" h="2593975">
                <a:moveTo>
                  <a:pt x="1680654" y="4572"/>
                </a:moveTo>
                <a:lnTo>
                  <a:pt x="9131" y="4572"/>
                </a:lnTo>
                <a:lnTo>
                  <a:pt x="9131" y="9144"/>
                </a:lnTo>
                <a:lnTo>
                  <a:pt x="1680654" y="9144"/>
                </a:lnTo>
                <a:lnTo>
                  <a:pt x="1680654" y="4572"/>
                </a:lnTo>
                <a:close/>
              </a:path>
              <a:path w="1690370" h="2593975">
                <a:moveTo>
                  <a:pt x="1689785" y="4572"/>
                </a:moveTo>
                <a:lnTo>
                  <a:pt x="1680654" y="4572"/>
                </a:lnTo>
                <a:lnTo>
                  <a:pt x="1685226" y="9144"/>
                </a:lnTo>
                <a:lnTo>
                  <a:pt x="1689785" y="9144"/>
                </a:lnTo>
                <a:lnTo>
                  <a:pt x="1689785" y="4572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536730" y="5396623"/>
            <a:ext cx="326390" cy="1016000"/>
          </a:xfrm>
          <a:custGeom>
            <a:avLst/>
            <a:gdLst/>
            <a:ahLst/>
            <a:cxnLst/>
            <a:rect l="l" t="t" r="r" b="b"/>
            <a:pathLst>
              <a:path w="326389" h="1016000">
                <a:moveTo>
                  <a:pt x="76123" y="939812"/>
                </a:moveTo>
                <a:lnTo>
                  <a:pt x="0" y="977887"/>
                </a:lnTo>
                <a:lnTo>
                  <a:pt x="76123" y="1015961"/>
                </a:lnTo>
                <a:lnTo>
                  <a:pt x="76123" y="982459"/>
                </a:lnTo>
                <a:lnTo>
                  <a:pt x="63944" y="982459"/>
                </a:lnTo>
                <a:lnTo>
                  <a:pt x="63944" y="973315"/>
                </a:lnTo>
                <a:lnTo>
                  <a:pt x="76123" y="973315"/>
                </a:lnTo>
                <a:lnTo>
                  <a:pt x="76123" y="939812"/>
                </a:lnTo>
                <a:close/>
              </a:path>
              <a:path w="326389" h="1016000">
                <a:moveTo>
                  <a:pt x="76123" y="973315"/>
                </a:moveTo>
                <a:lnTo>
                  <a:pt x="63944" y="973315"/>
                </a:lnTo>
                <a:lnTo>
                  <a:pt x="63944" y="982459"/>
                </a:lnTo>
                <a:lnTo>
                  <a:pt x="76123" y="982459"/>
                </a:lnTo>
                <a:lnTo>
                  <a:pt x="76123" y="973315"/>
                </a:lnTo>
                <a:close/>
              </a:path>
              <a:path w="326389" h="1016000">
                <a:moveTo>
                  <a:pt x="315125" y="973315"/>
                </a:moveTo>
                <a:lnTo>
                  <a:pt x="76123" y="973315"/>
                </a:lnTo>
                <a:lnTo>
                  <a:pt x="76123" y="982459"/>
                </a:lnTo>
                <a:lnTo>
                  <a:pt x="322732" y="982459"/>
                </a:lnTo>
                <a:lnTo>
                  <a:pt x="325780" y="980935"/>
                </a:lnTo>
                <a:lnTo>
                  <a:pt x="325780" y="977887"/>
                </a:lnTo>
                <a:lnTo>
                  <a:pt x="315125" y="977887"/>
                </a:lnTo>
                <a:lnTo>
                  <a:pt x="315125" y="973315"/>
                </a:lnTo>
                <a:close/>
              </a:path>
              <a:path w="326389" h="1016000">
                <a:moveTo>
                  <a:pt x="325780" y="0"/>
                </a:moveTo>
                <a:lnTo>
                  <a:pt x="315125" y="0"/>
                </a:lnTo>
                <a:lnTo>
                  <a:pt x="315125" y="977887"/>
                </a:lnTo>
                <a:lnTo>
                  <a:pt x="321208" y="973315"/>
                </a:lnTo>
                <a:lnTo>
                  <a:pt x="325780" y="973315"/>
                </a:lnTo>
                <a:lnTo>
                  <a:pt x="325780" y="0"/>
                </a:lnTo>
                <a:close/>
              </a:path>
              <a:path w="326389" h="1016000">
                <a:moveTo>
                  <a:pt x="325780" y="973315"/>
                </a:moveTo>
                <a:lnTo>
                  <a:pt x="321208" y="973315"/>
                </a:lnTo>
                <a:lnTo>
                  <a:pt x="315125" y="977887"/>
                </a:lnTo>
                <a:lnTo>
                  <a:pt x="325780" y="977887"/>
                </a:lnTo>
                <a:lnTo>
                  <a:pt x="325780" y="973315"/>
                </a:lnTo>
                <a:close/>
              </a:path>
            </a:pathLst>
          </a:custGeom>
          <a:solidFill>
            <a:srgbClr val="33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681520" y="5465178"/>
            <a:ext cx="422275" cy="502920"/>
          </a:xfrm>
          <a:custGeom>
            <a:avLst/>
            <a:gdLst/>
            <a:ahLst/>
            <a:cxnLst/>
            <a:rect l="l" t="t" r="r" b="b"/>
            <a:pathLst>
              <a:path w="422275" h="502920">
                <a:moveTo>
                  <a:pt x="345579" y="426478"/>
                </a:moveTo>
                <a:lnTo>
                  <a:pt x="345579" y="502640"/>
                </a:lnTo>
                <a:lnTo>
                  <a:pt x="412551" y="469138"/>
                </a:lnTo>
                <a:lnTo>
                  <a:pt x="359270" y="469138"/>
                </a:lnTo>
                <a:lnTo>
                  <a:pt x="359270" y="459994"/>
                </a:lnTo>
                <a:lnTo>
                  <a:pt x="412554" y="459994"/>
                </a:lnTo>
                <a:lnTo>
                  <a:pt x="345579" y="426478"/>
                </a:lnTo>
                <a:close/>
              </a:path>
              <a:path w="422275" h="502920">
                <a:moveTo>
                  <a:pt x="9143" y="0"/>
                </a:moveTo>
                <a:lnTo>
                  <a:pt x="0" y="0"/>
                </a:lnTo>
                <a:lnTo>
                  <a:pt x="0" y="467613"/>
                </a:lnTo>
                <a:lnTo>
                  <a:pt x="1524" y="469138"/>
                </a:lnTo>
                <a:lnTo>
                  <a:pt x="345579" y="469138"/>
                </a:lnTo>
                <a:lnTo>
                  <a:pt x="345579" y="464565"/>
                </a:lnTo>
                <a:lnTo>
                  <a:pt x="9143" y="464565"/>
                </a:lnTo>
                <a:lnTo>
                  <a:pt x="4572" y="459994"/>
                </a:lnTo>
                <a:lnTo>
                  <a:pt x="9143" y="459994"/>
                </a:lnTo>
                <a:lnTo>
                  <a:pt x="9143" y="0"/>
                </a:lnTo>
                <a:close/>
              </a:path>
              <a:path w="422275" h="502920">
                <a:moveTo>
                  <a:pt x="412554" y="459994"/>
                </a:moveTo>
                <a:lnTo>
                  <a:pt x="359270" y="459994"/>
                </a:lnTo>
                <a:lnTo>
                  <a:pt x="359270" y="469138"/>
                </a:lnTo>
                <a:lnTo>
                  <a:pt x="412551" y="469138"/>
                </a:lnTo>
                <a:lnTo>
                  <a:pt x="421690" y="464565"/>
                </a:lnTo>
                <a:lnTo>
                  <a:pt x="412554" y="459994"/>
                </a:lnTo>
                <a:close/>
              </a:path>
              <a:path w="422275" h="502920">
                <a:moveTo>
                  <a:pt x="9143" y="459994"/>
                </a:moveTo>
                <a:lnTo>
                  <a:pt x="4572" y="459994"/>
                </a:lnTo>
                <a:lnTo>
                  <a:pt x="9143" y="464565"/>
                </a:lnTo>
                <a:lnTo>
                  <a:pt x="9143" y="459994"/>
                </a:lnTo>
                <a:close/>
              </a:path>
              <a:path w="422275" h="502920">
                <a:moveTo>
                  <a:pt x="345579" y="459994"/>
                </a:moveTo>
                <a:lnTo>
                  <a:pt x="9143" y="459994"/>
                </a:lnTo>
                <a:lnTo>
                  <a:pt x="9143" y="464565"/>
                </a:lnTo>
                <a:lnTo>
                  <a:pt x="345579" y="464565"/>
                </a:lnTo>
                <a:lnTo>
                  <a:pt x="345579" y="45999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4589" y="1300797"/>
            <a:ext cx="8647430" cy="5586095"/>
          </a:xfrm>
          <a:custGeom>
            <a:avLst/>
            <a:gdLst/>
            <a:ahLst/>
            <a:cxnLst/>
            <a:rect l="l" t="t" r="r" b="b"/>
            <a:pathLst>
              <a:path w="8647430" h="5586095">
                <a:moveTo>
                  <a:pt x="8642286" y="0"/>
                </a:moveTo>
                <a:lnTo>
                  <a:pt x="4559" y="0"/>
                </a:lnTo>
                <a:lnTo>
                  <a:pt x="0" y="6095"/>
                </a:lnTo>
                <a:lnTo>
                  <a:pt x="0" y="5579414"/>
                </a:lnTo>
                <a:lnTo>
                  <a:pt x="4559" y="5585498"/>
                </a:lnTo>
                <a:lnTo>
                  <a:pt x="8642286" y="5585498"/>
                </a:lnTo>
                <a:lnTo>
                  <a:pt x="8646858" y="5579414"/>
                </a:lnTo>
                <a:lnTo>
                  <a:pt x="8646858" y="5571794"/>
                </a:lnTo>
                <a:lnTo>
                  <a:pt x="24358" y="5571794"/>
                </a:lnTo>
                <a:lnTo>
                  <a:pt x="12179" y="5559602"/>
                </a:lnTo>
                <a:lnTo>
                  <a:pt x="24358" y="5559602"/>
                </a:lnTo>
                <a:lnTo>
                  <a:pt x="24358" y="25895"/>
                </a:lnTo>
                <a:lnTo>
                  <a:pt x="12179" y="25895"/>
                </a:lnTo>
                <a:lnTo>
                  <a:pt x="24358" y="12179"/>
                </a:lnTo>
                <a:lnTo>
                  <a:pt x="8646858" y="12179"/>
                </a:lnTo>
                <a:lnTo>
                  <a:pt x="8646858" y="6095"/>
                </a:lnTo>
                <a:lnTo>
                  <a:pt x="8642286" y="0"/>
                </a:lnTo>
                <a:close/>
              </a:path>
              <a:path w="8647430" h="5586095">
                <a:moveTo>
                  <a:pt x="24358" y="5559602"/>
                </a:moveTo>
                <a:lnTo>
                  <a:pt x="12179" y="5559602"/>
                </a:lnTo>
                <a:lnTo>
                  <a:pt x="24358" y="5571794"/>
                </a:lnTo>
                <a:lnTo>
                  <a:pt x="24358" y="5559602"/>
                </a:lnTo>
                <a:close/>
              </a:path>
              <a:path w="8647430" h="5586095">
                <a:moveTo>
                  <a:pt x="8622499" y="5559602"/>
                </a:moveTo>
                <a:lnTo>
                  <a:pt x="24358" y="5559602"/>
                </a:lnTo>
                <a:lnTo>
                  <a:pt x="24358" y="5571794"/>
                </a:lnTo>
                <a:lnTo>
                  <a:pt x="8622499" y="5571794"/>
                </a:lnTo>
                <a:lnTo>
                  <a:pt x="8622499" y="5559602"/>
                </a:lnTo>
                <a:close/>
              </a:path>
              <a:path w="8647430" h="5586095">
                <a:moveTo>
                  <a:pt x="8622499" y="12179"/>
                </a:moveTo>
                <a:lnTo>
                  <a:pt x="8622499" y="5571794"/>
                </a:lnTo>
                <a:lnTo>
                  <a:pt x="8634679" y="5559602"/>
                </a:lnTo>
                <a:lnTo>
                  <a:pt x="8646858" y="5559602"/>
                </a:lnTo>
                <a:lnTo>
                  <a:pt x="8646858" y="25895"/>
                </a:lnTo>
                <a:lnTo>
                  <a:pt x="8634679" y="25895"/>
                </a:lnTo>
                <a:lnTo>
                  <a:pt x="8622499" y="12179"/>
                </a:lnTo>
                <a:close/>
              </a:path>
              <a:path w="8647430" h="5586095">
                <a:moveTo>
                  <a:pt x="8646858" y="5559602"/>
                </a:moveTo>
                <a:lnTo>
                  <a:pt x="8634679" y="5559602"/>
                </a:lnTo>
                <a:lnTo>
                  <a:pt x="8622499" y="5571794"/>
                </a:lnTo>
                <a:lnTo>
                  <a:pt x="8646858" y="5571794"/>
                </a:lnTo>
                <a:lnTo>
                  <a:pt x="8646858" y="5559602"/>
                </a:lnTo>
                <a:close/>
              </a:path>
              <a:path w="8647430" h="5586095">
                <a:moveTo>
                  <a:pt x="24358" y="12179"/>
                </a:moveTo>
                <a:lnTo>
                  <a:pt x="12179" y="25895"/>
                </a:lnTo>
                <a:lnTo>
                  <a:pt x="24358" y="25895"/>
                </a:lnTo>
                <a:lnTo>
                  <a:pt x="24358" y="12179"/>
                </a:lnTo>
                <a:close/>
              </a:path>
              <a:path w="8647430" h="5586095">
                <a:moveTo>
                  <a:pt x="8622499" y="12179"/>
                </a:moveTo>
                <a:lnTo>
                  <a:pt x="24358" y="12179"/>
                </a:lnTo>
                <a:lnTo>
                  <a:pt x="24358" y="25895"/>
                </a:lnTo>
                <a:lnTo>
                  <a:pt x="8622499" y="25895"/>
                </a:lnTo>
                <a:lnTo>
                  <a:pt x="8622499" y="12179"/>
                </a:lnTo>
                <a:close/>
              </a:path>
              <a:path w="8647430" h="5586095">
                <a:moveTo>
                  <a:pt x="8646858" y="12179"/>
                </a:moveTo>
                <a:lnTo>
                  <a:pt x="8622499" y="12179"/>
                </a:lnTo>
                <a:lnTo>
                  <a:pt x="8634679" y="25895"/>
                </a:lnTo>
                <a:lnTo>
                  <a:pt x="8646858" y="25895"/>
                </a:lnTo>
                <a:lnTo>
                  <a:pt x="8646858" y="121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41300" algn="l"/>
              </a:tabLst>
            </a:pPr>
            <a:r>
              <a:rPr spc="-5" dirty="0"/>
              <a:t>## Clock</a:t>
            </a:r>
            <a:r>
              <a:rPr spc="5" dirty="0"/>
              <a:t> </a:t>
            </a:r>
            <a:r>
              <a:rPr spc="-5" dirty="0"/>
              <a:t>signal</a:t>
            </a: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spc="-5" dirty="0">
                <a:solidFill>
                  <a:srgbClr val="0000FF"/>
                </a:solidFill>
              </a:rPr>
              <a:t>set_property -dict { </a:t>
            </a:r>
            <a:r>
              <a:rPr spc="-15" dirty="0">
                <a:solidFill>
                  <a:srgbClr val="0000FF"/>
                </a:solidFill>
              </a:rPr>
              <a:t>PACKAGE_PIN </a:t>
            </a:r>
            <a:r>
              <a:rPr spc="-10" dirty="0">
                <a:solidFill>
                  <a:srgbClr val="0000FF"/>
                </a:solidFill>
              </a:rPr>
              <a:t>W5 </a:t>
            </a:r>
            <a:r>
              <a:rPr spc="-15" dirty="0">
                <a:solidFill>
                  <a:srgbClr val="0000FF"/>
                </a:solidFill>
              </a:rPr>
              <a:t>IOSTANDARD LVCMOS33 </a:t>
            </a:r>
            <a:r>
              <a:rPr spc="-5" dirty="0">
                <a:solidFill>
                  <a:srgbClr val="0000FF"/>
                </a:solidFill>
              </a:rPr>
              <a:t>} </a:t>
            </a:r>
            <a:r>
              <a:rPr spc="-10" dirty="0">
                <a:solidFill>
                  <a:srgbClr val="0000FF"/>
                </a:solidFill>
              </a:rPr>
              <a:t>[get_ports</a:t>
            </a:r>
            <a:r>
              <a:rPr spc="14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clk]</a:t>
            </a:r>
          </a:p>
          <a:p>
            <a:pPr marL="240665" indent="-228600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241300" algn="l"/>
              </a:tabLst>
            </a:pPr>
            <a:r>
              <a:rPr spc="-5" dirty="0">
                <a:solidFill>
                  <a:srgbClr val="0000FF"/>
                </a:solidFill>
              </a:rPr>
              <a:t>create_clock -add </a:t>
            </a:r>
            <a:r>
              <a:rPr dirty="0">
                <a:solidFill>
                  <a:srgbClr val="0000FF"/>
                </a:solidFill>
              </a:rPr>
              <a:t>-name </a:t>
            </a:r>
            <a:r>
              <a:rPr spc="-5" dirty="0">
                <a:solidFill>
                  <a:srgbClr val="0000FF"/>
                </a:solidFill>
              </a:rPr>
              <a:t>sys_clk_pin -period 10.00 -waveform {0 5} [get_ports</a:t>
            </a:r>
            <a:r>
              <a:rPr spc="5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clk]</a:t>
            </a: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spc="-5" dirty="0"/>
              <a:t>set_property </a:t>
            </a:r>
            <a:r>
              <a:rPr spc="-10" dirty="0"/>
              <a:t>CLOCK_DEDICATED_ROUTE </a:t>
            </a:r>
            <a:r>
              <a:rPr spc="-30" dirty="0"/>
              <a:t>FALSE </a:t>
            </a:r>
            <a:r>
              <a:rPr spc="-10" dirty="0"/>
              <a:t>[get_nets</a:t>
            </a:r>
            <a:r>
              <a:rPr spc="80" dirty="0"/>
              <a:t> </a:t>
            </a:r>
            <a:r>
              <a:rPr spc="-5" dirty="0"/>
              <a:t>SW_1_IBUF]</a:t>
            </a: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spc="-5" dirty="0"/>
              <a:t>set_property </a:t>
            </a:r>
            <a:r>
              <a:rPr spc="-10" dirty="0"/>
              <a:t>CLOCK_DEDICATED_ROUTE </a:t>
            </a:r>
            <a:r>
              <a:rPr spc="-30" dirty="0"/>
              <a:t>FALSE </a:t>
            </a:r>
            <a:r>
              <a:rPr spc="-10" dirty="0"/>
              <a:t>[get_nets</a:t>
            </a:r>
            <a:r>
              <a:rPr spc="80" dirty="0"/>
              <a:t> </a:t>
            </a:r>
            <a:r>
              <a:rPr spc="-5" dirty="0"/>
              <a:t>SW_2_IBUF]</a:t>
            </a: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spc="-5" dirty="0"/>
              <a:t>set_property </a:t>
            </a:r>
            <a:r>
              <a:rPr spc="-10" dirty="0"/>
              <a:t>CLOCK_DEDICATED_ROUTE </a:t>
            </a:r>
            <a:r>
              <a:rPr spc="-30" dirty="0"/>
              <a:t>FALSE </a:t>
            </a:r>
            <a:r>
              <a:rPr spc="-10" dirty="0"/>
              <a:t>[get_nets</a:t>
            </a:r>
            <a:r>
              <a:rPr spc="80" dirty="0"/>
              <a:t> </a:t>
            </a:r>
            <a:r>
              <a:rPr spc="-5" dirty="0"/>
              <a:t>SW_3_IBUF]</a:t>
            </a: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41300" algn="l"/>
              </a:tabLst>
            </a:pPr>
            <a:r>
              <a:rPr spc="-5" dirty="0">
                <a:solidFill>
                  <a:srgbClr val="D9D9D9"/>
                </a:solidFill>
              </a:rPr>
              <a:t>set_property </a:t>
            </a:r>
            <a:r>
              <a:rPr spc="-10" dirty="0">
                <a:solidFill>
                  <a:srgbClr val="D9D9D9"/>
                </a:solidFill>
              </a:rPr>
              <a:t>CLOCK_DEDICATED_ROUTE </a:t>
            </a:r>
            <a:r>
              <a:rPr spc="-30" dirty="0">
                <a:solidFill>
                  <a:srgbClr val="D9D9D9"/>
                </a:solidFill>
              </a:rPr>
              <a:t>FALSE </a:t>
            </a:r>
            <a:r>
              <a:rPr spc="-10" dirty="0">
                <a:solidFill>
                  <a:srgbClr val="D9D9D9"/>
                </a:solidFill>
              </a:rPr>
              <a:t>[get_nets</a:t>
            </a:r>
            <a:r>
              <a:rPr spc="80" dirty="0">
                <a:solidFill>
                  <a:srgbClr val="D9D9D9"/>
                </a:solidFill>
              </a:rPr>
              <a:t> </a:t>
            </a:r>
            <a:r>
              <a:rPr spc="-5" dirty="0">
                <a:solidFill>
                  <a:srgbClr val="D9D9D9"/>
                </a:solidFill>
              </a:rPr>
              <a:t>SW_4_IBUF]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4467" y="3128809"/>
            <a:ext cx="2915285" cy="47688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315"/>
              </a:spcBef>
              <a:buAutoNum type="arabicPeriod" startAt="8"/>
              <a:tabLst>
                <a:tab pos="241300" algn="l"/>
              </a:tabLst>
            </a:pPr>
            <a:r>
              <a:rPr sz="13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##</a:t>
            </a:r>
            <a:r>
              <a:rPr sz="13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Switches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8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T1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4467" y="3607600"/>
            <a:ext cx="29241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10. 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R2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1732" y="3354260"/>
            <a:ext cx="3726179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5080" indent="-7620">
              <a:lnSpc>
                <a:spcPct val="113799"/>
              </a:lnSpc>
              <a:spcBef>
                <a:spcPts val="100"/>
              </a:spcBef>
            </a:pP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dirty="0">
                <a:solidFill>
                  <a:srgbClr val="0000FF"/>
                </a:solidFill>
                <a:latin typeface="Times New Roman"/>
                <a:cs typeface="Times New Roman"/>
              </a:rPr>
              <a:t>{time_mode}]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</a:t>
            </a:r>
            <a:r>
              <a:rPr sz="1300" b="1" i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{reset}]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4467" y="4032059"/>
            <a:ext cx="3040380" cy="27336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3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##</a:t>
            </a:r>
            <a:r>
              <a:rPr sz="13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LEDs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U16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40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E19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U19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2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V19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55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W18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D9D9D9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U15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V13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V3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29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N3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P1</a:t>
            </a:r>
            <a:endParaRPr sz="1300">
              <a:latin typeface="Times New Roman"/>
              <a:cs typeface="Times New Roman"/>
            </a:endParaRPr>
          </a:p>
          <a:p>
            <a:pPr marL="240665" indent="-228600">
              <a:lnSpc>
                <a:spcPct val="100000"/>
              </a:lnSpc>
              <a:spcBef>
                <a:spcPts val="215"/>
              </a:spcBef>
              <a:buAutoNum type="arabicPeriod" startAt="11"/>
              <a:tabLst>
                <a:tab pos="241300" algn="l"/>
              </a:tabLst>
            </a:pP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set_property -dict {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PACKAGE_PIN</a:t>
            </a:r>
            <a:r>
              <a:rPr sz="13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L1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1732" y="4257509"/>
            <a:ext cx="3962400" cy="2508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785">
              <a:lnSpc>
                <a:spcPct val="113900"/>
              </a:lnSpc>
              <a:spcBef>
                <a:spcPts val="95"/>
              </a:spcBef>
            </a:pP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{alarm_on[0]}] 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{alarm_on[1]}] 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{alarm_on[2]}] 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{alarm_out[0]}] 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{alarm_out[1]}]  </a:t>
            </a:r>
            <a:r>
              <a:rPr sz="1300" b="1" i="1" spc="-15" dirty="0">
                <a:solidFill>
                  <a:srgbClr val="D9D9D9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D9D9D9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D9D9D9"/>
                </a:solidFill>
                <a:latin typeface="Times New Roman"/>
                <a:cs typeface="Times New Roman"/>
              </a:rPr>
              <a:t>{alarm_out[2]}]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{out_mode[0]}]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{out_mode[1]}]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{set_pos[0]}]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{set_pos[1]}]  </a:t>
            </a:r>
            <a:r>
              <a:rPr sz="13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IOSTANDARD LVCMOS33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} </a:t>
            </a:r>
            <a:r>
              <a:rPr sz="13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[get_ports</a:t>
            </a:r>
            <a:r>
              <a:rPr sz="1300" b="1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3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{set_pos[2]}]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2382" y="1354112"/>
            <a:ext cx="7364095" cy="1669414"/>
          </a:xfrm>
          <a:custGeom>
            <a:avLst/>
            <a:gdLst/>
            <a:ahLst/>
            <a:cxnLst/>
            <a:rect l="l" t="t" r="r" b="b"/>
            <a:pathLst>
              <a:path w="7364095" h="1669414">
                <a:moveTo>
                  <a:pt x="7357440" y="0"/>
                </a:moveTo>
                <a:lnTo>
                  <a:pt x="6083" y="0"/>
                </a:lnTo>
                <a:lnTo>
                  <a:pt x="0" y="6083"/>
                </a:lnTo>
                <a:lnTo>
                  <a:pt x="0" y="1663306"/>
                </a:lnTo>
                <a:lnTo>
                  <a:pt x="6083" y="1669402"/>
                </a:lnTo>
                <a:lnTo>
                  <a:pt x="7357440" y="1669402"/>
                </a:lnTo>
                <a:lnTo>
                  <a:pt x="7363523" y="1663306"/>
                </a:lnTo>
                <a:lnTo>
                  <a:pt x="7363523" y="1655699"/>
                </a:lnTo>
                <a:lnTo>
                  <a:pt x="25882" y="1655699"/>
                </a:lnTo>
                <a:lnTo>
                  <a:pt x="13703" y="1643507"/>
                </a:lnTo>
                <a:lnTo>
                  <a:pt x="25882" y="1643507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7363523" y="13703"/>
                </a:lnTo>
                <a:lnTo>
                  <a:pt x="7363523" y="6083"/>
                </a:lnTo>
                <a:lnTo>
                  <a:pt x="7357440" y="0"/>
                </a:lnTo>
                <a:close/>
              </a:path>
              <a:path w="7364095" h="1669414">
                <a:moveTo>
                  <a:pt x="25882" y="1643507"/>
                </a:moveTo>
                <a:lnTo>
                  <a:pt x="13703" y="1643507"/>
                </a:lnTo>
                <a:lnTo>
                  <a:pt x="25882" y="1655699"/>
                </a:lnTo>
                <a:lnTo>
                  <a:pt x="25882" y="1643507"/>
                </a:lnTo>
                <a:close/>
              </a:path>
              <a:path w="7364095" h="1669414">
                <a:moveTo>
                  <a:pt x="7337653" y="1643507"/>
                </a:moveTo>
                <a:lnTo>
                  <a:pt x="25882" y="1643507"/>
                </a:lnTo>
                <a:lnTo>
                  <a:pt x="25882" y="1655699"/>
                </a:lnTo>
                <a:lnTo>
                  <a:pt x="7337653" y="1655699"/>
                </a:lnTo>
                <a:lnTo>
                  <a:pt x="7337653" y="1643507"/>
                </a:lnTo>
                <a:close/>
              </a:path>
              <a:path w="7364095" h="1669414">
                <a:moveTo>
                  <a:pt x="7337653" y="13703"/>
                </a:moveTo>
                <a:lnTo>
                  <a:pt x="7337653" y="1655699"/>
                </a:lnTo>
                <a:lnTo>
                  <a:pt x="7349832" y="1643507"/>
                </a:lnTo>
                <a:lnTo>
                  <a:pt x="7363523" y="1643507"/>
                </a:lnTo>
                <a:lnTo>
                  <a:pt x="7363523" y="25895"/>
                </a:lnTo>
                <a:lnTo>
                  <a:pt x="7349832" y="25895"/>
                </a:lnTo>
                <a:lnTo>
                  <a:pt x="7337653" y="13703"/>
                </a:lnTo>
                <a:close/>
              </a:path>
              <a:path w="7364095" h="1669414">
                <a:moveTo>
                  <a:pt x="7363523" y="1643507"/>
                </a:moveTo>
                <a:lnTo>
                  <a:pt x="7349832" y="1643507"/>
                </a:lnTo>
                <a:lnTo>
                  <a:pt x="7337653" y="1655699"/>
                </a:lnTo>
                <a:lnTo>
                  <a:pt x="7363523" y="1655699"/>
                </a:lnTo>
                <a:lnTo>
                  <a:pt x="7363523" y="1643507"/>
                </a:lnTo>
                <a:close/>
              </a:path>
              <a:path w="7364095" h="1669414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364095" h="1669414">
                <a:moveTo>
                  <a:pt x="7337653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7337653" y="25895"/>
                </a:lnTo>
                <a:lnTo>
                  <a:pt x="7337653" y="13703"/>
                </a:lnTo>
                <a:close/>
              </a:path>
              <a:path w="7364095" h="1669414">
                <a:moveTo>
                  <a:pt x="7363523" y="13703"/>
                </a:moveTo>
                <a:lnTo>
                  <a:pt x="7337653" y="13703"/>
                </a:lnTo>
                <a:lnTo>
                  <a:pt x="7349832" y="25895"/>
                </a:lnTo>
                <a:lnTo>
                  <a:pt x="7363523" y="25895"/>
                </a:lnTo>
                <a:lnTo>
                  <a:pt x="7363523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82382" y="3119475"/>
            <a:ext cx="7364095" cy="743585"/>
          </a:xfrm>
          <a:custGeom>
            <a:avLst/>
            <a:gdLst/>
            <a:ahLst/>
            <a:cxnLst/>
            <a:rect l="l" t="t" r="r" b="b"/>
            <a:pathLst>
              <a:path w="7364095" h="743585">
                <a:moveTo>
                  <a:pt x="7357440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737222"/>
                </a:lnTo>
                <a:lnTo>
                  <a:pt x="6083" y="743305"/>
                </a:lnTo>
                <a:lnTo>
                  <a:pt x="7357440" y="743305"/>
                </a:lnTo>
                <a:lnTo>
                  <a:pt x="7363523" y="737222"/>
                </a:lnTo>
                <a:lnTo>
                  <a:pt x="7363523" y="731126"/>
                </a:lnTo>
                <a:lnTo>
                  <a:pt x="25882" y="731126"/>
                </a:lnTo>
                <a:lnTo>
                  <a:pt x="13703" y="717423"/>
                </a:lnTo>
                <a:lnTo>
                  <a:pt x="25882" y="717423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3703"/>
                </a:lnTo>
                <a:lnTo>
                  <a:pt x="7363523" y="13703"/>
                </a:lnTo>
                <a:lnTo>
                  <a:pt x="7363523" y="6096"/>
                </a:lnTo>
                <a:lnTo>
                  <a:pt x="7357440" y="0"/>
                </a:lnTo>
                <a:close/>
              </a:path>
              <a:path w="7364095" h="743585">
                <a:moveTo>
                  <a:pt x="25882" y="717423"/>
                </a:moveTo>
                <a:lnTo>
                  <a:pt x="13703" y="717423"/>
                </a:lnTo>
                <a:lnTo>
                  <a:pt x="25882" y="731126"/>
                </a:lnTo>
                <a:lnTo>
                  <a:pt x="25882" y="717423"/>
                </a:lnTo>
                <a:close/>
              </a:path>
              <a:path w="7364095" h="743585">
                <a:moveTo>
                  <a:pt x="7337653" y="717423"/>
                </a:moveTo>
                <a:lnTo>
                  <a:pt x="25882" y="717423"/>
                </a:lnTo>
                <a:lnTo>
                  <a:pt x="25882" y="731126"/>
                </a:lnTo>
                <a:lnTo>
                  <a:pt x="7337653" y="731126"/>
                </a:lnTo>
                <a:lnTo>
                  <a:pt x="7337653" y="717423"/>
                </a:lnTo>
                <a:close/>
              </a:path>
              <a:path w="7364095" h="743585">
                <a:moveTo>
                  <a:pt x="7337653" y="13703"/>
                </a:moveTo>
                <a:lnTo>
                  <a:pt x="7337653" y="731126"/>
                </a:lnTo>
                <a:lnTo>
                  <a:pt x="7349832" y="717423"/>
                </a:lnTo>
                <a:lnTo>
                  <a:pt x="7363523" y="717423"/>
                </a:lnTo>
                <a:lnTo>
                  <a:pt x="7363523" y="25895"/>
                </a:lnTo>
                <a:lnTo>
                  <a:pt x="7349832" y="25895"/>
                </a:lnTo>
                <a:lnTo>
                  <a:pt x="7337653" y="13703"/>
                </a:lnTo>
                <a:close/>
              </a:path>
              <a:path w="7364095" h="743585">
                <a:moveTo>
                  <a:pt x="7363523" y="717423"/>
                </a:moveTo>
                <a:lnTo>
                  <a:pt x="7349832" y="717423"/>
                </a:lnTo>
                <a:lnTo>
                  <a:pt x="7337653" y="731126"/>
                </a:lnTo>
                <a:lnTo>
                  <a:pt x="7363523" y="731126"/>
                </a:lnTo>
                <a:lnTo>
                  <a:pt x="7363523" y="717423"/>
                </a:lnTo>
                <a:close/>
              </a:path>
              <a:path w="7364095" h="743585">
                <a:moveTo>
                  <a:pt x="25882" y="13703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3703"/>
                </a:lnTo>
                <a:close/>
              </a:path>
              <a:path w="7364095" h="743585">
                <a:moveTo>
                  <a:pt x="7337653" y="13703"/>
                </a:moveTo>
                <a:lnTo>
                  <a:pt x="25882" y="13703"/>
                </a:lnTo>
                <a:lnTo>
                  <a:pt x="25882" y="25895"/>
                </a:lnTo>
                <a:lnTo>
                  <a:pt x="7337653" y="25895"/>
                </a:lnTo>
                <a:lnTo>
                  <a:pt x="7337653" y="13703"/>
                </a:lnTo>
                <a:close/>
              </a:path>
              <a:path w="7364095" h="743585">
                <a:moveTo>
                  <a:pt x="7363523" y="13703"/>
                </a:moveTo>
                <a:lnTo>
                  <a:pt x="7337653" y="13703"/>
                </a:lnTo>
                <a:lnTo>
                  <a:pt x="7349832" y="25895"/>
                </a:lnTo>
                <a:lnTo>
                  <a:pt x="7363523" y="25895"/>
                </a:lnTo>
                <a:lnTo>
                  <a:pt x="7363523" y="137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82382" y="3900868"/>
            <a:ext cx="7364095" cy="2912745"/>
          </a:xfrm>
          <a:custGeom>
            <a:avLst/>
            <a:gdLst/>
            <a:ahLst/>
            <a:cxnLst/>
            <a:rect l="l" t="t" r="r" b="b"/>
            <a:pathLst>
              <a:path w="7364095" h="2912745">
                <a:moveTo>
                  <a:pt x="7357440" y="0"/>
                </a:moveTo>
                <a:lnTo>
                  <a:pt x="6083" y="0"/>
                </a:lnTo>
                <a:lnTo>
                  <a:pt x="0" y="6096"/>
                </a:lnTo>
                <a:lnTo>
                  <a:pt x="0" y="2907753"/>
                </a:lnTo>
                <a:lnTo>
                  <a:pt x="6083" y="2912313"/>
                </a:lnTo>
                <a:lnTo>
                  <a:pt x="7357440" y="2912313"/>
                </a:lnTo>
                <a:lnTo>
                  <a:pt x="7363523" y="2907753"/>
                </a:lnTo>
                <a:lnTo>
                  <a:pt x="7363523" y="2900133"/>
                </a:lnTo>
                <a:lnTo>
                  <a:pt x="25882" y="2900133"/>
                </a:lnTo>
                <a:lnTo>
                  <a:pt x="13703" y="2887941"/>
                </a:lnTo>
                <a:lnTo>
                  <a:pt x="25882" y="2887941"/>
                </a:lnTo>
                <a:lnTo>
                  <a:pt x="25882" y="25895"/>
                </a:lnTo>
                <a:lnTo>
                  <a:pt x="13703" y="25895"/>
                </a:lnTo>
                <a:lnTo>
                  <a:pt x="25882" y="12179"/>
                </a:lnTo>
                <a:lnTo>
                  <a:pt x="7363523" y="12179"/>
                </a:lnTo>
                <a:lnTo>
                  <a:pt x="7363523" y="6096"/>
                </a:lnTo>
                <a:lnTo>
                  <a:pt x="7357440" y="0"/>
                </a:lnTo>
                <a:close/>
              </a:path>
              <a:path w="7364095" h="2912745">
                <a:moveTo>
                  <a:pt x="25882" y="2887941"/>
                </a:moveTo>
                <a:lnTo>
                  <a:pt x="13703" y="2887941"/>
                </a:lnTo>
                <a:lnTo>
                  <a:pt x="25882" y="2900133"/>
                </a:lnTo>
                <a:lnTo>
                  <a:pt x="25882" y="2887941"/>
                </a:lnTo>
                <a:close/>
              </a:path>
              <a:path w="7364095" h="2912745">
                <a:moveTo>
                  <a:pt x="7337653" y="2887941"/>
                </a:moveTo>
                <a:lnTo>
                  <a:pt x="25882" y="2887941"/>
                </a:lnTo>
                <a:lnTo>
                  <a:pt x="25882" y="2900133"/>
                </a:lnTo>
                <a:lnTo>
                  <a:pt x="7337653" y="2900133"/>
                </a:lnTo>
                <a:lnTo>
                  <a:pt x="7337653" y="2887941"/>
                </a:lnTo>
                <a:close/>
              </a:path>
              <a:path w="7364095" h="2912745">
                <a:moveTo>
                  <a:pt x="7337653" y="12179"/>
                </a:moveTo>
                <a:lnTo>
                  <a:pt x="7337653" y="2900133"/>
                </a:lnTo>
                <a:lnTo>
                  <a:pt x="7349832" y="2887941"/>
                </a:lnTo>
                <a:lnTo>
                  <a:pt x="7363523" y="2887941"/>
                </a:lnTo>
                <a:lnTo>
                  <a:pt x="7363523" y="25895"/>
                </a:lnTo>
                <a:lnTo>
                  <a:pt x="7349832" y="25895"/>
                </a:lnTo>
                <a:lnTo>
                  <a:pt x="7337653" y="12179"/>
                </a:lnTo>
                <a:close/>
              </a:path>
              <a:path w="7364095" h="2912745">
                <a:moveTo>
                  <a:pt x="7363523" y="2887941"/>
                </a:moveTo>
                <a:lnTo>
                  <a:pt x="7349832" y="2887941"/>
                </a:lnTo>
                <a:lnTo>
                  <a:pt x="7337653" y="2900133"/>
                </a:lnTo>
                <a:lnTo>
                  <a:pt x="7363523" y="2900133"/>
                </a:lnTo>
                <a:lnTo>
                  <a:pt x="7363523" y="2887941"/>
                </a:lnTo>
                <a:close/>
              </a:path>
              <a:path w="7364095" h="2912745">
                <a:moveTo>
                  <a:pt x="25882" y="12179"/>
                </a:moveTo>
                <a:lnTo>
                  <a:pt x="13703" y="25895"/>
                </a:lnTo>
                <a:lnTo>
                  <a:pt x="25882" y="25895"/>
                </a:lnTo>
                <a:lnTo>
                  <a:pt x="25882" y="12179"/>
                </a:lnTo>
                <a:close/>
              </a:path>
              <a:path w="7364095" h="2912745">
                <a:moveTo>
                  <a:pt x="7337653" y="12179"/>
                </a:moveTo>
                <a:lnTo>
                  <a:pt x="25882" y="12179"/>
                </a:lnTo>
                <a:lnTo>
                  <a:pt x="25882" y="25895"/>
                </a:lnTo>
                <a:lnTo>
                  <a:pt x="7337653" y="25895"/>
                </a:lnTo>
                <a:lnTo>
                  <a:pt x="7337653" y="12179"/>
                </a:lnTo>
                <a:close/>
              </a:path>
              <a:path w="7364095" h="2912745">
                <a:moveTo>
                  <a:pt x="7363523" y="12179"/>
                </a:moveTo>
                <a:lnTo>
                  <a:pt x="7337653" y="12179"/>
                </a:lnTo>
                <a:lnTo>
                  <a:pt x="7349832" y="25895"/>
                </a:lnTo>
                <a:lnTo>
                  <a:pt x="7363523" y="25895"/>
                </a:lnTo>
                <a:lnTo>
                  <a:pt x="7363523" y="12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50468" y="838658"/>
            <a:ext cx="585406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1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Digital_Clock_Exam_0.xpr</a:t>
            </a:r>
            <a:r>
              <a:rPr sz="2000" i="1" spc="-2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0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Basys-3-Master.xdc(1)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84720" y="259105"/>
            <a:ext cx="6011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Times New Roman"/>
                <a:cs typeface="Times New Roman"/>
              </a:rPr>
              <a:t>Example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57934" y="366738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42265" algn="l"/>
                <a:tab pos="342900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igital_Clo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k_Exa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_0.xpr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73341" y="2063915"/>
            <a:ext cx="1487805" cy="839469"/>
          </a:xfrm>
          <a:custGeom>
            <a:avLst/>
            <a:gdLst/>
            <a:ahLst/>
            <a:cxnLst/>
            <a:rect l="l" t="t" r="r" b="b"/>
            <a:pathLst>
              <a:path w="1487804" h="839469">
                <a:moveTo>
                  <a:pt x="1487322" y="0"/>
                </a:moveTo>
                <a:lnTo>
                  <a:pt x="0" y="0"/>
                </a:lnTo>
                <a:lnTo>
                  <a:pt x="0" y="839266"/>
                </a:lnTo>
                <a:lnTo>
                  <a:pt x="1487322" y="839266"/>
                </a:lnTo>
                <a:lnTo>
                  <a:pt x="14873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59638" y="2051723"/>
            <a:ext cx="1513205" cy="865505"/>
          </a:xfrm>
          <a:custGeom>
            <a:avLst/>
            <a:gdLst/>
            <a:ahLst/>
            <a:cxnLst/>
            <a:rect l="l" t="t" r="r" b="b"/>
            <a:pathLst>
              <a:path w="1513204" h="865505">
                <a:moveTo>
                  <a:pt x="1508632" y="0"/>
                </a:moveTo>
                <a:lnTo>
                  <a:pt x="6096" y="0"/>
                </a:lnTo>
                <a:lnTo>
                  <a:pt x="0" y="4572"/>
                </a:lnTo>
                <a:lnTo>
                  <a:pt x="0" y="859078"/>
                </a:lnTo>
                <a:lnTo>
                  <a:pt x="6096" y="865162"/>
                </a:lnTo>
                <a:lnTo>
                  <a:pt x="1508632" y="865162"/>
                </a:lnTo>
                <a:lnTo>
                  <a:pt x="1513204" y="859078"/>
                </a:lnTo>
                <a:lnTo>
                  <a:pt x="1513204" y="851458"/>
                </a:lnTo>
                <a:lnTo>
                  <a:pt x="25882" y="851458"/>
                </a:lnTo>
                <a:lnTo>
                  <a:pt x="13703" y="839279"/>
                </a:lnTo>
                <a:lnTo>
                  <a:pt x="25882" y="839279"/>
                </a:lnTo>
                <a:lnTo>
                  <a:pt x="25882" y="24371"/>
                </a:lnTo>
                <a:lnTo>
                  <a:pt x="13703" y="24371"/>
                </a:lnTo>
                <a:lnTo>
                  <a:pt x="25882" y="12191"/>
                </a:lnTo>
                <a:lnTo>
                  <a:pt x="1513204" y="12191"/>
                </a:lnTo>
                <a:lnTo>
                  <a:pt x="1513204" y="4572"/>
                </a:lnTo>
                <a:lnTo>
                  <a:pt x="1508632" y="0"/>
                </a:lnTo>
                <a:close/>
              </a:path>
              <a:path w="1513204" h="865505">
                <a:moveTo>
                  <a:pt x="25882" y="839279"/>
                </a:moveTo>
                <a:lnTo>
                  <a:pt x="13703" y="839279"/>
                </a:lnTo>
                <a:lnTo>
                  <a:pt x="25882" y="851458"/>
                </a:lnTo>
                <a:lnTo>
                  <a:pt x="25882" y="839279"/>
                </a:lnTo>
                <a:close/>
              </a:path>
              <a:path w="1513204" h="865505">
                <a:moveTo>
                  <a:pt x="1488846" y="839279"/>
                </a:moveTo>
                <a:lnTo>
                  <a:pt x="25882" y="839279"/>
                </a:lnTo>
                <a:lnTo>
                  <a:pt x="25882" y="851458"/>
                </a:lnTo>
                <a:lnTo>
                  <a:pt x="1488846" y="851458"/>
                </a:lnTo>
                <a:lnTo>
                  <a:pt x="1488846" y="839279"/>
                </a:lnTo>
                <a:close/>
              </a:path>
              <a:path w="1513204" h="865505">
                <a:moveTo>
                  <a:pt x="1488846" y="12191"/>
                </a:moveTo>
                <a:lnTo>
                  <a:pt x="1488846" y="851458"/>
                </a:lnTo>
                <a:lnTo>
                  <a:pt x="1501025" y="839279"/>
                </a:lnTo>
                <a:lnTo>
                  <a:pt x="1513204" y="839279"/>
                </a:lnTo>
                <a:lnTo>
                  <a:pt x="1513204" y="24371"/>
                </a:lnTo>
                <a:lnTo>
                  <a:pt x="1501025" y="24371"/>
                </a:lnTo>
                <a:lnTo>
                  <a:pt x="1488846" y="12191"/>
                </a:lnTo>
                <a:close/>
              </a:path>
              <a:path w="1513204" h="865505">
                <a:moveTo>
                  <a:pt x="1513204" y="839279"/>
                </a:moveTo>
                <a:lnTo>
                  <a:pt x="1501025" y="839279"/>
                </a:lnTo>
                <a:lnTo>
                  <a:pt x="1488846" y="851458"/>
                </a:lnTo>
                <a:lnTo>
                  <a:pt x="1513204" y="851458"/>
                </a:lnTo>
                <a:lnTo>
                  <a:pt x="1513204" y="839279"/>
                </a:lnTo>
                <a:close/>
              </a:path>
              <a:path w="1513204" h="865505">
                <a:moveTo>
                  <a:pt x="25882" y="12191"/>
                </a:moveTo>
                <a:lnTo>
                  <a:pt x="13703" y="24371"/>
                </a:lnTo>
                <a:lnTo>
                  <a:pt x="25882" y="24371"/>
                </a:lnTo>
                <a:lnTo>
                  <a:pt x="25882" y="12191"/>
                </a:lnTo>
                <a:close/>
              </a:path>
              <a:path w="1513204" h="865505">
                <a:moveTo>
                  <a:pt x="1488846" y="12191"/>
                </a:moveTo>
                <a:lnTo>
                  <a:pt x="25882" y="12191"/>
                </a:lnTo>
                <a:lnTo>
                  <a:pt x="25882" y="24371"/>
                </a:lnTo>
                <a:lnTo>
                  <a:pt x="1488846" y="24371"/>
                </a:lnTo>
                <a:lnTo>
                  <a:pt x="1488846" y="12191"/>
                </a:lnTo>
                <a:close/>
              </a:path>
              <a:path w="1513204" h="865505">
                <a:moveTo>
                  <a:pt x="1513204" y="12191"/>
                </a:moveTo>
                <a:lnTo>
                  <a:pt x="1488846" y="12191"/>
                </a:lnTo>
                <a:lnTo>
                  <a:pt x="1501025" y="24371"/>
                </a:lnTo>
                <a:lnTo>
                  <a:pt x="1513204" y="24371"/>
                </a:lnTo>
                <a:lnTo>
                  <a:pt x="1513204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73341" y="2063915"/>
            <a:ext cx="1487805" cy="839469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</a:pPr>
            <a:r>
              <a:rPr sz="18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1800" b="1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발생시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771829" y="350329"/>
            <a:ext cx="9134475" cy="533400"/>
          </a:xfrm>
          <a:custGeom>
            <a:avLst/>
            <a:gdLst/>
            <a:ahLst/>
            <a:cxnLst/>
            <a:rect l="l" t="t" r="r" b="b"/>
            <a:pathLst>
              <a:path w="9134475" h="533400">
                <a:moveTo>
                  <a:pt x="0" y="533120"/>
                </a:moveTo>
                <a:lnTo>
                  <a:pt x="9134005" y="533120"/>
                </a:lnTo>
                <a:lnTo>
                  <a:pt x="9134005" y="0"/>
                </a:lnTo>
                <a:lnTo>
                  <a:pt x="0" y="0"/>
                </a:lnTo>
                <a:lnTo>
                  <a:pt x="0" y="533120"/>
                </a:lnTo>
                <a:close/>
              </a:path>
            </a:pathLst>
          </a:custGeom>
          <a:solidFill>
            <a:srgbClr val="E6D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0457" y="5758891"/>
            <a:ext cx="18472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830" indent="-91376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925830" algn="l"/>
                <a:tab pos="926465" algn="l"/>
              </a:tabLst>
            </a:pPr>
            <a:r>
              <a:rPr sz="3600" b="1" spc="15" dirty="0">
                <a:solidFill>
                  <a:srgbClr val="FF0000"/>
                </a:solidFill>
                <a:latin typeface="굴림"/>
                <a:cs typeface="굴림"/>
              </a:rPr>
              <a:t>실</a:t>
            </a:r>
            <a:r>
              <a:rPr sz="3600" b="1" spc="65" dirty="0">
                <a:solidFill>
                  <a:srgbClr val="FF0000"/>
                </a:solidFill>
                <a:latin typeface="굴림"/>
                <a:cs typeface="굴림"/>
              </a:rPr>
              <a:t>습</a:t>
            </a:r>
            <a:endParaRPr sz="3600">
              <a:latin typeface="굴림"/>
              <a:cs typeface="굴림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65750" y="4708156"/>
            <a:ext cx="1384300" cy="659765"/>
          </a:xfrm>
          <a:custGeom>
            <a:avLst/>
            <a:gdLst/>
            <a:ahLst/>
            <a:cxnLst/>
            <a:rect l="l" t="t" r="r" b="b"/>
            <a:pathLst>
              <a:path w="1384300" h="659764">
                <a:moveTo>
                  <a:pt x="1380756" y="0"/>
                </a:moveTo>
                <a:lnTo>
                  <a:pt x="3048" y="0"/>
                </a:lnTo>
                <a:lnTo>
                  <a:pt x="0" y="3035"/>
                </a:lnTo>
                <a:lnTo>
                  <a:pt x="0" y="658012"/>
                </a:lnTo>
                <a:lnTo>
                  <a:pt x="3048" y="659536"/>
                </a:lnTo>
                <a:lnTo>
                  <a:pt x="1380756" y="659536"/>
                </a:lnTo>
                <a:lnTo>
                  <a:pt x="1383804" y="658012"/>
                </a:lnTo>
                <a:lnTo>
                  <a:pt x="1383804" y="654964"/>
                </a:lnTo>
                <a:lnTo>
                  <a:pt x="10655" y="654964"/>
                </a:lnTo>
                <a:lnTo>
                  <a:pt x="6096" y="650392"/>
                </a:lnTo>
                <a:lnTo>
                  <a:pt x="10655" y="650392"/>
                </a:lnTo>
                <a:lnTo>
                  <a:pt x="10655" y="10655"/>
                </a:lnTo>
                <a:lnTo>
                  <a:pt x="6096" y="10655"/>
                </a:lnTo>
                <a:lnTo>
                  <a:pt x="10655" y="6083"/>
                </a:lnTo>
                <a:lnTo>
                  <a:pt x="1383804" y="6083"/>
                </a:lnTo>
                <a:lnTo>
                  <a:pt x="1383804" y="3035"/>
                </a:lnTo>
                <a:lnTo>
                  <a:pt x="1380756" y="0"/>
                </a:lnTo>
                <a:close/>
              </a:path>
              <a:path w="1384300" h="659764">
                <a:moveTo>
                  <a:pt x="10655" y="650392"/>
                </a:moveTo>
                <a:lnTo>
                  <a:pt x="6096" y="650392"/>
                </a:lnTo>
                <a:lnTo>
                  <a:pt x="10655" y="654964"/>
                </a:lnTo>
                <a:lnTo>
                  <a:pt x="10655" y="650392"/>
                </a:lnTo>
                <a:close/>
              </a:path>
              <a:path w="1384300" h="659764">
                <a:moveTo>
                  <a:pt x="1373149" y="650392"/>
                </a:moveTo>
                <a:lnTo>
                  <a:pt x="10655" y="650392"/>
                </a:lnTo>
                <a:lnTo>
                  <a:pt x="10655" y="654964"/>
                </a:lnTo>
                <a:lnTo>
                  <a:pt x="1373149" y="654964"/>
                </a:lnTo>
                <a:lnTo>
                  <a:pt x="1373149" y="650392"/>
                </a:lnTo>
                <a:close/>
              </a:path>
              <a:path w="1384300" h="659764">
                <a:moveTo>
                  <a:pt x="1373149" y="6083"/>
                </a:moveTo>
                <a:lnTo>
                  <a:pt x="1373149" y="654964"/>
                </a:lnTo>
                <a:lnTo>
                  <a:pt x="1379245" y="650392"/>
                </a:lnTo>
                <a:lnTo>
                  <a:pt x="1383804" y="650392"/>
                </a:lnTo>
                <a:lnTo>
                  <a:pt x="1383804" y="10655"/>
                </a:lnTo>
                <a:lnTo>
                  <a:pt x="1379245" y="10655"/>
                </a:lnTo>
                <a:lnTo>
                  <a:pt x="1373149" y="6083"/>
                </a:lnTo>
                <a:close/>
              </a:path>
              <a:path w="1384300" h="659764">
                <a:moveTo>
                  <a:pt x="1383804" y="650392"/>
                </a:moveTo>
                <a:lnTo>
                  <a:pt x="1379245" y="650392"/>
                </a:lnTo>
                <a:lnTo>
                  <a:pt x="1373149" y="654964"/>
                </a:lnTo>
                <a:lnTo>
                  <a:pt x="1383804" y="654964"/>
                </a:lnTo>
                <a:lnTo>
                  <a:pt x="1383804" y="650392"/>
                </a:lnTo>
                <a:close/>
              </a:path>
              <a:path w="1384300" h="659764">
                <a:moveTo>
                  <a:pt x="10655" y="6083"/>
                </a:moveTo>
                <a:lnTo>
                  <a:pt x="6096" y="10655"/>
                </a:lnTo>
                <a:lnTo>
                  <a:pt x="10655" y="10655"/>
                </a:lnTo>
                <a:lnTo>
                  <a:pt x="10655" y="6083"/>
                </a:lnTo>
                <a:close/>
              </a:path>
              <a:path w="1384300" h="659764">
                <a:moveTo>
                  <a:pt x="1373149" y="6083"/>
                </a:moveTo>
                <a:lnTo>
                  <a:pt x="10655" y="6083"/>
                </a:lnTo>
                <a:lnTo>
                  <a:pt x="10655" y="10655"/>
                </a:lnTo>
                <a:lnTo>
                  <a:pt x="1373149" y="10655"/>
                </a:lnTo>
                <a:lnTo>
                  <a:pt x="1373149" y="6083"/>
                </a:lnTo>
                <a:close/>
              </a:path>
              <a:path w="1384300" h="659764">
                <a:moveTo>
                  <a:pt x="1383804" y="6083"/>
                </a:moveTo>
                <a:lnTo>
                  <a:pt x="1373149" y="6083"/>
                </a:lnTo>
                <a:lnTo>
                  <a:pt x="1379245" y="10655"/>
                </a:lnTo>
                <a:lnTo>
                  <a:pt x="1383804" y="10655"/>
                </a:lnTo>
                <a:lnTo>
                  <a:pt x="1383804" y="60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6259" y="4470539"/>
            <a:ext cx="1618615" cy="1112520"/>
          </a:xfrm>
          <a:custGeom>
            <a:avLst/>
            <a:gdLst/>
            <a:ahLst/>
            <a:cxnLst/>
            <a:rect l="l" t="t" r="r" b="b"/>
            <a:pathLst>
              <a:path w="1618615" h="1112520">
                <a:moveTo>
                  <a:pt x="1616722" y="0"/>
                </a:moveTo>
                <a:lnTo>
                  <a:pt x="1524" y="0"/>
                </a:lnTo>
                <a:lnTo>
                  <a:pt x="0" y="1524"/>
                </a:lnTo>
                <a:lnTo>
                  <a:pt x="0" y="1108875"/>
                </a:lnTo>
                <a:lnTo>
                  <a:pt x="1524" y="1111923"/>
                </a:lnTo>
                <a:lnTo>
                  <a:pt x="1616722" y="1111923"/>
                </a:lnTo>
                <a:lnTo>
                  <a:pt x="1618246" y="1108875"/>
                </a:lnTo>
                <a:lnTo>
                  <a:pt x="1618246" y="1107351"/>
                </a:lnTo>
                <a:lnTo>
                  <a:pt x="9131" y="1107351"/>
                </a:lnTo>
                <a:lnTo>
                  <a:pt x="4559" y="1102779"/>
                </a:lnTo>
                <a:lnTo>
                  <a:pt x="9131" y="1102779"/>
                </a:lnTo>
                <a:lnTo>
                  <a:pt x="9131" y="9131"/>
                </a:lnTo>
                <a:lnTo>
                  <a:pt x="4559" y="9131"/>
                </a:lnTo>
                <a:lnTo>
                  <a:pt x="9131" y="4559"/>
                </a:lnTo>
                <a:lnTo>
                  <a:pt x="1618246" y="4559"/>
                </a:lnTo>
                <a:lnTo>
                  <a:pt x="1618246" y="1524"/>
                </a:lnTo>
                <a:lnTo>
                  <a:pt x="1616722" y="0"/>
                </a:lnTo>
                <a:close/>
              </a:path>
              <a:path w="1618615" h="1112520">
                <a:moveTo>
                  <a:pt x="9131" y="1102779"/>
                </a:moveTo>
                <a:lnTo>
                  <a:pt x="4559" y="1102779"/>
                </a:lnTo>
                <a:lnTo>
                  <a:pt x="9131" y="1107351"/>
                </a:lnTo>
                <a:lnTo>
                  <a:pt x="9131" y="1102779"/>
                </a:lnTo>
                <a:close/>
              </a:path>
              <a:path w="1618615" h="1112520">
                <a:moveTo>
                  <a:pt x="1609102" y="1102779"/>
                </a:moveTo>
                <a:lnTo>
                  <a:pt x="9131" y="1102779"/>
                </a:lnTo>
                <a:lnTo>
                  <a:pt x="9131" y="1107351"/>
                </a:lnTo>
                <a:lnTo>
                  <a:pt x="1609102" y="1107351"/>
                </a:lnTo>
                <a:lnTo>
                  <a:pt x="1609102" y="1102779"/>
                </a:lnTo>
                <a:close/>
              </a:path>
              <a:path w="1618615" h="1112520">
                <a:moveTo>
                  <a:pt x="1609102" y="4559"/>
                </a:moveTo>
                <a:lnTo>
                  <a:pt x="1609102" y="1107351"/>
                </a:lnTo>
                <a:lnTo>
                  <a:pt x="1613674" y="1102779"/>
                </a:lnTo>
                <a:lnTo>
                  <a:pt x="1618246" y="1102779"/>
                </a:lnTo>
                <a:lnTo>
                  <a:pt x="1618246" y="9131"/>
                </a:lnTo>
                <a:lnTo>
                  <a:pt x="1613674" y="9131"/>
                </a:lnTo>
                <a:lnTo>
                  <a:pt x="1609102" y="4559"/>
                </a:lnTo>
                <a:close/>
              </a:path>
              <a:path w="1618615" h="1112520">
                <a:moveTo>
                  <a:pt x="1618246" y="1102779"/>
                </a:moveTo>
                <a:lnTo>
                  <a:pt x="1613674" y="1102779"/>
                </a:lnTo>
                <a:lnTo>
                  <a:pt x="1609102" y="1107351"/>
                </a:lnTo>
                <a:lnTo>
                  <a:pt x="1618246" y="1107351"/>
                </a:lnTo>
                <a:lnTo>
                  <a:pt x="1618246" y="1102779"/>
                </a:lnTo>
                <a:close/>
              </a:path>
              <a:path w="1618615" h="1112520">
                <a:moveTo>
                  <a:pt x="9131" y="4559"/>
                </a:moveTo>
                <a:lnTo>
                  <a:pt x="4559" y="9131"/>
                </a:lnTo>
                <a:lnTo>
                  <a:pt x="9131" y="9131"/>
                </a:lnTo>
                <a:lnTo>
                  <a:pt x="9131" y="4559"/>
                </a:lnTo>
                <a:close/>
              </a:path>
              <a:path w="1618615" h="1112520">
                <a:moveTo>
                  <a:pt x="1609102" y="4559"/>
                </a:moveTo>
                <a:lnTo>
                  <a:pt x="9131" y="4559"/>
                </a:lnTo>
                <a:lnTo>
                  <a:pt x="9131" y="9131"/>
                </a:lnTo>
                <a:lnTo>
                  <a:pt x="1609102" y="9131"/>
                </a:lnTo>
                <a:lnTo>
                  <a:pt x="1609102" y="4559"/>
                </a:lnTo>
                <a:close/>
              </a:path>
              <a:path w="1618615" h="1112520">
                <a:moveTo>
                  <a:pt x="1618246" y="4559"/>
                </a:moveTo>
                <a:lnTo>
                  <a:pt x="1609102" y="4559"/>
                </a:lnTo>
                <a:lnTo>
                  <a:pt x="1613674" y="9131"/>
                </a:lnTo>
                <a:lnTo>
                  <a:pt x="1618246" y="9131"/>
                </a:lnTo>
                <a:lnTo>
                  <a:pt x="1618246" y="4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61015" y="2432519"/>
            <a:ext cx="4994657" cy="17150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1016" y="1319072"/>
            <a:ext cx="3279140" cy="4021454"/>
          </a:xfrm>
          <a:custGeom>
            <a:avLst/>
            <a:gdLst/>
            <a:ahLst/>
            <a:cxnLst/>
            <a:rect l="l" t="t" r="r" b="b"/>
            <a:pathLst>
              <a:path w="3279140" h="4021454">
                <a:moveTo>
                  <a:pt x="3273018" y="0"/>
                </a:moveTo>
                <a:lnTo>
                  <a:pt x="6083" y="0"/>
                </a:lnTo>
                <a:lnTo>
                  <a:pt x="0" y="4572"/>
                </a:lnTo>
                <a:lnTo>
                  <a:pt x="0" y="4015105"/>
                </a:lnTo>
                <a:lnTo>
                  <a:pt x="6083" y="4021201"/>
                </a:lnTo>
                <a:lnTo>
                  <a:pt x="3273018" y="4021201"/>
                </a:lnTo>
                <a:lnTo>
                  <a:pt x="3279101" y="4015105"/>
                </a:lnTo>
                <a:lnTo>
                  <a:pt x="3279101" y="4007485"/>
                </a:lnTo>
                <a:lnTo>
                  <a:pt x="25869" y="4007485"/>
                </a:lnTo>
                <a:lnTo>
                  <a:pt x="13690" y="3995305"/>
                </a:lnTo>
                <a:lnTo>
                  <a:pt x="25869" y="3995305"/>
                </a:lnTo>
                <a:lnTo>
                  <a:pt x="25869" y="24371"/>
                </a:lnTo>
                <a:lnTo>
                  <a:pt x="13690" y="24371"/>
                </a:lnTo>
                <a:lnTo>
                  <a:pt x="25869" y="12192"/>
                </a:lnTo>
                <a:lnTo>
                  <a:pt x="3279101" y="12192"/>
                </a:lnTo>
                <a:lnTo>
                  <a:pt x="3279101" y="4572"/>
                </a:lnTo>
                <a:lnTo>
                  <a:pt x="3273018" y="0"/>
                </a:lnTo>
                <a:close/>
              </a:path>
              <a:path w="3279140" h="4021454">
                <a:moveTo>
                  <a:pt x="25869" y="3995305"/>
                </a:moveTo>
                <a:lnTo>
                  <a:pt x="13690" y="3995305"/>
                </a:lnTo>
                <a:lnTo>
                  <a:pt x="25869" y="4007485"/>
                </a:lnTo>
                <a:lnTo>
                  <a:pt x="25869" y="3995305"/>
                </a:lnTo>
                <a:close/>
              </a:path>
              <a:path w="3279140" h="4021454">
                <a:moveTo>
                  <a:pt x="3253219" y="3995305"/>
                </a:moveTo>
                <a:lnTo>
                  <a:pt x="25869" y="3995305"/>
                </a:lnTo>
                <a:lnTo>
                  <a:pt x="25869" y="4007485"/>
                </a:lnTo>
                <a:lnTo>
                  <a:pt x="3253219" y="4007485"/>
                </a:lnTo>
                <a:lnTo>
                  <a:pt x="3253219" y="3995305"/>
                </a:lnTo>
                <a:close/>
              </a:path>
              <a:path w="3279140" h="4021454">
                <a:moveTo>
                  <a:pt x="3253219" y="12192"/>
                </a:moveTo>
                <a:lnTo>
                  <a:pt x="3253219" y="4007485"/>
                </a:lnTo>
                <a:lnTo>
                  <a:pt x="3266922" y="3995305"/>
                </a:lnTo>
                <a:lnTo>
                  <a:pt x="3279101" y="3995305"/>
                </a:lnTo>
                <a:lnTo>
                  <a:pt x="3279101" y="24371"/>
                </a:lnTo>
                <a:lnTo>
                  <a:pt x="3266922" y="24371"/>
                </a:lnTo>
                <a:lnTo>
                  <a:pt x="3253219" y="12192"/>
                </a:lnTo>
                <a:close/>
              </a:path>
              <a:path w="3279140" h="4021454">
                <a:moveTo>
                  <a:pt x="3279101" y="3995305"/>
                </a:moveTo>
                <a:lnTo>
                  <a:pt x="3266922" y="3995305"/>
                </a:lnTo>
                <a:lnTo>
                  <a:pt x="3253219" y="4007485"/>
                </a:lnTo>
                <a:lnTo>
                  <a:pt x="3279101" y="4007485"/>
                </a:lnTo>
                <a:lnTo>
                  <a:pt x="3279101" y="3995305"/>
                </a:lnTo>
                <a:close/>
              </a:path>
              <a:path w="3279140" h="4021454">
                <a:moveTo>
                  <a:pt x="25869" y="12192"/>
                </a:moveTo>
                <a:lnTo>
                  <a:pt x="13690" y="24371"/>
                </a:lnTo>
                <a:lnTo>
                  <a:pt x="25869" y="24371"/>
                </a:lnTo>
                <a:lnTo>
                  <a:pt x="25869" y="12192"/>
                </a:lnTo>
                <a:close/>
              </a:path>
              <a:path w="3279140" h="4021454">
                <a:moveTo>
                  <a:pt x="3253219" y="12192"/>
                </a:moveTo>
                <a:lnTo>
                  <a:pt x="25869" y="12192"/>
                </a:lnTo>
                <a:lnTo>
                  <a:pt x="25869" y="24371"/>
                </a:lnTo>
                <a:lnTo>
                  <a:pt x="3253219" y="24371"/>
                </a:lnTo>
                <a:lnTo>
                  <a:pt x="3253219" y="12192"/>
                </a:lnTo>
                <a:close/>
              </a:path>
              <a:path w="3279140" h="4021454">
                <a:moveTo>
                  <a:pt x="3279101" y="12192"/>
                </a:moveTo>
                <a:lnTo>
                  <a:pt x="3253219" y="12192"/>
                </a:lnTo>
                <a:lnTo>
                  <a:pt x="3266922" y="24371"/>
                </a:lnTo>
                <a:lnTo>
                  <a:pt x="3279101" y="24371"/>
                </a:lnTo>
                <a:lnTo>
                  <a:pt x="3279101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18160" y="755497"/>
            <a:ext cx="3390239" cy="18537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57934" y="366738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42265" algn="l"/>
                <a:tab pos="342900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igital_Clo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k_Exa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_0.xpr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468" y="852398"/>
            <a:ext cx="3190240" cy="437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Digital_Clock_Exam_0.xpr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SW0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BTNR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(T17)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: Mode</a:t>
            </a:r>
            <a:r>
              <a:rPr sz="12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SW1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BTND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(U17)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sz="12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Set_positon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SW2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BTNU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(T18)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12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Time</a:t>
            </a:r>
            <a:r>
              <a:rPr sz="12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Up/Down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SW3	</a:t>
            </a:r>
            <a:r>
              <a:rPr sz="1250" i="1" spc="-25" dirty="0">
                <a:solidFill>
                  <a:srgbClr val="F1F1F1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F1F1F1"/>
                </a:solidFill>
                <a:latin typeface="Times New Roman"/>
                <a:cs typeface="Times New Roman"/>
              </a:rPr>
              <a:t>BTNL </a:t>
            </a:r>
            <a:r>
              <a:rPr sz="1200" b="1" i="1" spc="-5" dirty="0">
                <a:solidFill>
                  <a:srgbClr val="F1F1F1"/>
                </a:solidFill>
                <a:latin typeface="Times New Roman"/>
                <a:cs typeface="Times New Roman"/>
              </a:rPr>
              <a:t>(W19) </a:t>
            </a: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: Alam</a:t>
            </a:r>
            <a:r>
              <a:rPr sz="1200" b="1" i="1" spc="-95" dirty="0">
                <a:solidFill>
                  <a:srgbClr val="F1F1F1"/>
                </a:solidFill>
                <a:latin typeface="Times New Roman"/>
                <a:cs typeface="Times New Roman"/>
              </a:rPr>
              <a:t> </a:t>
            </a:r>
            <a:r>
              <a:rPr sz="1200" b="1" i="1" spc="-10" dirty="0">
                <a:solidFill>
                  <a:srgbClr val="F1F1F1"/>
                </a:solidFill>
                <a:latin typeface="Times New Roman"/>
                <a:cs typeface="Times New Roman"/>
              </a:rPr>
              <a:t>On/Off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reset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SW15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FND4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Hour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10(or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 Min10)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FND3	</a:t>
            </a:r>
            <a:r>
              <a:rPr sz="1250" i="1" spc="-2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Hour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0(or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 Min0)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FND2	</a:t>
            </a:r>
            <a:r>
              <a:rPr sz="1250" i="1" spc="-3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Min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10(or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Sec10)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  <a:tab pos="10763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FND1	</a:t>
            </a:r>
            <a:r>
              <a:rPr sz="1250" i="1" spc="-3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Min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0(or</a:t>
            </a:r>
            <a:r>
              <a:rPr sz="1200" b="1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Sec0)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</a:tabLst>
            </a:pPr>
            <a:r>
              <a:rPr sz="1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time_mode</a:t>
            </a:r>
            <a:r>
              <a:rPr sz="1200" b="1" i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FF0000"/>
                </a:solidFill>
                <a:latin typeface="Wingdings"/>
                <a:cs typeface="Wingdings"/>
              </a:rPr>
              <a:t></a:t>
            </a:r>
            <a:r>
              <a:rPr sz="12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SW14</a:t>
            </a:r>
            <a:r>
              <a:rPr sz="12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1200" b="1" i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b="1" i="1" spc="-60" dirty="0">
                <a:solidFill>
                  <a:srgbClr val="FF0000"/>
                </a:solidFill>
                <a:latin typeface="맑은 고딕"/>
                <a:cs typeface="맑은 고딕"/>
              </a:rPr>
              <a:t>시분</a:t>
            </a:r>
            <a:r>
              <a:rPr sz="1200" b="1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1200" b="1" i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50" b="1" i="1" spc="-110" dirty="0">
                <a:solidFill>
                  <a:srgbClr val="FF0000"/>
                </a:solidFill>
                <a:latin typeface="맑은 고딕"/>
                <a:cs typeface="맑은 고딕"/>
              </a:rPr>
              <a:t>분초모드</a:t>
            </a:r>
            <a:endParaRPr sz="1250">
              <a:latin typeface="맑은 고딕"/>
              <a:cs typeface="맑은 고딕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</a:tabLst>
            </a:pP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Alarm </a:t>
            </a:r>
            <a:r>
              <a:rPr sz="1200" b="1" i="1" spc="-10" dirty="0">
                <a:solidFill>
                  <a:srgbClr val="F1F1F1"/>
                </a:solidFill>
                <a:latin typeface="Times New Roman"/>
                <a:cs typeface="Times New Roman"/>
              </a:rPr>
              <a:t>On/Off </a:t>
            </a:r>
            <a:r>
              <a:rPr sz="1250" i="1" spc="-40" dirty="0">
                <a:solidFill>
                  <a:srgbClr val="F1F1F1"/>
                </a:solidFill>
                <a:latin typeface="Wingdings"/>
                <a:cs typeface="Wingdings"/>
              </a:rPr>
              <a:t></a:t>
            </a:r>
            <a:r>
              <a:rPr sz="1200" b="1" i="1" spc="-40" dirty="0">
                <a:solidFill>
                  <a:srgbClr val="F1F1F1"/>
                </a:solidFill>
                <a:latin typeface="Times New Roman"/>
                <a:cs typeface="Times New Roman"/>
              </a:rPr>
              <a:t>LD </a:t>
            </a: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0 ~ </a:t>
            </a:r>
            <a:r>
              <a:rPr sz="1200" b="1" i="1" spc="-5" dirty="0">
                <a:solidFill>
                  <a:srgbClr val="F1F1F1"/>
                </a:solidFill>
                <a:latin typeface="Times New Roman"/>
                <a:cs typeface="Times New Roman"/>
              </a:rPr>
              <a:t>LD</a:t>
            </a:r>
            <a:r>
              <a:rPr sz="1200" b="1" i="1" spc="-75" dirty="0">
                <a:solidFill>
                  <a:srgbClr val="F1F1F1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401955" algn="l"/>
                <a:tab pos="403225" algn="l"/>
              </a:tabLst>
            </a:pP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Alarm Signal </a:t>
            </a:r>
            <a:r>
              <a:rPr sz="1250" i="1" spc="-40" dirty="0">
                <a:solidFill>
                  <a:srgbClr val="F1F1F1"/>
                </a:solidFill>
                <a:latin typeface="Wingdings"/>
                <a:cs typeface="Wingdings"/>
              </a:rPr>
              <a:t></a:t>
            </a:r>
            <a:r>
              <a:rPr sz="1200" b="1" i="1" spc="-40" dirty="0">
                <a:solidFill>
                  <a:srgbClr val="F1F1F1"/>
                </a:solidFill>
                <a:latin typeface="Times New Roman"/>
                <a:cs typeface="Times New Roman"/>
              </a:rPr>
              <a:t>LD </a:t>
            </a:r>
            <a:r>
              <a:rPr sz="1200" b="1" i="1" dirty="0">
                <a:solidFill>
                  <a:srgbClr val="F1F1F1"/>
                </a:solidFill>
                <a:latin typeface="Times New Roman"/>
                <a:cs typeface="Times New Roman"/>
              </a:rPr>
              <a:t>4 ~</a:t>
            </a:r>
            <a:r>
              <a:rPr sz="1200" b="1" i="1" spc="-85" dirty="0">
                <a:solidFill>
                  <a:srgbClr val="F1F1F1"/>
                </a:solidFill>
                <a:latin typeface="Times New Roman"/>
                <a:cs typeface="Times New Roman"/>
              </a:rPr>
              <a:t> </a:t>
            </a:r>
            <a:r>
              <a:rPr sz="1200" b="1" i="1" spc="-5" dirty="0">
                <a:solidFill>
                  <a:srgbClr val="F1F1F1"/>
                </a:solidFill>
                <a:latin typeface="Times New Roman"/>
                <a:cs typeface="Times New Roman"/>
              </a:rPr>
              <a:t>LD6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Mode(Selection) </a:t>
            </a:r>
            <a:r>
              <a:rPr sz="1250" i="1" spc="-4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LD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8 ~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LD</a:t>
            </a:r>
            <a:r>
              <a:rPr sz="12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402590" indent="-22923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401955" algn="l"/>
                <a:tab pos="403225" algn="l"/>
              </a:tabLst>
            </a:pP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Set_potion </a:t>
            </a:r>
            <a:r>
              <a:rPr sz="1250" i="1" spc="-4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1200" b="1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LD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13 ~ </a:t>
            </a:r>
            <a:r>
              <a:rPr sz="12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LD</a:t>
            </a:r>
            <a:r>
              <a:rPr sz="12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84720" y="259105"/>
            <a:ext cx="6011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Times New Roman"/>
                <a:cs typeface="Times New Roman"/>
              </a:rPr>
              <a:t>Example </a:t>
            </a:r>
            <a:r>
              <a:rPr sz="3600" i="1" spc="-10" dirty="0">
                <a:latin typeface="Times New Roman"/>
                <a:cs typeface="Times New Roman"/>
              </a:rPr>
              <a:t>13-1</a:t>
            </a:r>
            <a:r>
              <a:rPr sz="36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6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Digital_Clock(1)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00220" y="4213110"/>
            <a:ext cx="6005614" cy="27036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87550" y="1720850"/>
            <a:ext cx="1371600" cy="150580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mode_out[1:0]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sw0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sw1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set_pos_out3:0]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reset</a:t>
            </a:r>
          </a:p>
          <a:p>
            <a:pPr>
              <a:spcBef>
                <a:spcPts val="0"/>
              </a:spcBef>
              <a:defRPr/>
            </a:pPr>
            <a:endParaRPr lang="en-US" altLang="ko-KR" sz="1300" b="1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987550" y="3778250"/>
            <a:ext cx="762000" cy="78647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kumimoji="0" lang="en-US" altLang="ko-KR" sz="1300" b="1" i="0" u="none" strike="noStrike" kern="1200" cap="none" spc="0" normalizeH="0">
                <a:ln w="9525">
                  <a:solidFill>
                    <a:schemeClr val="dk1"/>
                  </a:solidFill>
                </a:ln>
                <a:solidFill>
                  <a:schemeClr val="dk1"/>
                </a:solidFill>
                <a:latin typeface="맑은 고딕"/>
                <a:ea typeface="+mn-ea"/>
                <a:cs typeface="+mn-cs"/>
              </a:rPr>
              <a:t>clk</a:t>
            </a:r>
          </a:p>
          <a:p>
            <a:pPr>
              <a:spcBef>
                <a:spcPts val="0"/>
              </a:spcBef>
              <a:defRPr/>
            </a:pPr>
            <a:r>
              <a:rPr kumimoji="0" lang="en-US" altLang="ko-KR" sz="1300" b="1" i="0" u="none" strike="noStrike" kern="1200" cap="none" spc="0" normalizeH="0">
                <a:ln w="9525">
                  <a:solidFill>
                    <a:schemeClr val="dk1"/>
                  </a:solidFill>
                </a:ln>
                <a:solidFill>
                  <a:schemeClr val="dk1"/>
                </a:solidFill>
                <a:latin typeface="맑은 고딕"/>
                <a:ea typeface="+mn-ea"/>
                <a:cs typeface="+mn-cs"/>
              </a:rPr>
              <a:t>reset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300" b="1">
                <a:solidFill>
                  <a:schemeClr val="dk1"/>
                </a:solidFill>
                <a:latin typeface="맑은 고딕"/>
              </a:rPr>
              <a:t>clk_out</a:t>
            </a:r>
            <a:r>
              <a:rPr lang="en-US" altLang="ko-KR" sz="1300" b="1"/>
              <a:t>_</a:t>
            </a:r>
            <a:r>
              <a:rPr lang="en-US" altLang="ko-KR" sz="1300"/>
              <a:t>clk_out</a:t>
            </a:r>
            <a:endParaRPr lang="en-US" altLang="ko-KR" sz="1300">
              <a:ln w="9525">
                <a:solidFill>
                  <a:schemeClr val="dk1"/>
                </a:solidFill>
              </a:ln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987550" y="5378450"/>
            <a:ext cx="1524000" cy="109339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 sz="1400" b="1">
                <a:solidFill>
                  <a:schemeClr val="dk1"/>
                </a:solidFill>
                <a:latin typeface="맑은 고딕"/>
              </a:rPr>
              <a:t>in_clk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400" b="1">
                <a:solidFill>
                  <a:schemeClr val="dk1"/>
                </a:solidFill>
                <a:latin typeface="맑은 고딕"/>
              </a:rPr>
              <a:t>out_counter[1:0]</a:t>
            </a:r>
          </a:p>
          <a:p>
            <a:pPr algn="ctr">
              <a:spcBef>
                <a:spcPts val="0"/>
              </a:spcBef>
              <a:defRPr/>
            </a:pPr>
            <a:endParaRPr kumimoji="0" lang="en-US" altLang="ko-KR" sz="1500" b="1" i="0" u="none" strike="noStrike" kern="1200" cap="none" spc="0" normalizeH="0">
              <a:solidFill>
                <a:schemeClr val="dk1"/>
              </a:solidFill>
              <a:latin typeface="맑은 고딕"/>
              <a:ea typeface="+mn-ea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001380" y="1108174"/>
            <a:ext cx="1338969" cy="206047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algn="ctr">
              <a:spcBef>
                <a:spcPts val="0"/>
              </a:spcBef>
              <a:defRPr/>
            </a:pPr>
            <a:r>
              <a:rPr lang="en-US" altLang="ko-KR" b="1">
                <a:solidFill>
                  <a:schemeClr val="lt1"/>
                </a:solidFill>
              </a:rPr>
              <a:t>clkddd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reset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mode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setpos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sw2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clk1hz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hour_out</a:t>
            </a:r>
          </a:p>
          <a:p>
            <a:pPr algn="ctr">
              <a:spcBef>
                <a:spcPts val="0"/>
              </a:spcBef>
              <a:defRPr/>
            </a:pPr>
            <a:endParaRPr kumimoji="0" lang="en-US" altLang="ko-KR" b="1" i="0" u="none" strike="noStrike" kern="1200" cap="none" spc="0" normalizeH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87550" y="1280206"/>
            <a:ext cx="1457855" cy="364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masterselect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6095" y="3411223"/>
            <a:ext cx="1457855" cy="367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clockdivider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001380" y="3612518"/>
            <a:ext cx="1338969" cy="367093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hour10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hour0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min10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min0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sec10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sec0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sec_in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min_in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hour_in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mode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tl_mmsec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tl_sec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tl_min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al_sec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al_min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al_hour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949950" y="1035050"/>
            <a:ext cx="1295399" cy="22098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inf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ine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ind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inc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inb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ina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outy[3:0]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time_mode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</a:rPr>
              <a:t>insel[1:0]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7743627" y="2402505"/>
            <a:ext cx="1101923" cy="114714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algn="ctr">
              <a:spcBef>
                <a:spcPts val="0"/>
              </a:spcBef>
              <a:defRPr/>
            </a:pPr>
            <a:r>
              <a:rPr lang="en-US" altLang="ko-KR"/>
              <a:t>fd      </a:t>
            </a: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fnd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fndin[3:0</a:t>
            </a:r>
            <a:r>
              <a:rPr lang="en-US" altLang="ko-KR" sz="1500">
                <a:solidFill>
                  <a:schemeClr val="dk1"/>
                </a:solidFill>
                <a:latin typeface="맑은 고딕"/>
              </a:rPr>
              <a:t>]</a:t>
            </a:r>
          </a:p>
          <a:p>
            <a:pPr>
              <a:spcBef>
                <a:spcPts val="0"/>
              </a:spcBef>
              <a:defRPr/>
            </a:pPr>
            <a:endParaRPr lang="en-US" altLang="ko-KR" sz="150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949950" y="3549650"/>
            <a:ext cx="1697411" cy="17526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timer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sw1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sw2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clk1000hz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mode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mmsec_out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min_out</a:t>
            </a:r>
          </a:p>
          <a:p>
            <a:pPr>
              <a:spcBef>
                <a:spcPts val="0"/>
              </a:spcBef>
              <a:defRPr/>
            </a:pPr>
            <a:endParaRPr kumimoji="0" lang="en-US" altLang="ko-KR" sz="1500" b="1" i="0" u="none" strike="noStrike" kern="1200" cap="none" spc="0" normalizeH="0">
              <a:solidFill>
                <a:schemeClr val="dk1"/>
              </a:solidFill>
              <a:latin typeface="맑은 고딕"/>
              <a:ea typeface="+mn-ea"/>
              <a:cs typeface="+mn-cs"/>
            </a:endParaRPr>
          </a:p>
          <a:p>
            <a:pPr algn="ctr">
              <a:spcBef>
                <a:spcPts val="0"/>
              </a:spcBef>
              <a:defRPr/>
            </a:pPr>
            <a:endParaRPr kumimoji="0" lang="en-US" altLang="ko-KR" sz="1500" b="1" i="0" u="none" strike="noStrike" kern="1200" cap="none" spc="0" normalizeH="0">
              <a:solidFill>
                <a:schemeClr val="dk1"/>
              </a:solidFill>
              <a:latin typeface="맑은 고딕"/>
              <a:ea typeface="+mn-ea"/>
              <a:cs typeface="+mn-cs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785969" y="3778250"/>
            <a:ext cx="1534582" cy="29718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set_pos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clk1000hz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mode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clk_min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clk_hour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sw2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sw3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sec_out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min_out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hour_out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alarm_out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alarm_on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702550" y="1035050"/>
            <a:ext cx="1183878" cy="88238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spcBef>
                <a:spcPts val="0"/>
              </a:spcBef>
              <a:defRPr/>
            </a:pPr>
            <a:r>
              <a:rPr lang="en-US" altLang="ko-KR"/>
              <a:t>l</a:t>
            </a: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sel_in[1:0]</a:t>
            </a:r>
          </a:p>
          <a:p>
            <a:pPr>
              <a:spcBef>
                <a:spcPts val="0"/>
              </a:spcBef>
              <a:defRPr/>
            </a:pPr>
            <a:endParaRPr lang="en-US" altLang="ko-KR" sz="1500" b="1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fndsel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9378950" y="2101850"/>
            <a:ext cx="1160528" cy="141948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31" name="TextBox 30"/>
          <p:cNvSpPr txBox="1"/>
          <p:nvPr/>
        </p:nvSpPr>
        <p:spPr>
          <a:xfrm>
            <a:off x="4001381" y="673151"/>
            <a:ext cx="1338969" cy="36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dc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1381" y="3244850"/>
            <a:ext cx="1338969" cy="365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fnddisplay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2295" y="4941270"/>
            <a:ext cx="1457855" cy="36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counter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34950" y="606406"/>
            <a:ext cx="1625269" cy="637224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algn="ctr">
              <a:spcBef>
                <a:spcPts val="0"/>
              </a:spcBef>
              <a:defRPr/>
            </a:pPr>
            <a:r>
              <a:rPr lang="en-US" altLang="ko-KR" sz="1500" b="1" dirty="0">
                <a:latin typeface="맑은 고딕"/>
              </a:rPr>
              <a:t>c</a:t>
            </a: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altLang="ko-KR" sz="1500" b="1" dirty="0">
                <a:latin typeface="맑은 고딕"/>
              </a:rPr>
              <a:t>l</a:t>
            </a: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clk</a:t>
            </a: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reset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time_mode</a:t>
            </a: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swo</a:t>
            </a: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sw1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sw2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sw3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mode_out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[1:0]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set_pos_out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[2:0]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fndsel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[3:0]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fnd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[7:0]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alarm_out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[2:0]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alarm_on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[2:0]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w_clkout</a:t>
            </a: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w_clk_out</a:t>
            </a: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out_counter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[1:0]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fndin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[3:0]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hour_out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[4:0]</a:t>
            </a:r>
          </a:p>
          <a:p>
            <a:pPr algn="r"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min_out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sec_out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hour10[3:0]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hour0[3:0]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min10[3:0]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min0[3:0]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sec10[3:0]</a:t>
            </a:r>
          </a:p>
          <a:p>
            <a:pPr algn="r">
              <a:defRPr/>
            </a:pP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sec0[3:0]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w_t_mmsec_out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[6:0]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w_t_sec_out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w_t_min_out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w_a_sec_out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w_a_min_out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[5:0]</a:t>
            </a:r>
          </a:p>
          <a:p>
            <a:pPr algn="r">
              <a:spcBef>
                <a:spcPts val="0"/>
              </a:spcBef>
              <a:defRPr/>
            </a:pPr>
            <a:r>
              <a:rPr lang="en-US" altLang="ko-KR" sz="1200" b="1" dirty="0" err="1">
                <a:solidFill>
                  <a:schemeClr val="dk1"/>
                </a:solidFill>
                <a:latin typeface="맑은 고딕"/>
              </a:rPr>
              <a:t>w_a_hour_out</a:t>
            </a:r>
            <a:r>
              <a:rPr lang="en-US" altLang="ko-KR" sz="1200" b="1" dirty="0">
                <a:solidFill>
                  <a:schemeClr val="dk1"/>
                </a:solidFill>
                <a:latin typeface="맑은 고딕"/>
              </a:rPr>
              <a:t>[4:0]</a:t>
            </a:r>
          </a:p>
          <a:p>
            <a:pPr algn="r">
              <a:spcBef>
                <a:spcPts val="0"/>
              </a:spcBef>
              <a:defRPr/>
            </a:pPr>
            <a:endParaRPr lang="en-US" altLang="ko-KR" sz="1200" b="1" dirty="0">
              <a:solidFill>
                <a:schemeClr val="dk1"/>
              </a:solidFill>
              <a:latin typeface="맑은 고딕"/>
            </a:endParaRPr>
          </a:p>
          <a:p>
            <a:pPr algn="r">
              <a:spcBef>
                <a:spcPts val="0"/>
              </a:spcBef>
              <a:defRPr/>
            </a:pPr>
            <a:endParaRPr kumimoji="0" lang="en-US" altLang="ko-KR" sz="1500" b="1" i="0" u="none" strike="noStrike" kern="1200" cap="none" spc="0" normalizeH="0" dirty="0">
              <a:solidFill>
                <a:schemeClr val="dk1"/>
              </a:solidFill>
              <a:latin typeface="맑은 고딕"/>
              <a:ea typeface="+mn-ea"/>
              <a:cs typeface="+mn-cs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  <a:p>
            <a:pPr algn="ctr">
              <a:spcBef>
                <a:spcPts val="0"/>
              </a:spcBef>
              <a:defRPr/>
            </a:pPr>
            <a:endParaRPr lang="en-US" altLang="ko-KR" sz="1500" b="1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11746" y="219333"/>
            <a:ext cx="1294804" cy="358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topmodule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5820" y="4404571"/>
            <a:ext cx="1697411" cy="320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/>
          </a:p>
        </p:txBody>
      </p:sp>
      <p:sp>
        <p:nvSpPr>
          <p:cNvPr id="52" name="TextBox 51"/>
          <p:cNvSpPr txBox="1"/>
          <p:nvPr/>
        </p:nvSpPr>
        <p:spPr>
          <a:xfrm>
            <a:off x="7702550" y="793917"/>
            <a:ext cx="949523" cy="317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/>
          </a:p>
        </p:txBody>
      </p:sp>
      <p:sp>
        <p:nvSpPr>
          <p:cNvPr id="53" name="TextBox 52"/>
          <p:cNvSpPr txBox="1"/>
          <p:nvPr/>
        </p:nvSpPr>
        <p:spPr>
          <a:xfrm>
            <a:off x="7710021" y="405886"/>
            <a:ext cx="114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/>
              <a:t>Decoder</a:t>
            </a:r>
          </a:p>
          <a:p>
            <a:pPr>
              <a:defRPr/>
            </a:pPr>
            <a:r>
              <a:rPr lang="en-US" altLang="ko-KR" dirty="0" smtClean="0"/>
              <a:t>(MUX 4X1)</a:t>
            </a:r>
            <a:endParaRPr lang="en-US" altLang="ko-KR" dirty="0"/>
          </a:p>
        </p:txBody>
      </p:sp>
      <p:sp>
        <p:nvSpPr>
          <p:cNvPr id="54" name="TextBox 53"/>
          <p:cNvSpPr txBox="1"/>
          <p:nvPr/>
        </p:nvSpPr>
        <p:spPr>
          <a:xfrm>
            <a:off x="9409377" y="1720850"/>
            <a:ext cx="1112573" cy="365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7segment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016750" y="5783571"/>
            <a:ext cx="1164010" cy="66167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>
              <a:defRPr/>
            </a:pPr>
            <a:r>
              <a:rPr lang="en-US" altLang="ko-KR"/>
              <a:t>clkclk</a:t>
            </a:r>
          </a:p>
          <a:p>
            <a:pPr>
              <a:defRPr/>
            </a:pPr>
            <a:r>
              <a:rPr lang="en-US" altLang="ko-KR"/>
              <a:t>reset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reset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500" b="1">
                <a:solidFill>
                  <a:schemeClr val="dk1"/>
                </a:solidFill>
                <a:latin typeface="맑은 고딕"/>
              </a:rPr>
              <a:t>clk_out</a:t>
            </a:r>
          </a:p>
          <a:p>
            <a:pPr>
              <a:defRPr/>
            </a:pPr>
            <a:r>
              <a:rPr lang="en-US" altLang="ko-KR"/>
              <a:t>reset</a:t>
            </a:r>
          </a:p>
          <a:p>
            <a:pPr>
              <a:defRPr/>
            </a:pPr>
            <a:r>
              <a:rPr lang="en-US" altLang="ko-KR"/>
              <a:t>clk1000hz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55821" y="5525058"/>
            <a:ext cx="2308729" cy="314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/>
          </a:p>
        </p:txBody>
      </p:sp>
      <p:sp>
        <p:nvSpPr>
          <p:cNvPr id="59" name="TextBox 58"/>
          <p:cNvSpPr txBox="1"/>
          <p:nvPr/>
        </p:nvSpPr>
        <p:spPr>
          <a:xfrm>
            <a:off x="6407150" y="5323763"/>
            <a:ext cx="1981200" cy="360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clockdivider1000hz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75396" y="591851"/>
            <a:ext cx="1017554" cy="36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datamux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92455" y="3620542"/>
            <a:ext cx="1347556" cy="315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/>
          </a:p>
        </p:txBody>
      </p:sp>
      <p:sp>
        <p:nvSpPr>
          <p:cNvPr id="62" name="TextBox 61"/>
          <p:cNvSpPr txBox="1"/>
          <p:nvPr/>
        </p:nvSpPr>
        <p:spPr>
          <a:xfrm>
            <a:off x="8692455" y="3463669"/>
            <a:ext cx="1534582" cy="36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   alarm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6350" y="1972091"/>
            <a:ext cx="1447105" cy="358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fnddecoder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5340350" y="4387850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rot="16200000">
            <a:off x="4235450" y="2978150"/>
            <a:ext cx="2667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5568950" y="1644650"/>
            <a:ext cx="3810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rot="10800000">
            <a:off x="5645150" y="4768850"/>
            <a:ext cx="304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rot="16200000" flipH="1">
            <a:off x="4806950" y="5530850"/>
            <a:ext cx="1676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rot="10800000">
            <a:off x="5340350" y="6369050"/>
            <a:ext cx="3048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rot="10800000">
            <a:off x="8312150" y="5988050"/>
            <a:ext cx="45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rot="16200000" flipH="1">
            <a:off x="7816850" y="6483350"/>
            <a:ext cx="990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rot="10800000">
            <a:off x="5340350" y="6978650"/>
            <a:ext cx="29718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8921750" y="1720850"/>
            <a:ext cx="152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rot="16200000" flipH="1">
            <a:off x="8731250" y="2063750"/>
            <a:ext cx="685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9074150" y="2406650"/>
            <a:ext cx="3048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endCxn id="29" idx="1"/>
          </p:cNvCxnSpPr>
          <p:nvPr/>
        </p:nvCxnSpPr>
        <p:spPr>
          <a:xfrm>
            <a:off x="8845550" y="2711450"/>
            <a:ext cx="533400" cy="1001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7245350" y="2635250"/>
            <a:ext cx="152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 rot="16200000" flipH="1">
            <a:off x="7245350" y="2787650"/>
            <a:ext cx="304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endCxn id="25" idx="1"/>
          </p:cNvCxnSpPr>
          <p:nvPr/>
        </p:nvCxnSpPr>
        <p:spPr>
          <a:xfrm flipV="1">
            <a:off x="7432873" y="2976077"/>
            <a:ext cx="310754" cy="41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6711950" y="6369050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026150" y="6369050"/>
            <a:ext cx="1066800" cy="36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w_clkout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3054350" y="438785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>
            <a:off x="3282950" y="438785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12" idx="3"/>
          </p:cNvCxnSpPr>
          <p:nvPr/>
        </p:nvCxnSpPr>
        <p:spPr>
          <a:xfrm flipV="1">
            <a:off x="3511550" y="5911850"/>
            <a:ext cx="381000" cy="132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rot="16200000">
            <a:off x="1187450" y="3206750"/>
            <a:ext cx="5410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3892550" y="501650"/>
            <a:ext cx="1752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rot="16200000" flipH="1">
            <a:off x="4387850" y="1835150"/>
            <a:ext cx="2667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/>
          <p:nvPr/>
        </p:nvCxnSpPr>
        <p:spPr>
          <a:xfrm>
            <a:off x="5721350" y="3168649"/>
            <a:ext cx="2286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5721350" y="501650"/>
            <a:ext cx="1676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rot="16200000" flipH="1">
            <a:off x="7016750" y="882650"/>
            <a:ext cx="76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>
            <a:off x="7397750" y="1263650"/>
            <a:ext cx="3048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rot="16200000">
            <a:off x="2520950" y="3397250"/>
            <a:ext cx="1981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>
            <a:off x="3587750" y="2406650"/>
            <a:ext cx="3810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3663950" y="2787650"/>
            <a:ext cx="152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rot="16200000" flipH="1">
            <a:off x="2406650" y="4044950"/>
            <a:ext cx="2514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rot="10800000">
            <a:off x="2749550" y="4387850"/>
            <a:ext cx="381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312738" y="4591976"/>
            <a:ext cx="1219200" cy="3632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w_clk_out</a:t>
            </a: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3663949" y="5302250"/>
            <a:ext cx="3374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꺾인 연결선 4"/>
          <p:cNvCxnSpPr/>
          <p:nvPr/>
        </p:nvCxnSpPr>
        <p:spPr>
          <a:xfrm rot="10800000">
            <a:off x="3740150" y="2787650"/>
            <a:ext cx="261230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750" y="425450"/>
            <a:ext cx="9753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000" dirty="0"/>
              <a:t>module 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top_fndcontrol</a:t>
            </a:r>
            <a:r>
              <a:rPr lang="en-US" altLang="ko-KR" sz="2000" dirty="0"/>
              <a:t>(</a:t>
            </a:r>
          </a:p>
          <a:p>
            <a:pPr fontAlgn="base"/>
            <a:r>
              <a:rPr lang="en-US" altLang="ko-KR" sz="2000" dirty="0"/>
              <a:t>input 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clk</a:t>
            </a:r>
            <a:r>
              <a:rPr lang="en-US" altLang="ko-KR" sz="2000" dirty="0" smtClean="0"/>
              <a:t>,    input </a:t>
            </a:r>
            <a:r>
              <a:rPr lang="en-US" altLang="ko-KR" sz="2000" dirty="0"/>
              <a:t>reset</a:t>
            </a:r>
            <a:r>
              <a:rPr lang="en-US" altLang="ko-KR" sz="2000" dirty="0" smtClean="0"/>
              <a:t>,  input  </a:t>
            </a:r>
            <a:r>
              <a:rPr lang="en-US" altLang="ko-KR" sz="2000" dirty="0" err="1" smtClean="0"/>
              <a:t>time_mode</a:t>
            </a:r>
            <a:r>
              <a:rPr lang="en-US" altLang="ko-KR" sz="2000" dirty="0" smtClean="0"/>
              <a:t>,  input </a:t>
            </a:r>
            <a:r>
              <a:rPr lang="en-US" altLang="ko-KR" sz="2000" dirty="0"/>
              <a:t>sw0, sw1, sw2, sw3,</a:t>
            </a:r>
          </a:p>
          <a:p>
            <a:pPr fontAlgn="base"/>
            <a:r>
              <a:rPr lang="en-US" altLang="ko-KR" sz="2000" dirty="0"/>
              <a:t>output [1:0] </a:t>
            </a:r>
            <a:r>
              <a:rPr lang="en-US" altLang="ko-KR" sz="2000" dirty="0" err="1"/>
              <a:t>mode_out</a:t>
            </a:r>
            <a:r>
              <a:rPr lang="en-US" altLang="ko-KR" sz="2000" dirty="0" smtClean="0"/>
              <a:t>, output </a:t>
            </a:r>
            <a:r>
              <a:rPr lang="en-US" altLang="ko-KR" sz="2000" dirty="0"/>
              <a:t>[2:0] </a:t>
            </a:r>
            <a:r>
              <a:rPr lang="en-US" altLang="ko-KR" sz="2000" dirty="0" err="1"/>
              <a:t>set_pos_out</a:t>
            </a:r>
            <a:r>
              <a:rPr lang="en-US" altLang="ko-KR" sz="2000" dirty="0"/>
              <a:t>,</a:t>
            </a:r>
          </a:p>
          <a:p>
            <a:pPr fontAlgn="base"/>
            <a:r>
              <a:rPr lang="en-US" altLang="ko-KR" sz="2000" dirty="0"/>
              <a:t>output [3:0] </a:t>
            </a:r>
            <a:r>
              <a:rPr lang="en-US" altLang="ko-KR" sz="2000" dirty="0" err="1"/>
              <a:t>fndsel</a:t>
            </a:r>
            <a:r>
              <a:rPr lang="en-US" altLang="ko-KR" sz="2000" dirty="0" smtClean="0"/>
              <a:t>, output </a:t>
            </a:r>
            <a:r>
              <a:rPr lang="en-US" altLang="ko-KR" sz="2000" dirty="0"/>
              <a:t>[7:0] </a:t>
            </a:r>
            <a:r>
              <a:rPr lang="en-US" altLang="ko-KR" sz="2000" dirty="0" err="1"/>
              <a:t>fnd</a:t>
            </a:r>
            <a:r>
              <a:rPr lang="en-US" altLang="ko-KR" sz="2000" dirty="0" smtClean="0"/>
              <a:t>, output </a:t>
            </a:r>
            <a:r>
              <a:rPr lang="en-US" altLang="ko-KR" sz="2000" dirty="0"/>
              <a:t>[2:0] </a:t>
            </a:r>
            <a:r>
              <a:rPr lang="en-US" altLang="ko-KR" sz="2000" dirty="0" err="1"/>
              <a:t>alarm_out</a:t>
            </a:r>
            <a:r>
              <a:rPr lang="en-US" altLang="ko-KR" sz="2000" dirty="0" smtClean="0"/>
              <a:t>, output </a:t>
            </a:r>
            <a:r>
              <a:rPr lang="en-US" altLang="ko-KR" sz="2000" dirty="0"/>
              <a:t>[2:0] </a:t>
            </a:r>
            <a:r>
              <a:rPr lang="en-US" altLang="ko-KR" sz="2000" dirty="0" err="1" smtClean="0"/>
              <a:t>alarm_on</a:t>
            </a:r>
            <a:r>
              <a:rPr lang="en-US" altLang="ko-KR" sz="2000" dirty="0" smtClean="0"/>
              <a:t> );</a:t>
            </a:r>
          </a:p>
          <a:p>
            <a:pPr fontAlgn="base"/>
            <a:endParaRPr lang="en-US" altLang="ko-KR" sz="2000" dirty="0"/>
          </a:p>
          <a:p>
            <a:pPr fontAlgn="base"/>
            <a:r>
              <a:rPr lang="en-US" altLang="ko-KR" sz="2000" dirty="0"/>
              <a:t>wire </a:t>
            </a:r>
            <a:r>
              <a:rPr lang="en-US" altLang="ko-KR" sz="2000" dirty="0" err="1"/>
              <a:t>w_clkout</a:t>
            </a:r>
            <a:r>
              <a:rPr lang="en-US" altLang="ko-KR" sz="2000" dirty="0"/>
              <a:t>;</a:t>
            </a:r>
          </a:p>
          <a:p>
            <a:pPr fontAlgn="base"/>
            <a:r>
              <a:rPr lang="en-US" altLang="ko-KR" sz="2000" dirty="0"/>
              <a:t>wire [3:0] </a:t>
            </a:r>
            <a:r>
              <a:rPr lang="en-US" altLang="ko-KR" sz="2000" dirty="0" err="1"/>
              <a:t>w_clk_out</a:t>
            </a:r>
            <a:r>
              <a:rPr lang="en-US" altLang="ko-KR" sz="2000" dirty="0" smtClean="0"/>
              <a:t>;  wire </a:t>
            </a:r>
            <a:r>
              <a:rPr lang="en-US" altLang="ko-KR" sz="2000" dirty="0"/>
              <a:t>[1:0] </a:t>
            </a:r>
            <a:r>
              <a:rPr lang="en-US" altLang="ko-KR" sz="2000" dirty="0" err="1"/>
              <a:t>out_counter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[3:0] </a:t>
            </a:r>
            <a:r>
              <a:rPr lang="en-US" altLang="ko-KR" sz="2000" dirty="0" err="1"/>
              <a:t>fndin</a:t>
            </a:r>
            <a:r>
              <a:rPr lang="en-US" altLang="ko-KR" sz="2000" dirty="0"/>
              <a:t>;</a:t>
            </a:r>
          </a:p>
          <a:p>
            <a:pPr fontAlgn="base"/>
            <a:r>
              <a:rPr lang="en-US" altLang="ko-KR" sz="2000" dirty="0"/>
              <a:t>wire [4:0] </a:t>
            </a:r>
            <a:r>
              <a:rPr lang="en-US" altLang="ko-KR" sz="2000" dirty="0" err="1"/>
              <a:t>hour_out</a:t>
            </a:r>
            <a:r>
              <a:rPr lang="en-US" altLang="ko-KR" sz="2000" dirty="0" smtClean="0"/>
              <a:t>;  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min_out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sec_out</a:t>
            </a:r>
            <a:r>
              <a:rPr lang="en-US" altLang="ko-KR" sz="2000" dirty="0"/>
              <a:t>;</a:t>
            </a:r>
          </a:p>
          <a:p>
            <a:pPr fontAlgn="base"/>
            <a:r>
              <a:rPr lang="en-US" altLang="ko-KR" sz="2000" dirty="0"/>
              <a:t>wire [3:0] hour10</a:t>
            </a:r>
            <a:r>
              <a:rPr lang="en-US" altLang="ko-KR" sz="2000" dirty="0" smtClean="0"/>
              <a:t>;  wire </a:t>
            </a:r>
            <a:r>
              <a:rPr lang="en-US" altLang="ko-KR" sz="2000" dirty="0"/>
              <a:t>[3:0] hour0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[3:0] min10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[3:0] min0;</a:t>
            </a:r>
          </a:p>
          <a:p>
            <a:pPr fontAlgn="base"/>
            <a:r>
              <a:rPr lang="en-US" altLang="ko-KR" sz="2000" dirty="0"/>
              <a:t>wire [3:0] sec10</a:t>
            </a:r>
            <a:r>
              <a:rPr lang="en-US" altLang="ko-KR" sz="2000" dirty="0" smtClean="0"/>
              <a:t>;   wire </a:t>
            </a:r>
            <a:r>
              <a:rPr lang="en-US" altLang="ko-KR" sz="2000" dirty="0"/>
              <a:t>[3:0] sec0</a:t>
            </a:r>
            <a:r>
              <a:rPr lang="en-US" altLang="ko-KR" sz="2000" dirty="0" smtClean="0"/>
              <a:t>; </a:t>
            </a:r>
          </a:p>
          <a:p>
            <a:pPr fontAlgn="base"/>
            <a:r>
              <a:rPr lang="en-US" altLang="ko-KR" sz="2000" dirty="0" smtClean="0"/>
              <a:t>wire </a:t>
            </a:r>
            <a:r>
              <a:rPr lang="en-US" altLang="ko-KR" sz="2000" dirty="0"/>
              <a:t>[6:0] </a:t>
            </a:r>
            <a:r>
              <a:rPr lang="en-US" altLang="ko-KR" sz="2000" dirty="0" err="1"/>
              <a:t>w_t_mmsec_out</a:t>
            </a:r>
            <a:r>
              <a:rPr lang="en-US" altLang="ko-KR" sz="2000" dirty="0" smtClean="0"/>
              <a:t>;  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w_t_sec_out</a:t>
            </a:r>
            <a:r>
              <a:rPr lang="en-US" altLang="ko-KR" sz="2000" dirty="0" smtClean="0"/>
              <a:t>;   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w_t_min_out</a:t>
            </a:r>
            <a:r>
              <a:rPr lang="en-US" altLang="ko-KR" sz="2000" dirty="0" smtClean="0"/>
              <a:t>; </a:t>
            </a:r>
          </a:p>
          <a:p>
            <a:pPr fontAlgn="base"/>
            <a:r>
              <a:rPr lang="en-US" altLang="ko-KR" sz="2000" dirty="0" smtClean="0"/>
              <a:t>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w_a_hour_out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[5:0] </a:t>
            </a:r>
            <a:r>
              <a:rPr lang="en-US" altLang="ko-KR" sz="2000" dirty="0" err="1"/>
              <a:t>w_a_sec_out</a:t>
            </a:r>
            <a:r>
              <a:rPr lang="en-US" altLang="ko-KR" sz="2000" dirty="0" smtClean="0"/>
              <a:t>; wire </a:t>
            </a:r>
            <a:r>
              <a:rPr lang="en-US" altLang="ko-KR" sz="2000" dirty="0"/>
              <a:t>[4:0] </a:t>
            </a:r>
            <a:r>
              <a:rPr lang="en-US" altLang="ko-KR" sz="2000" dirty="0" err="1"/>
              <a:t>w_a_min_out</a:t>
            </a:r>
            <a:r>
              <a:rPr lang="en-US" altLang="ko-KR" sz="2000" dirty="0"/>
              <a:t>;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8624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150" y="425451"/>
            <a:ext cx="9829800" cy="1634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400" dirty="0" err="1"/>
              <a:t>MasterSelect</a:t>
            </a:r>
            <a:r>
              <a:rPr lang="en-US" altLang="ko-KR" sz="2400" dirty="0"/>
              <a:t> u0(.reset(reset), .sw0(sw0), .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), .sw1(sw1), .</a:t>
            </a:r>
            <a:r>
              <a:rPr lang="en-US" altLang="ko-KR" sz="2400" dirty="0" err="1"/>
              <a:t>set_pos_out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set_pos_out</a:t>
            </a:r>
            <a:r>
              <a:rPr lang="en-US" altLang="ko-KR" sz="2400" dirty="0"/>
              <a:t>)); </a:t>
            </a:r>
          </a:p>
          <a:p>
            <a:pPr fontAlgn="base"/>
            <a:r>
              <a:rPr lang="en-US" altLang="ko-KR" sz="2400" dirty="0" err="1"/>
              <a:t>DigitalClock</a:t>
            </a:r>
            <a:r>
              <a:rPr lang="en-US" altLang="ko-KR" sz="2400" dirty="0"/>
              <a:t> </a:t>
            </a:r>
            <a:r>
              <a:rPr lang="en-US" altLang="ko-KR" sz="2400" dirty="0" smtClean="0"/>
              <a:t>  u1</a:t>
            </a:r>
            <a:r>
              <a:rPr lang="en-US" altLang="ko-KR" sz="2400" dirty="0"/>
              <a:t>(.reset(reset), .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(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), .clk1Hz(</a:t>
            </a:r>
            <a:r>
              <a:rPr lang="en-US" altLang="ko-KR" sz="2400" dirty="0" err="1"/>
              <a:t>w_clk_out</a:t>
            </a:r>
            <a:r>
              <a:rPr lang="en-US" altLang="ko-KR" sz="2400" dirty="0"/>
              <a:t>), .mode(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set_pos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set_pos_out</a:t>
            </a:r>
            <a:r>
              <a:rPr lang="en-US" altLang="ko-KR" sz="2400" dirty="0"/>
              <a:t>), .sw2(sw2), .</a:t>
            </a:r>
            <a:r>
              <a:rPr lang="en-US" altLang="ko-KR" sz="2400" dirty="0" err="1"/>
              <a:t>sec_out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sec_out</a:t>
            </a:r>
            <a:r>
              <a:rPr lang="en-US" altLang="ko-KR" sz="2400" dirty="0" smtClean="0"/>
              <a:t>),</a:t>
            </a:r>
          </a:p>
          <a:p>
            <a:pPr fontAlgn="base"/>
            <a:r>
              <a:rPr lang="en-US" altLang="ko-KR" sz="2400" dirty="0" smtClean="0"/>
              <a:t>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min_out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min_out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hour_out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hour_out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FNDDisplay</a:t>
            </a:r>
            <a:r>
              <a:rPr lang="en-US" altLang="ko-KR" sz="2400" dirty="0"/>
              <a:t> u2(.mode(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sec_in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min_in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min_out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hour_in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hour_out</a:t>
            </a:r>
            <a:r>
              <a:rPr lang="en-US" altLang="ko-KR" sz="2400" dirty="0"/>
              <a:t>), .hour10(hour10</a:t>
            </a:r>
            <a:r>
              <a:rPr lang="en-US" altLang="ko-KR" sz="2400" dirty="0" smtClean="0"/>
              <a:t>),</a:t>
            </a:r>
          </a:p>
          <a:p>
            <a:pPr fontAlgn="base"/>
            <a:r>
              <a:rPr lang="en-US" altLang="ko-KR" sz="2400" dirty="0" smtClean="0"/>
              <a:t> </a:t>
            </a:r>
            <a:r>
              <a:rPr lang="en-US" altLang="ko-KR" sz="2400" dirty="0"/>
              <a:t>.hour0(hour0), .min10(min10), .min0(min0), .sec10(sec10), .sec0(sec0), .</a:t>
            </a:r>
            <a:r>
              <a:rPr lang="en-US" altLang="ko-KR" sz="2400" dirty="0" err="1"/>
              <a:t>tl_mmsec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w_t_mmsec_out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tl_sec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tl_min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w_t_min_out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al_sec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al_min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w_a_min_out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al_hour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w_a_hour_out</a:t>
            </a:r>
            <a:r>
              <a:rPr lang="en-US" altLang="ko-KR" sz="2400" dirty="0"/>
              <a:t>)); </a:t>
            </a:r>
            <a:endParaRPr lang="en-US" altLang="ko-KR" sz="2400" dirty="0" smtClean="0"/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clockdivider_paramN</a:t>
            </a:r>
            <a:r>
              <a:rPr lang="en-US" altLang="ko-KR" sz="2400" dirty="0"/>
              <a:t> #(.N(50_000)) u3(.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(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) , .reset(reset), .</a:t>
            </a:r>
            <a:r>
              <a:rPr lang="en-US" altLang="ko-KR" sz="2400" dirty="0" err="1"/>
              <a:t>clk_out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w_clkout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/>
              <a:t>counter u4(.</a:t>
            </a:r>
            <a:r>
              <a:rPr lang="en-US" altLang="ko-KR" sz="2400" dirty="0" err="1"/>
              <a:t>inclk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w_clkout</a:t>
            </a:r>
            <a:r>
              <a:rPr lang="en-US" altLang="ko-KR" sz="2400" dirty="0"/>
              <a:t>), .reset(reset), .</a:t>
            </a:r>
            <a:r>
              <a:rPr lang="en-US" altLang="ko-KR" sz="2400" dirty="0" err="1"/>
              <a:t>out_counter</a:t>
            </a:r>
            <a:r>
              <a:rPr lang="en-US" altLang="ko-KR" sz="2400" dirty="0"/>
              <a:t>(</a:t>
            </a:r>
            <a:r>
              <a:rPr lang="en-US" altLang="ko-KR" sz="2400" dirty="0" err="1"/>
              <a:t>out_counter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datamux</a:t>
            </a:r>
            <a:r>
              <a:rPr lang="en-US" altLang="ko-KR" sz="2400" dirty="0"/>
              <a:t> u5(.</a:t>
            </a:r>
            <a:r>
              <a:rPr lang="en-US" altLang="ko-KR" sz="2400" dirty="0" err="1"/>
              <a:t>time_mode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time_mode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ina</a:t>
            </a:r>
            <a:r>
              <a:rPr lang="en-US" altLang="ko-KR" sz="2400" dirty="0"/>
              <a:t>(sec0), .</a:t>
            </a:r>
            <a:r>
              <a:rPr lang="en-US" altLang="ko-KR" sz="2400" dirty="0" err="1"/>
              <a:t>inb</a:t>
            </a:r>
            <a:r>
              <a:rPr lang="en-US" altLang="ko-KR" sz="2400" dirty="0"/>
              <a:t>(sec10), .</a:t>
            </a:r>
            <a:r>
              <a:rPr lang="en-US" altLang="ko-KR" sz="2400" dirty="0" err="1"/>
              <a:t>inc</a:t>
            </a:r>
            <a:r>
              <a:rPr lang="en-US" altLang="ko-KR" sz="2400" dirty="0"/>
              <a:t>(min0), .</a:t>
            </a:r>
            <a:r>
              <a:rPr lang="en-US" altLang="ko-KR" sz="2400" dirty="0" err="1"/>
              <a:t>ind</a:t>
            </a:r>
            <a:r>
              <a:rPr lang="en-US" altLang="ko-KR" sz="2400" dirty="0"/>
              <a:t>(min10), .</a:t>
            </a:r>
            <a:r>
              <a:rPr lang="en-US" altLang="ko-KR" sz="2400" dirty="0" err="1"/>
              <a:t>ine</a:t>
            </a:r>
            <a:r>
              <a:rPr lang="en-US" altLang="ko-KR" sz="2400" dirty="0"/>
              <a:t>(hour0), .</a:t>
            </a:r>
            <a:r>
              <a:rPr lang="en-US" altLang="ko-KR" sz="2400" dirty="0" err="1"/>
              <a:t>inf</a:t>
            </a:r>
            <a:r>
              <a:rPr lang="en-US" altLang="ko-KR" sz="2400" dirty="0"/>
              <a:t>(hour10), </a:t>
            </a:r>
            <a:endParaRPr lang="en-US" altLang="ko-KR" sz="2400" dirty="0" smtClean="0"/>
          </a:p>
          <a:p>
            <a:pPr fontAlgn="base"/>
            <a:r>
              <a:rPr lang="en-US" altLang="ko-KR" sz="2400" dirty="0" smtClean="0"/>
              <a:t>.</a:t>
            </a:r>
            <a:r>
              <a:rPr lang="en-US" altLang="ko-KR" sz="2400" dirty="0" err="1"/>
              <a:t>insel</a:t>
            </a:r>
            <a:r>
              <a:rPr lang="en-US" altLang="ko-KR" sz="2400" dirty="0"/>
              <a:t>(</a:t>
            </a:r>
            <a:r>
              <a:rPr lang="en-US" altLang="ko-KR" sz="2400" dirty="0" err="1"/>
              <a:t>out_counter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outy</a:t>
            </a:r>
            <a:r>
              <a:rPr lang="en-US" altLang="ko-KR" sz="2400" dirty="0"/>
              <a:t>(</a:t>
            </a:r>
            <a:r>
              <a:rPr lang="en-US" altLang="ko-KR" sz="2400" dirty="0" err="1"/>
              <a:t>fndin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/>
              <a:t>mux4x1 u6( .</a:t>
            </a:r>
            <a:r>
              <a:rPr lang="en-US" altLang="ko-KR" sz="2400" dirty="0" err="1"/>
              <a:t>sel_in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out_counter</a:t>
            </a:r>
            <a:r>
              <a:rPr lang="en-US" altLang="ko-KR" sz="2400" dirty="0"/>
              <a:t>),.</a:t>
            </a:r>
            <a:r>
              <a:rPr lang="en-US" altLang="ko-KR" sz="2400" dirty="0" err="1"/>
              <a:t>fndsel</a:t>
            </a:r>
            <a:r>
              <a:rPr lang="en-US" altLang="ko-KR" sz="2400" dirty="0"/>
              <a:t>(</a:t>
            </a:r>
            <a:r>
              <a:rPr lang="en-US" altLang="ko-KR" sz="2400" dirty="0" err="1"/>
              <a:t>fndsel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FNDdecoder</a:t>
            </a:r>
            <a:r>
              <a:rPr lang="en-US" altLang="ko-KR" sz="2400" dirty="0"/>
              <a:t> u7( .</a:t>
            </a:r>
            <a:r>
              <a:rPr lang="en-US" altLang="ko-KR" sz="2400" dirty="0" err="1"/>
              <a:t>fndin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fndin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fnd</a:t>
            </a:r>
            <a:r>
              <a:rPr lang="en-US" altLang="ko-KR" sz="2400" dirty="0"/>
              <a:t>(</a:t>
            </a:r>
            <a:r>
              <a:rPr lang="en-US" altLang="ko-KR" sz="2400" dirty="0" err="1"/>
              <a:t>fnd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clockdivider_paramN</a:t>
            </a:r>
            <a:r>
              <a:rPr lang="en-US" altLang="ko-KR" sz="2400" dirty="0"/>
              <a:t> #(.N(50_000_000)) u8(.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(</a:t>
            </a:r>
            <a:r>
              <a:rPr lang="en-US" altLang="ko-KR" sz="2400" dirty="0" err="1"/>
              <a:t>clk</a:t>
            </a:r>
            <a:r>
              <a:rPr lang="en-US" altLang="ko-KR" sz="2400" dirty="0"/>
              <a:t>) , .reset(reset), .</a:t>
            </a:r>
            <a:r>
              <a:rPr lang="en-US" altLang="ko-KR" sz="2400" dirty="0" err="1"/>
              <a:t>clk_out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w_clk_out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/>
              <a:t>Timer u9 (.reset(reset), .mode(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), .clk1000Hz(</a:t>
            </a:r>
            <a:r>
              <a:rPr lang="en-US" altLang="ko-KR" sz="2400" dirty="0" err="1"/>
              <a:t>w_clkout</a:t>
            </a:r>
            <a:r>
              <a:rPr lang="en-US" altLang="ko-KR" sz="2400" dirty="0"/>
              <a:t>), .sw1(sw1), .sw2(sw2), </a:t>
            </a:r>
            <a:endParaRPr lang="en-US" altLang="ko-KR" sz="2400" dirty="0" smtClean="0"/>
          </a:p>
          <a:p>
            <a:pPr fontAlgn="base"/>
            <a:r>
              <a:rPr lang="en-US" altLang="ko-KR" sz="2400" dirty="0" smtClean="0"/>
              <a:t>.</a:t>
            </a:r>
            <a:r>
              <a:rPr lang="en-US" altLang="ko-KR" sz="2400" dirty="0" err="1"/>
              <a:t>mmsec_out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w_t_mmsec_out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sec_out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min_out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w_t_min_out</a:t>
            </a:r>
            <a:r>
              <a:rPr lang="en-US" altLang="ko-KR" sz="2400" dirty="0" smtClean="0"/>
              <a:t>));</a:t>
            </a:r>
          </a:p>
          <a:p>
            <a:pPr fontAlgn="base"/>
            <a:endParaRPr lang="en-US" altLang="ko-KR" sz="2400" dirty="0"/>
          </a:p>
          <a:p>
            <a:pPr fontAlgn="base"/>
            <a:r>
              <a:rPr lang="en-US" altLang="ko-KR" sz="2400" dirty="0" err="1"/>
              <a:t>AlarmLogic</a:t>
            </a:r>
            <a:r>
              <a:rPr lang="en-US" altLang="ko-KR" sz="2400" dirty="0"/>
              <a:t> </a:t>
            </a:r>
            <a:r>
              <a:rPr lang="en-US" altLang="ko-KR" sz="2400" dirty="0" smtClean="0"/>
              <a:t> u10</a:t>
            </a:r>
            <a:r>
              <a:rPr lang="en-US" altLang="ko-KR" sz="2400" dirty="0"/>
              <a:t>( .reset(reset), .clk1000hz(</a:t>
            </a:r>
            <a:r>
              <a:rPr lang="en-US" altLang="ko-KR" sz="2400" dirty="0" err="1"/>
              <a:t>w_clkout</a:t>
            </a:r>
            <a:r>
              <a:rPr lang="en-US" altLang="ko-KR" sz="2400" dirty="0"/>
              <a:t>), .mode(</a:t>
            </a:r>
            <a:r>
              <a:rPr lang="en-US" altLang="ko-KR" sz="2400" dirty="0" err="1"/>
              <a:t>mode_out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set_pos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set_pos_out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clk_min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min_out</a:t>
            </a:r>
            <a:r>
              <a:rPr lang="en-US" altLang="ko-KR" sz="2400" dirty="0" smtClean="0"/>
              <a:t>),</a:t>
            </a:r>
          </a:p>
          <a:p>
            <a:pPr fontAlgn="base"/>
            <a:r>
              <a:rPr lang="en-US" altLang="ko-KR" sz="2400" dirty="0" smtClean="0"/>
              <a:t>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clk_hour</a:t>
            </a:r>
            <a:r>
              <a:rPr lang="en-US" altLang="ko-KR" sz="2400" dirty="0"/>
              <a:t>(</a:t>
            </a:r>
            <a:r>
              <a:rPr lang="en-US" altLang="ko-KR" sz="2400" dirty="0" err="1"/>
              <a:t>hour_out</a:t>
            </a:r>
            <a:r>
              <a:rPr lang="en-US" altLang="ko-KR" sz="2400" dirty="0"/>
              <a:t>), .sw2(sw2), .sw3(sw3), .</a:t>
            </a:r>
            <a:r>
              <a:rPr lang="en-US" altLang="ko-KR" sz="2400" dirty="0" err="1"/>
              <a:t>sec_out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w_a_sec_out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min_out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w_a_min_out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hour_out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w_a_hour_out</a:t>
            </a:r>
            <a:r>
              <a:rPr lang="en-US" altLang="ko-KR" sz="2400" dirty="0" smtClean="0"/>
              <a:t>),</a:t>
            </a:r>
          </a:p>
          <a:p>
            <a:pPr fontAlgn="base"/>
            <a:r>
              <a:rPr lang="en-US" altLang="ko-KR" sz="2400" dirty="0" smtClean="0"/>
              <a:t>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alarm_out</a:t>
            </a:r>
            <a:r>
              <a:rPr lang="en-US" altLang="ko-KR" sz="2400" dirty="0"/>
              <a:t>(</a:t>
            </a:r>
            <a:r>
              <a:rPr lang="en-US" altLang="ko-KR" sz="2400" dirty="0" err="1"/>
              <a:t>alarm_out</a:t>
            </a:r>
            <a:r>
              <a:rPr lang="en-US" altLang="ko-KR" sz="2400" dirty="0"/>
              <a:t>), .</a:t>
            </a:r>
            <a:r>
              <a:rPr lang="en-US" altLang="ko-KR" sz="2400" dirty="0" err="1"/>
              <a:t>alarm_on</a:t>
            </a:r>
            <a:r>
              <a:rPr lang="en-US" altLang="ko-KR" sz="2400" dirty="0"/>
              <a:t>(</a:t>
            </a:r>
            <a:r>
              <a:rPr lang="en-US" altLang="ko-KR" sz="2400" dirty="0" err="1"/>
              <a:t>alarm_on</a:t>
            </a:r>
            <a:r>
              <a:rPr lang="en-US" altLang="ko-KR" sz="2400" dirty="0"/>
              <a:t>));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929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1559</Words>
  <Application>Microsoft Office PowerPoint</Application>
  <PresentationFormat>사용자 지정</PresentationFormat>
  <Paragraphs>432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굴림</vt:lpstr>
      <vt:lpstr>맑은 고딕</vt:lpstr>
      <vt:lpstr>Calibri</vt:lpstr>
      <vt:lpstr>Times New Roman</vt:lpstr>
      <vt:lpstr>Wingdings</vt:lpstr>
      <vt:lpstr>Office Theme</vt:lpstr>
      <vt:lpstr>디지털시계목차</vt:lpstr>
      <vt:lpstr>0. 디지털 시계 개요</vt:lpstr>
      <vt:lpstr>0. 디지털 시계 개요</vt:lpstr>
      <vt:lpstr>1. 클럭 분주</vt:lpstr>
      <vt:lpstr>2. 모드 선택</vt:lpstr>
      <vt:lpstr>1. 모드 0에서의 시계 동작</vt:lpstr>
      <vt:lpstr>1. 모드 0에서의 시계 동작</vt:lpstr>
      <vt:lpstr>2. 시간 출력</vt:lpstr>
      <vt:lpstr>2. 시간 출력</vt:lpstr>
      <vt:lpstr>2. 시간 출력</vt:lpstr>
      <vt:lpstr>3. 시간 설정 위치 지정</vt:lpstr>
      <vt:lpstr>4. 모드 1에서의 시간 설정 동작</vt:lpstr>
      <vt:lpstr>4. 모드 1에서의 시간 설정 동작</vt:lpstr>
      <vt:lpstr>5. Schematic Symbol 생성과 Schematic 설계</vt:lpstr>
      <vt:lpstr>7-세그먼트 FND 출력</vt:lpstr>
      <vt:lpstr>7-세그먼트 FND 출력</vt:lpstr>
      <vt:lpstr>Example 13-1. Digital_Clock(1)</vt:lpstr>
      <vt:lpstr>Example 13-1. Digital_Clock(1)  Digital_Clock_Exam_0.xpr</vt:lpstr>
      <vt:lpstr>Example 13-1. Digital_Clock(1)</vt:lpstr>
      <vt:lpstr>Example 13-1. Digital_Clock(1)</vt:lpstr>
      <vt:lpstr>Example 13-1. Digital_Clock(1)</vt:lpstr>
      <vt:lpstr>Example 13-1. Digital_Clock(1)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디지털시계목 차</dc:title>
  <dc:creator>SAMSUNG</dc:creator>
  <cp:lastModifiedBy>SAMSUNG</cp:lastModifiedBy>
  <cp:revision>43</cp:revision>
  <dcterms:created xsi:type="dcterms:W3CDTF">2024-08-31T04:03:01Z</dcterms:created>
  <dcterms:modified xsi:type="dcterms:W3CDTF">2026-04-16T01:36:38Z</dcterms:modified>
  <cp:version/>
</cp:coreProperties>
</file>