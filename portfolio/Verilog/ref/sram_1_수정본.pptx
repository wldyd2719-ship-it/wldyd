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69" d="100"/>
          <a:sy n="69" d="100"/>
        </p:scale>
        <p:origin x="84" y="120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094" y="0"/>
            <a:ext cx="1194381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59"/>
            <a:ext cx="12192000" cy="6853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24112" y="367664"/>
            <a:ext cx="7343775" cy="6122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module sram_model #(	</a:t>
            </a:r>
          </a:p>
          <a:p>
            <a:pPr>
              <a:defRPr/>
            </a:pPr>
            <a:r>
              <a:rPr lang="en-US" altLang="en-US"/>
              <a:t>	parameter	DEPTH=8,</a:t>
            </a:r>
          </a:p>
          <a:p>
            <a:pPr>
              <a:defRPr/>
            </a:pPr>
            <a:r>
              <a:rPr lang="en-US" altLang="en-US"/>
              <a:t>	parameter	WIDTH=16,</a:t>
            </a:r>
          </a:p>
          <a:p>
            <a:pPr>
              <a:defRPr/>
            </a:pPr>
            <a:r>
              <a:rPr lang="en-US" altLang="en-US"/>
              <a:t>	parameter	DEPTH_LOG=$clog2(DEPTH)</a:t>
            </a:r>
          </a:p>
          <a:p>
            <a:pPr>
              <a:defRPr/>
            </a:pPr>
            <a:r>
              <a:rPr lang="en-US" altLang="en-US"/>
              <a:t>)(</a:t>
            </a:r>
          </a:p>
          <a:p>
            <a:pPr>
              <a:defRPr/>
            </a:pPr>
            <a:r>
              <a:rPr lang="en-US" altLang="en-US"/>
              <a:t>	input					clk,</a:t>
            </a:r>
          </a:p>
          <a:p>
            <a:pPr>
              <a:defRPr/>
            </a:pPr>
            <a:r>
              <a:rPr lang="en-US" altLang="en-US"/>
              <a:t>	input					cs, we, </a:t>
            </a:r>
          </a:p>
          <a:p>
            <a:pPr>
              <a:defRPr/>
            </a:pPr>
            <a:r>
              <a:rPr lang="en-US" altLang="en-US"/>
              <a:t>	input 	[DEPTH_LOG-1:0] ad,</a:t>
            </a:r>
          </a:p>
          <a:p>
            <a:pPr>
              <a:defRPr/>
            </a:pPr>
            <a:r>
              <a:rPr lang="en-US" altLang="en-US"/>
              <a:t>	input 		[WIDTH-1:0]	din,</a:t>
            </a:r>
          </a:p>
          <a:p>
            <a:pPr>
              <a:defRPr/>
            </a:pPr>
            <a:r>
              <a:rPr lang="en-US" altLang="en-US"/>
              <a:t>	output reg  [WIDTH-1:0]	dout</a:t>
            </a:r>
          </a:p>
          <a:p>
            <a:pPr>
              <a:defRPr/>
            </a:pPr>
            <a:r>
              <a:rPr lang="en-US" altLang="en-US"/>
              <a:t>);</a:t>
            </a:r>
          </a:p>
          <a:p>
            <a:pPr>
              <a:defRPr/>
            </a:pPr>
            <a:r>
              <a:rPr lang="en-US" altLang="en-US"/>
              <a:t>	reg [WIDTH-1:0]	mem[DEPTH-1:0];</a:t>
            </a:r>
          </a:p>
          <a:p>
            <a:pPr>
              <a:defRPr/>
            </a:pPr>
            <a:r>
              <a:rPr lang="en-US" altLang="en-US"/>
              <a:t>	</a:t>
            </a:r>
          </a:p>
          <a:p>
            <a:pPr>
              <a:defRPr/>
            </a:pPr>
            <a:r>
              <a:rPr lang="en-US" altLang="en-US"/>
              <a:t>	initial begin</a:t>
            </a:r>
          </a:p>
          <a:p>
            <a:pPr>
              <a:defRPr/>
            </a:pPr>
            <a:r>
              <a:rPr lang="en-US" altLang="en-US"/>
              <a:t>		for (int i=0;i&lt;DEPTH;i++)	mem[i] = 0;</a:t>
            </a:r>
          </a:p>
          <a:p>
            <a:pPr>
              <a:defRPr/>
            </a:pPr>
            <a:r>
              <a:rPr lang="en-US" altLang="en-US"/>
              <a:t>	end</a:t>
            </a:r>
          </a:p>
          <a:p>
            <a:pPr>
              <a:defRPr/>
            </a:pPr>
            <a:r>
              <a:rPr lang="en-US" altLang="en-US"/>
              <a:t>	</a:t>
            </a:r>
          </a:p>
          <a:p>
            <a:pPr>
              <a:defRPr/>
            </a:pPr>
            <a:r>
              <a:rPr lang="en-US" altLang="en-US"/>
              <a:t>	always @(posedge clk)</a:t>
            </a:r>
          </a:p>
          <a:p>
            <a:pPr>
              <a:defRPr/>
            </a:pPr>
            <a:r>
              <a:rPr lang="en-US" altLang="en-US"/>
              <a:t>		if (cs &amp; we)	mem[ad]	&lt;= din;</a:t>
            </a:r>
          </a:p>
          <a:p>
            <a:pPr>
              <a:defRPr/>
            </a:pPr>
            <a:r>
              <a:rPr lang="en-US" altLang="en-US"/>
              <a:t>		else if (cs &amp; !we)dout	&lt;= mem[ad];		</a:t>
            </a:r>
          </a:p>
          <a:p>
            <a:pPr>
              <a:defRPr/>
            </a:pPr>
            <a:r>
              <a:rPr lang="en-US" altLang="en-US"/>
              <a:t>endmodule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2512" y="570499"/>
            <a:ext cx="10086976" cy="5571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module tb_sram;		</a:t>
            </a:r>
          </a:p>
          <a:p>
            <a:pPr>
              <a:defRPr/>
            </a:pPr>
            <a:r>
              <a:rPr lang="en-US" altLang="en-US"/>
              <a:t>	parameter	DEPTH =8, WIDTH=16;</a:t>
            </a:r>
          </a:p>
          <a:p>
            <a:pPr>
              <a:defRPr/>
            </a:pPr>
            <a:r>
              <a:rPr lang="en-US" altLang="en-US"/>
              <a:t>	parameter	DEPTH_LOG = $clog2(DEPTH);</a:t>
            </a:r>
          </a:p>
          <a:p>
            <a:pPr>
              <a:defRPr/>
            </a:pPr>
            <a:r>
              <a:rPr lang="en-US" altLang="en-US"/>
              <a:t>	reg 	clk;  	reg 	cs, we;</a:t>
            </a:r>
          </a:p>
          <a:p>
            <a:pPr>
              <a:defRPr/>
            </a:pPr>
            <a:r>
              <a:rPr lang="en-US" altLang="en-US"/>
              <a:t>	reg  [DEPTH_LOG-1:0] ad;    reg  [WIDTH-1:0] 	din;</a:t>
            </a:r>
          </a:p>
          <a:p>
            <a:pPr>
              <a:defRPr/>
            </a:pPr>
            <a:r>
              <a:rPr lang="en-US" altLang="en-US"/>
              <a:t>	wire [WIDTH-1:0]	dout;</a:t>
            </a:r>
          </a:p>
          <a:p>
            <a:pPr>
              <a:defRPr/>
            </a:pPr>
            <a:r>
              <a:rPr lang="en-US" altLang="en-US"/>
              <a:t>	sram_model #(DEPTH, WIDTH) u_sram_8x32 (clk, cs, we, ad, din, dout);</a:t>
            </a:r>
          </a:p>
          <a:p>
            <a:pPr>
              <a:defRPr/>
            </a:pPr>
            <a:r>
              <a:rPr lang="en-US" altLang="en-US"/>
              <a:t>	initial begin</a:t>
            </a:r>
          </a:p>
          <a:p>
            <a:pPr>
              <a:defRPr/>
            </a:pPr>
            <a:r>
              <a:rPr lang="en-US" altLang="en-US"/>
              <a:t>		clk</a:t>
            </a:r>
            <a:r>
              <a:rPr lang="ko-KR" altLang="en-US"/>
              <a:t>   </a:t>
            </a:r>
            <a:r>
              <a:rPr lang="en-US" altLang="en-US"/>
              <a:t>= 0;    	</a:t>
            </a:r>
          </a:p>
          <a:p>
            <a:pPr>
              <a:defRPr/>
            </a:pPr>
            <a:r>
              <a:rPr lang="en-US" altLang="en-US"/>
              <a:t>	forever #5 clk = ~clk;   </a:t>
            </a:r>
          </a:p>
          <a:p>
            <a:pPr>
              <a:defRPr/>
            </a:pPr>
            <a:r>
              <a:rPr lang="en-US" altLang="en-US"/>
              <a:t>	end</a:t>
            </a:r>
          </a:p>
          <a:p>
            <a:pPr>
              <a:defRPr/>
            </a:pPr>
            <a:r>
              <a:rPr lang="en-US" altLang="en-US"/>
              <a:t>	initial begin</a:t>
            </a:r>
          </a:p>
          <a:p>
            <a:pPr>
              <a:defRPr/>
            </a:pPr>
            <a:r>
              <a:rPr lang="en-US" altLang="en-US"/>
              <a:t>		cs &lt;= 0; we &lt;= 0;</a:t>
            </a:r>
          </a:p>
          <a:p>
            <a:pPr>
              <a:defRPr/>
            </a:pPr>
            <a:r>
              <a:rPr lang="en-US" altLang="en-US"/>
              <a:t>		@(posedge clk);</a:t>
            </a:r>
          </a:p>
          <a:p>
            <a:pPr>
              <a:defRPr/>
            </a:pPr>
            <a:r>
              <a:rPr lang="en-US" altLang="en-US"/>
              <a:t>		for (int i=0;i&lt;8;i++) begin</a:t>
            </a:r>
          </a:p>
          <a:p>
            <a:pPr>
              <a:defRPr/>
            </a:pPr>
            <a:r>
              <a:rPr lang="en-US" altLang="en-US"/>
              <a:t>			cs </a:t>
            </a:r>
            <a:r>
              <a:rPr lang="ko-KR" altLang="en-US"/>
              <a:t> </a:t>
            </a:r>
            <a:r>
              <a:rPr lang="en-US" altLang="en-US"/>
              <a:t>&lt;= 1; </a:t>
            </a:r>
            <a:r>
              <a:rPr lang="ko-KR" altLang="en-US"/>
              <a:t>     </a:t>
            </a:r>
            <a:r>
              <a:rPr lang="en-US" altLang="en-US"/>
              <a:t>we &lt;= 1;   ad </a:t>
            </a:r>
            <a:r>
              <a:rPr lang="ko-KR" altLang="en-US"/>
              <a:t> </a:t>
            </a:r>
            <a:r>
              <a:rPr lang="en-US" altLang="en-US"/>
              <a:t>&lt;= i;</a:t>
            </a:r>
          </a:p>
          <a:p>
            <a:pPr>
              <a:defRPr/>
            </a:pPr>
            <a:r>
              <a:rPr lang="en-US" altLang="en-US"/>
              <a:t>			din &lt;= 'h10+i;  	</a:t>
            </a:r>
          </a:p>
          <a:p>
            <a:pPr>
              <a:defRPr/>
            </a:pPr>
            <a:r>
              <a:rPr lang="en-US" altLang="en-US"/>
              <a:t>		</a:t>
            </a:r>
            <a:r>
              <a:rPr lang="ko-KR" altLang="en-US"/>
              <a:t>                </a:t>
            </a:r>
            <a:r>
              <a:rPr lang="en-US" altLang="en-US"/>
              <a:t>@(posedge clk);			</a:t>
            </a:r>
          </a:p>
          <a:p>
            <a:pPr>
              <a:defRPr/>
            </a:pPr>
            <a:r>
              <a:rPr lang="en-US" altLang="en-US"/>
              <a:t>		end		</a:t>
            </a:r>
          </a:p>
          <a:p>
            <a:pPr>
              <a:defRPr/>
            </a:pPr>
            <a:r>
              <a:rPr lang="en-US" altLang="en-US"/>
              <a:t>	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31461" y="920163"/>
            <a:ext cx="6096000" cy="3649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cs &lt;= 0; we &lt;= 0;</a:t>
            </a:r>
          </a:p>
          <a:p>
            <a:pPr>
              <a:defRPr/>
            </a:pPr>
            <a:r>
              <a:rPr lang="en-US" altLang="en-US"/>
              <a:t>		@(posedge clk);</a:t>
            </a:r>
          </a:p>
          <a:p>
            <a:pPr>
              <a:defRPr/>
            </a:pPr>
            <a:r>
              <a:rPr lang="en-US" altLang="en-US"/>
              <a:t>		for (int i=0;i&lt;8;i++) begin</a:t>
            </a:r>
          </a:p>
          <a:p>
            <a:pPr>
              <a:defRPr/>
            </a:pPr>
            <a:r>
              <a:rPr lang="en-US" altLang="en-US"/>
              <a:t>			cs &lt;= 1; </a:t>
            </a:r>
          </a:p>
          <a:p>
            <a:pPr>
              <a:defRPr/>
            </a:pPr>
            <a:r>
              <a:rPr lang="ko-KR" altLang="en-US"/>
              <a:t>			</a:t>
            </a:r>
            <a:r>
              <a:rPr lang="en-US" altLang="en-US"/>
              <a:t>we &lt;= 0;</a:t>
            </a:r>
          </a:p>
          <a:p>
            <a:pPr>
              <a:defRPr/>
            </a:pPr>
            <a:r>
              <a:rPr lang="en-US" altLang="en-US"/>
              <a:t>			ad &lt;= i;			</a:t>
            </a:r>
          </a:p>
          <a:p>
            <a:pPr>
              <a:defRPr/>
            </a:pPr>
            <a:r>
              <a:rPr lang="en-US" altLang="en-US"/>
              <a:t>			@(posedge clk);		</a:t>
            </a:r>
          </a:p>
          <a:p>
            <a:pPr>
              <a:defRPr/>
            </a:pPr>
            <a:r>
              <a:rPr lang="en-US" altLang="en-US"/>
              <a:t>		end</a:t>
            </a:r>
          </a:p>
          <a:p>
            <a:pPr>
              <a:defRPr/>
            </a:pPr>
            <a:r>
              <a:rPr lang="en-US" altLang="en-US"/>
              <a:t>		repeat (3) @(posedge clk);</a:t>
            </a:r>
          </a:p>
          <a:p>
            <a:pPr>
              <a:defRPr/>
            </a:pPr>
            <a:r>
              <a:rPr lang="en-US" altLang="en-US"/>
              <a:t>		$finish;</a:t>
            </a:r>
          </a:p>
          <a:p>
            <a:pPr>
              <a:defRPr/>
            </a:pPr>
            <a:r>
              <a:rPr lang="en-US" altLang="en-US"/>
              <a:t>	end</a:t>
            </a:r>
          </a:p>
          <a:p>
            <a:pPr>
              <a:defRPr/>
            </a:pPr>
            <a:r>
              <a:rPr lang="en-US" altLang="en-US"/>
              <a:t>endmodule</a:t>
            </a:r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58108" y="-41911"/>
            <a:ext cx="9819054" cy="6669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module sram_test_top (</a:t>
            </a:r>
          </a:p>
          <a:p>
            <a:pPr>
              <a:defRPr/>
            </a:pPr>
            <a:r>
              <a:rPr lang="en-US" altLang="en-US"/>
              <a:t>    input clk,</a:t>
            </a:r>
          </a:p>
          <a:p>
            <a:pPr>
              <a:defRPr/>
            </a:pPr>
            <a:r>
              <a:rPr lang="en-US" altLang="en-US"/>
              <a:t>    input rst,</a:t>
            </a:r>
          </a:p>
          <a:p>
            <a:pPr>
              <a:defRPr/>
            </a:pPr>
            <a:r>
              <a:rPr lang="en-US" altLang="en-US"/>
              <a:t>    input [15:0] sw,     </a:t>
            </a:r>
          </a:p>
          <a:p>
            <a:pPr>
              <a:defRPr/>
            </a:pPr>
            <a:r>
              <a:rPr lang="en-US" altLang="en-US"/>
              <a:t>    input btn_write,</a:t>
            </a:r>
          </a:p>
          <a:p>
            <a:pPr>
              <a:defRPr/>
            </a:pPr>
            <a:r>
              <a:rPr lang="en-US" altLang="en-US"/>
              <a:t>    input btn_read,</a:t>
            </a:r>
          </a:p>
          <a:p>
            <a:pPr>
              <a:defRPr/>
            </a:pPr>
            <a:r>
              <a:rPr lang="en-US" altLang="en-US"/>
              <a:t>    output [7:0] led</a:t>
            </a:r>
          </a:p>
          <a:p>
            <a:pPr>
              <a:defRPr/>
            </a:pPr>
            <a:r>
              <a:rPr lang="en-US" altLang="en-US"/>
              <a:t>);</a:t>
            </a:r>
          </a:p>
          <a:p>
            <a:pPr>
              <a:defRPr/>
            </a:pPr>
            <a:r>
              <a:rPr lang="en-US" altLang="en-US"/>
              <a:t>wire cs;</a:t>
            </a:r>
          </a:p>
          <a:p>
            <a:pPr>
              <a:defRPr/>
            </a:pPr>
            <a:r>
              <a:rPr lang="en-US" altLang="en-US"/>
              <a:t>wire [2:0] ad;</a:t>
            </a:r>
          </a:p>
          <a:p>
            <a:pPr>
              <a:defRPr/>
            </a:pPr>
            <a:r>
              <a:rPr lang="en-US" altLang="en-US"/>
              <a:t>wire [7:0] din;</a:t>
            </a:r>
          </a:p>
          <a:p>
            <a:pPr>
              <a:defRPr/>
            </a:pPr>
            <a:r>
              <a:rPr lang="en-US" altLang="en-US"/>
              <a:t>assign cs  = sw[15];       // CS</a:t>
            </a:r>
          </a:p>
          <a:p>
            <a:pPr>
              <a:defRPr/>
            </a:pPr>
            <a:r>
              <a:rPr lang="en-US" altLang="en-US"/>
              <a:t>assign ad  = sw[13:11];    // 주소</a:t>
            </a:r>
          </a:p>
          <a:p>
            <a:pPr>
              <a:defRPr/>
            </a:pPr>
            <a:r>
              <a:rPr lang="en-US" altLang="en-US"/>
              <a:t>assign din = sw[10:3];     // 데이터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wire btn_w_clean, btn_r_clean;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debounce db_w (</a:t>
            </a:r>
          </a:p>
          <a:p>
            <a:pPr>
              <a:defRPr/>
            </a:pPr>
            <a:r>
              <a:rPr lang="en-US" altLang="en-US"/>
              <a:t>    .clk(clk),</a:t>
            </a:r>
          </a:p>
          <a:p>
            <a:pPr>
              <a:defRPr/>
            </a:pPr>
            <a:r>
              <a:rPr lang="en-US" altLang="en-US"/>
              <a:t>    .rst(rst),</a:t>
            </a:r>
          </a:p>
          <a:p>
            <a:pPr>
              <a:defRPr/>
            </a:pPr>
            <a:r>
              <a:rPr lang="en-US" altLang="en-US"/>
              <a:t>    .noisy_in(btn_write),</a:t>
            </a:r>
          </a:p>
          <a:p>
            <a:pPr>
              <a:defRPr/>
            </a:pPr>
            <a:r>
              <a:rPr lang="en-US" altLang="en-US"/>
              <a:t>    .clean_out(btn_w_clean)</a:t>
            </a:r>
          </a:p>
          <a:p>
            <a:pPr>
              <a:defRPr/>
            </a:pPr>
            <a:r>
              <a:rPr lang="en-US" altLang="en-US"/>
              <a:t>);</a:t>
            </a:r>
          </a:p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849" y="639604"/>
            <a:ext cx="7714762" cy="5578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debounce db_r (</a:t>
            </a:r>
          </a:p>
          <a:p>
            <a:pPr>
              <a:defRPr/>
            </a:pPr>
            <a:r>
              <a:rPr lang="en-US" altLang="en-US"/>
              <a:t>    .clk(clk),</a:t>
            </a:r>
          </a:p>
          <a:p>
            <a:pPr>
              <a:defRPr/>
            </a:pPr>
            <a:r>
              <a:rPr lang="en-US" altLang="en-US"/>
              <a:t>    .rst(rst),</a:t>
            </a:r>
          </a:p>
          <a:p>
            <a:pPr>
              <a:defRPr/>
            </a:pPr>
            <a:r>
              <a:rPr lang="en-US" altLang="en-US"/>
              <a:t>    .noisy_in(btn_read),</a:t>
            </a:r>
          </a:p>
          <a:p>
            <a:pPr>
              <a:defRPr/>
            </a:pPr>
            <a:r>
              <a:rPr lang="en-US" altLang="en-US"/>
              <a:t>    .clean_out(btn_r_clean)</a:t>
            </a:r>
          </a:p>
          <a:p>
            <a:pPr>
              <a:defRPr/>
            </a:pPr>
            <a:r>
              <a:rPr lang="en-US" altLang="en-US"/>
              <a:t>);</a:t>
            </a:r>
          </a:p>
          <a:p>
            <a:pPr>
              <a:defRPr/>
            </a:pPr>
            <a:r>
              <a:rPr lang="en-US" altLang="en-US"/>
              <a:t>// 엣지 검출</a:t>
            </a:r>
          </a:p>
          <a:p>
            <a:pPr>
              <a:defRPr/>
            </a:pPr>
            <a:r>
              <a:rPr lang="en-US" altLang="en-US"/>
              <a:t>wire write_pulse, read_pulse;</a:t>
            </a:r>
          </a:p>
          <a:p>
            <a:pPr>
              <a:defRPr/>
            </a:pPr>
            <a:r>
              <a:rPr lang="en-US" altLang="en-US"/>
              <a:t>edge_detect ed_w (</a:t>
            </a:r>
          </a:p>
          <a:p>
            <a:pPr>
              <a:defRPr/>
            </a:pPr>
            <a:r>
              <a:rPr lang="en-US" altLang="en-US"/>
              <a:t>    .clk(clk),</a:t>
            </a:r>
          </a:p>
          <a:p>
            <a:pPr>
              <a:defRPr/>
            </a:pPr>
            <a:r>
              <a:rPr lang="en-US" altLang="en-US"/>
              <a:t>    .rst(rst),</a:t>
            </a:r>
          </a:p>
          <a:p>
            <a:pPr>
              <a:defRPr/>
            </a:pPr>
            <a:r>
              <a:rPr lang="en-US" altLang="en-US"/>
              <a:t>    .sig(btn_w_clean),</a:t>
            </a:r>
          </a:p>
          <a:p>
            <a:pPr>
              <a:defRPr/>
            </a:pPr>
            <a:r>
              <a:rPr lang="en-US" altLang="en-US"/>
              <a:t>    .pulse(write_pulse)</a:t>
            </a:r>
          </a:p>
          <a:p>
            <a:pPr>
              <a:defRPr/>
            </a:pPr>
            <a:r>
              <a:rPr lang="en-US" altLang="en-US"/>
              <a:t>);</a:t>
            </a:r>
          </a:p>
          <a:p>
            <a:pPr>
              <a:defRPr/>
            </a:pPr>
            <a:r>
              <a:rPr lang="en-US" altLang="en-US"/>
              <a:t>edge_detect ed_r (</a:t>
            </a:r>
          </a:p>
          <a:p>
            <a:pPr>
              <a:defRPr/>
            </a:pPr>
            <a:r>
              <a:rPr lang="en-US" altLang="en-US"/>
              <a:t>    .clk(clk),    .rst(rst),</a:t>
            </a:r>
            <a:r>
              <a:rPr lang="ko-KR" altLang="en-US"/>
              <a:t>  </a:t>
            </a:r>
            <a:r>
              <a:rPr lang="en-US" altLang="en-US"/>
              <a:t>    .sig(btn_r_clean),</a:t>
            </a:r>
            <a:r>
              <a:rPr lang="ko-KR" altLang="en-US"/>
              <a:t>  </a:t>
            </a:r>
            <a:r>
              <a:rPr lang="en-US" altLang="en-US"/>
              <a:t>    .pulse(read_pulse)</a:t>
            </a:r>
            <a:r>
              <a:rPr lang="ko-KR" altLang="en-US"/>
              <a:t>  </a:t>
            </a:r>
            <a:r>
              <a:rPr lang="en-US" altLang="en-US"/>
              <a:t>);</a:t>
            </a:r>
          </a:p>
          <a:p>
            <a:pPr>
              <a:defRPr/>
            </a:pPr>
            <a:r>
              <a:rPr lang="en-US" altLang="en-US"/>
              <a:t>// SRAM 연결</a:t>
            </a:r>
          </a:p>
          <a:p>
            <a:pPr>
              <a:defRPr/>
            </a:pPr>
            <a:r>
              <a:rPr lang="en-US" altLang="en-US"/>
              <a:t>wire [7:0] dout;</a:t>
            </a:r>
          </a:p>
          <a:p>
            <a:pPr>
              <a:defRPr/>
            </a:pPr>
            <a:r>
              <a:rPr lang="en-US" altLang="en-US"/>
              <a:t>sram_model u_sram (</a:t>
            </a:r>
          </a:p>
          <a:p>
            <a:pPr>
              <a:defRPr/>
            </a:pPr>
            <a:r>
              <a:rPr lang="en-US" altLang="en-US"/>
              <a:t>    .clk(clk),    .cs(cs),    .we(write_pulse),    .ad(ad),</a:t>
            </a:r>
            <a:r>
              <a:rPr lang="ko-KR" altLang="en-US"/>
              <a:t> </a:t>
            </a:r>
            <a:r>
              <a:rPr lang="en-US" altLang="en-US"/>
              <a:t>    .din(din),</a:t>
            </a:r>
            <a:r>
              <a:rPr lang="ko-KR" altLang="en-US"/>
              <a:t> </a:t>
            </a:r>
            <a:r>
              <a:rPr lang="en-US" altLang="en-US"/>
              <a:t>    .dout(dout)</a:t>
            </a:r>
            <a:r>
              <a:rPr lang="ko-KR" altLang="en-US"/>
              <a:t> </a:t>
            </a:r>
            <a:r>
              <a:rPr lang="en-US" altLang="en-US"/>
              <a:t>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2887" y="505777"/>
            <a:ext cx="4086225" cy="5846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reg [7:0] led_reg;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always @(posedge clk or posedge rst) begin</a:t>
            </a:r>
          </a:p>
          <a:p>
            <a:pPr>
              <a:defRPr/>
            </a:pPr>
            <a:r>
              <a:rPr lang="en-US" altLang="en-US"/>
              <a:t>    if (rst)</a:t>
            </a:r>
          </a:p>
          <a:p>
            <a:pPr>
              <a:defRPr/>
            </a:pPr>
            <a:r>
              <a:rPr lang="en-US" altLang="en-US"/>
              <a:t>        led_reg &lt;= 0;</a:t>
            </a:r>
          </a:p>
          <a:p>
            <a:pPr>
              <a:defRPr/>
            </a:pPr>
            <a:r>
              <a:rPr lang="en-US" altLang="en-US"/>
              <a:t>    else if (read_pulse)</a:t>
            </a:r>
          </a:p>
          <a:p>
            <a:pPr>
              <a:defRPr/>
            </a:pPr>
            <a:r>
              <a:rPr lang="en-US" altLang="en-US"/>
              <a:t>        led_reg &lt;= dout;</a:t>
            </a:r>
          </a:p>
          <a:p>
            <a:pPr>
              <a:defRPr/>
            </a:pPr>
            <a:r>
              <a:rPr lang="en-US" altLang="en-US"/>
              <a:t>end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assign led = led_reg;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endmodule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module debounce (</a:t>
            </a:r>
          </a:p>
          <a:p>
            <a:pPr>
              <a:defRPr/>
            </a:pPr>
            <a:r>
              <a:rPr lang="en-US" altLang="en-US"/>
              <a:t>    input clk,</a:t>
            </a:r>
          </a:p>
          <a:p>
            <a:pPr>
              <a:defRPr/>
            </a:pPr>
            <a:r>
              <a:rPr lang="en-US" altLang="en-US"/>
              <a:t>    input rst,</a:t>
            </a:r>
          </a:p>
          <a:p>
            <a:pPr>
              <a:defRPr/>
            </a:pPr>
            <a:r>
              <a:rPr lang="en-US" altLang="en-US"/>
              <a:t>    input noisy_in,</a:t>
            </a:r>
          </a:p>
          <a:p>
            <a:pPr>
              <a:defRPr/>
            </a:pPr>
            <a:r>
              <a:rPr lang="en-US" altLang="en-US"/>
              <a:t>    output reg clean_out</a:t>
            </a:r>
          </a:p>
          <a:p>
            <a:pPr>
              <a:defRPr/>
            </a:pPr>
            <a:r>
              <a:rPr lang="en-US" altLang="en-US"/>
              <a:t>);</a:t>
            </a:r>
          </a:p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422" y="172769"/>
            <a:ext cx="8885360" cy="721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en-US"/>
              <a:t>parameter DEBOUNCE_CNT = 500_000;</a:t>
            </a:r>
          </a:p>
          <a:p>
            <a:pPr>
              <a:defRPr/>
            </a:pPr>
            <a:r>
              <a:rPr lang="en-US" altLang="en-US"/>
              <a:t>reg [19:0] cnt;</a:t>
            </a:r>
          </a:p>
          <a:p>
            <a:pPr>
              <a:defRPr/>
            </a:pPr>
            <a:r>
              <a:rPr lang="en-US" altLang="en-US"/>
              <a:t>reg sync0, sync1;</a:t>
            </a:r>
          </a:p>
          <a:p>
            <a:pPr>
              <a:defRPr/>
            </a:pPr>
            <a:r>
              <a:rPr lang="en-US" altLang="en-US"/>
              <a:t>always @(posedge clk) begin</a:t>
            </a:r>
          </a:p>
          <a:p>
            <a:pPr>
              <a:defRPr/>
            </a:pPr>
            <a:r>
              <a:rPr lang="en-US" altLang="en-US"/>
              <a:t>    sync0 &lt;= noisy_in;</a:t>
            </a:r>
            <a:r>
              <a:rPr lang="ko-KR" altLang="en-US"/>
              <a:t>  </a:t>
            </a:r>
            <a:r>
              <a:rPr lang="en-US" altLang="en-US"/>
              <a:t>    sync1 &lt;= sync0;</a:t>
            </a:r>
          </a:p>
          <a:p>
            <a:pPr>
              <a:defRPr/>
            </a:pPr>
            <a:r>
              <a:rPr lang="en-US" altLang="en-US"/>
              <a:t>end</a:t>
            </a:r>
          </a:p>
          <a:p>
            <a:pPr>
              <a:defRPr/>
            </a:pPr>
            <a:r>
              <a:rPr lang="en-US" altLang="en-US"/>
              <a:t>always @(posedge clk or posedge rst) begin</a:t>
            </a:r>
          </a:p>
          <a:p>
            <a:pPr>
              <a:defRPr/>
            </a:pPr>
            <a:r>
              <a:rPr lang="en-US" altLang="en-US"/>
              <a:t>    if (rst) begin</a:t>
            </a:r>
          </a:p>
          <a:p>
            <a:pPr>
              <a:defRPr/>
            </a:pPr>
            <a:r>
              <a:rPr lang="en-US" altLang="en-US"/>
              <a:t>        cnt &lt;= 0;</a:t>
            </a:r>
            <a:r>
              <a:rPr lang="ko-KR" altLang="en-US"/>
              <a:t>    </a:t>
            </a:r>
            <a:r>
              <a:rPr lang="en-US" altLang="en-US"/>
              <a:t>        clean_out &lt;= 0;</a:t>
            </a:r>
          </a:p>
          <a:p>
            <a:pPr>
              <a:defRPr/>
            </a:pPr>
            <a:r>
              <a:rPr lang="en-US" altLang="en-US"/>
              <a:t>    end else begin</a:t>
            </a:r>
          </a:p>
          <a:p>
            <a:pPr>
              <a:defRPr/>
            </a:pPr>
            <a:r>
              <a:rPr lang="en-US" altLang="en-US"/>
              <a:t>        if (sync1 != clean_out) begin</a:t>
            </a:r>
          </a:p>
          <a:p>
            <a:pPr>
              <a:defRPr/>
            </a:pPr>
            <a:r>
              <a:rPr lang="en-US" altLang="en-US"/>
              <a:t>            if (cnt &lt; DEBOUNCE_CNT)</a:t>
            </a:r>
          </a:p>
          <a:p>
            <a:pPr>
              <a:defRPr/>
            </a:pPr>
            <a:r>
              <a:rPr lang="en-US" altLang="en-US"/>
              <a:t>                cnt &lt;= cnt + 1;</a:t>
            </a:r>
          </a:p>
          <a:p>
            <a:pPr>
              <a:defRPr/>
            </a:pPr>
            <a:r>
              <a:rPr lang="en-US" altLang="en-US"/>
              <a:t>            else begin</a:t>
            </a:r>
          </a:p>
          <a:p>
            <a:pPr>
              <a:defRPr/>
            </a:pPr>
            <a:r>
              <a:rPr lang="en-US" altLang="en-US"/>
              <a:t>                clean_out &lt;= sync1;</a:t>
            </a:r>
          </a:p>
          <a:p>
            <a:pPr>
              <a:defRPr/>
            </a:pPr>
            <a:r>
              <a:rPr lang="en-US" altLang="en-US"/>
              <a:t>                cnt &lt;= 0;</a:t>
            </a:r>
          </a:p>
          <a:p>
            <a:pPr>
              <a:defRPr/>
            </a:pPr>
            <a:r>
              <a:rPr lang="en-US" altLang="en-US"/>
              <a:t>            end</a:t>
            </a:r>
          </a:p>
          <a:p>
            <a:pPr>
              <a:defRPr/>
            </a:pPr>
            <a:r>
              <a:rPr lang="en-US" altLang="en-US"/>
              <a:t>        end else begin</a:t>
            </a:r>
          </a:p>
          <a:p>
            <a:pPr>
              <a:defRPr/>
            </a:pPr>
            <a:r>
              <a:rPr lang="en-US" altLang="en-US"/>
              <a:t>            cnt &lt;= 0;</a:t>
            </a:r>
          </a:p>
          <a:p>
            <a:pPr>
              <a:defRPr/>
            </a:pPr>
            <a:r>
              <a:rPr lang="en-US" altLang="en-US"/>
              <a:t>        end</a:t>
            </a:r>
          </a:p>
          <a:p>
            <a:pPr>
              <a:defRPr/>
            </a:pPr>
            <a:r>
              <a:rPr lang="en-US" altLang="en-US"/>
              <a:t>    end</a:t>
            </a:r>
          </a:p>
          <a:p>
            <a:pPr>
              <a:defRPr/>
            </a:pPr>
            <a:r>
              <a:rPr lang="en-US" altLang="en-US"/>
              <a:t>end</a:t>
            </a:r>
          </a:p>
          <a:p>
            <a:pPr>
              <a:defRPr/>
            </a:pPr>
            <a:r>
              <a:rPr lang="en-US" altLang="en-US"/>
              <a:t>endmodule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434" y="1206354"/>
            <a:ext cx="9745054" cy="3649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module edge_detect (    input clk,    input rst,    input sig,    output reg pulse  );</a:t>
            </a:r>
          </a:p>
          <a:p>
            <a:pPr>
              <a:defRPr/>
            </a:pPr>
            <a:r>
              <a:rPr lang="en-US" altLang="en-US"/>
              <a:t>reg prev;</a:t>
            </a:r>
          </a:p>
          <a:p>
            <a:pPr>
              <a:defRPr/>
            </a:pPr>
            <a:r>
              <a:rPr lang="en-US" altLang="en-US"/>
              <a:t>always @(posedge clk or posedge rst) begin</a:t>
            </a:r>
          </a:p>
          <a:p>
            <a:pPr>
              <a:defRPr/>
            </a:pPr>
            <a:r>
              <a:rPr lang="en-US" altLang="en-US"/>
              <a:t>    if (rst) begin</a:t>
            </a:r>
          </a:p>
          <a:p>
            <a:pPr>
              <a:defRPr/>
            </a:pPr>
            <a:r>
              <a:rPr lang="en-US" altLang="en-US"/>
              <a:t>        prev &lt;= 0;        pulse &lt;= 0;</a:t>
            </a:r>
          </a:p>
          <a:p>
            <a:pPr>
              <a:defRPr/>
            </a:pPr>
            <a:r>
              <a:rPr lang="en-US" altLang="en-US"/>
              <a:t>    end else begin</a:t>
            </a:r>
          </a:p>
          <a:p>
            <a:pPr>
              <a:defRPr/>
            </a:pPr>
            <a:r>
              <a:rPr lang="en-US" altLang="en-US"/>
              <a:t>        pulse &lt;= sig &amp; ~prev;        prev &lt;= sig;</a:t>
            </a:r>
          </a:p>
          <a:p>
            <a:pPr>
              <a:defRPr/>
            </a:pPr>
            <a:r>
              <a:rPr lang="en-US" altLang="en-US"/>
              <a:t>    end</a:t>
            </a:r>
          </a:p>
          <a:p>
            <a:pPr>
              <a:defRPr/>
            </a:pPr>
            <a:r>
              <a:rPr lang="en-US" altLang="en-US"/>
              <a:t>end</a:t>
            </a:r>
          </a:p>
          <a:p>
            <a:pPr>
              <a:defRPr/>
            </a:pPr>
            <a:r>
              <a:rPr lang="en-US" altLang="en-US"/>
              <a:t>endmodule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0" y="782002"/>
            <a:ext cx="6096000" cy="5293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module sram_model #(</a:t>
            </a:r>
          </a:p>
          <a:p>
            <a:pPr>
              <a:defRPr/>
            </a:pPr>
            <a:r>
              <a:rPr lang="en-US" altLang="en-US"/>
              <a:t>    parameter DEPTH=8,</a:t>
            </a:r>
          </a:p>
          <a:p>
            <a:pPr>
              <a:defRPr/>
            </a:pPr>
            <a:r>
              <a:rPr lang="en-US" altLang="en-US"/>
              <a:t>    parameter WIDTH=8, </a:t>
            </a:r>
          </a:p>
          <a:p>
            <a:pPr>
              <a:defRPr/>
            </a:pPr>
            <a:r>
              <a:rPr lang="en-US" altLang="en-US"/>
              <a:t>    parameter DEPTH_LOG=$clog2(DEPTH)</a:t>
            </a:r>
          </a:p>
          <a:p>
            <a:pPr>
              <a:defRPr/>
            </a:pPr>
            <a:r>
              <a:rPr lang="en-US" altLang="en-US"/>
              <a:t>)(</a:t>
            </a:r>
          </a:p>
          <a:p>
            <a:pPr>
              <a:defRPr/>
            </a:pPr>
            <a:r>
              <a:rPr lang="en-US" altLang="en-US"/>
              <a:t>    input clk,      input cs, we, </a:t>
            </a:r>
          </a:p>
          <a:p>
            <a:pPr>
              <a:defRPr/>
            </a:pPr>
            <a:r>
              <a:rPr lang="en-US" altLang="en-US"/>
              <a:t>    input  [DEPTH_LOG-1:0] ad,      input  [WIDTH-1:0] din,</a:t>
            </a:r>
          </a:p>
          <a:p>
            <a:pPr>
              <a:defRPr/>
            </a:pPr>
            <a:r>
              <a:rPr lang="en-US" altLang="en-US"/>
              <a:t>    output reg [WIDTH-1:0] dout);</a:t>
            </a:r>
          </a:p>
          <a:p>
            <a:pPr>
              <a:defRPr/>
            </a:pPr>
            <a:r>
              <a:rPr lang="en-US" altLang="en-US"/>
              <a:t>reg [WIDTH-1:0] mem[DEPTH-1:0];</a:t>
            </a:r>
          </a:p>
          <a:p>
            <a:pPr>
              <a:defRPr/>
            </a:pPr>
            <a:r>
              <a:rPr lang="en-US" altLang="en-US"/>
              <a:t>integer i;</a:t>
            </a:r>
          </a:p>
          <a:p>
            <a:pPr>
              <a:defRPr/>
            </a:pPr>
            <a:r>
              <a:rPr lang="en-US" altLang="en-US"/>
              <a:t>initial begin</a:t>
            </a:r>
          </a:p>
          <a:p>
            <a:pPr>
              <a:defRPr/>
            </a:pPr>
            <a:r>
              <a:rPr lang="en-US" altLang="en-US"/>
              <a:t>    for ( i=0;i&lt;DEPTH;i=i+1)</a:t>
            </a:r>
          </a:p>
          <a:p>
            <a:pPr>
              <a:defRPr/>
            </a:pPr>
            <a:r>
              <a:rPr lang="en-US" altLang="en-US"/>
              <a:t>        mem[i] = 0;</a:t>
            </a:r>
          </a:p>
          <a:p>
            <a:pPr>
              <a:defRPr/>
            </a:pPr>
            <a:r>
              <a:rPr lang="en-US" altLang="en-US"/>
              <a:t>end</a:t>
            </a:r>
          </a:p>
          <a:p>
            <a:pPr>
              <a:defRPr/>
            </a:pPr>
            <a:r>
              <a:rPr lang="en-US" altLang="en-US"/>
              <a:t>always @(posedge clk) begin</a:t>
            </a:r>
          </a:p>
          <a:p>
            <a:pPr>
              <a:defRPr/>
            </a:pPr>
            <a:r>
              <a:rPr lang="en-US" altLang="en-US"/>
              <a:t>    if (cs &amp; we)          mem[ad] &lt;= din;</a:t>
            </a:r>
          </a:p>
          <a:p>
            <a:pPr>
              <a:defRPr/>
            </a:pPr>
            <a:r>
              <a:rPr lang="en-US" altLang="en-US"/>
              <a:t>    else if (cs &amp; !we)        dout &lt;= mem[ad];</a:t>
            </a:r>
          </a:p>
          <a:p>
            <a:pPr>
              <a:defRPr/>
            </a:pPr>
            <a:r>
              <a:rPr lang="en-US" altLang="en-US"/>
              <a:t>end</a:t>
            </a:r>
          </a:p>
          <a:p>
            <a:pPr>
              <a:defRPr/>
            </a:pPr>
            <a:r>
              <a:rPr lang="en-US" altLang="en-US"/>
              <a:t>endmodule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Office PowerPoint</Application>
  <PresentationFormat>와이드스크린</PresentationFormat>
  <Paragraphs>169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note</dc:creator>
  <cp:lastModifiedBy>SAMSUNG</cp:lastModifiedBy>
  <cp:revision>13</cp:revision>
  <dcterms:created xsi:type="dcterms:W3CDTF">2026-04-14T12:02:48Z</dcterms:created>
  <dcterms:modified xsi:type="dcterms:W3CDTF">2026-04-15T07:06:33Z</dcterms:modified>
  <cp:version>1100.0100.01</cp:version>
</cp:coreProperties>
</file>