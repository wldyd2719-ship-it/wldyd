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53" d="100"/>
          <a:sy n="53" d="100"/>
        </p:scale>
        <p:origin x="78" y="48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4094" y="0"/>
            <a:ext cx="1194381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59"/>
            <a:ext cx="12192000" cy="6853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24112" y="367664"/>
            <a:ext cx="7343775" cy="6122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module sram_model #(	</a:t>
            </a:r>
          </a:p>
          <a:p>
            <a:pPr>
              <a:defRPr/>
            </a:pPr>
            <a:r>
              <a:rPr lang="en-US" altLang="en-US"/>
              <a:t>	parameter	DEPTH=8,</a:t>
            </a:r>
          </a:p>
          <a:p>
            <a:pPr>
              <a:defRPr/>
            </a:pPr>
            <a:r>
              <a:rPr lang="en-US" altLang="en-US"/>
              <a:t>	parameter	WIDTH=16,</a:t>
            </a:r>
          </a:p>
          <a:p>
            <a:pPr>
              <a:defRPr/>
            </a:pPr>
            <a:r>
              <a:rPr lang="en-US" altLang="en-US"/>
              <a:t>	parameter	DEPTH_LOG=$clog2(DEPTH)</a:t>
            </a:r>
          </a:p>
          <a:p>
            <a:pPr>
              <a:defRPr/>
            </a:pPr>
            <a:r>
              <a:rPr lang="en-US" altLang="en-US"/>
              <a:t>)(</a:t>
            </a:r>
          </a:p>
          <a:p>
            <a:pPr>
              <a:defRPr/>
            </a:pPr>
            <a:r>
              <a:rPr lang="en-US" altLang="en-US"/>
              <a:t>	input					clk,</a:t>
            </a:r>
          </a:p>
          <a:p>
            <a:pPr>
              <a:defRPr/>
            </a:pPr>
            <a:r>
              <a:rPr lang="en-US" altLang="en-US"/>
              <a:t>	input					cs, we, </a:t>
            </a:r>
          </a:p>
          <a:p>
            <a:pPr>
              <a:defRPr/>
            </a:pPr>
            <a:r>
              <a:rPr lang="en-US" altLang="en-US"/>
              <a:t>	input 	[DEPTH_LOG-1:0] ad,</a:t>
            </a:r>
          </a:p>
          <a:p>
            <a:pPr>
              <a:defRPr/>
            </a:pPr>
            <a:r>
              <a:rPr lang="en-US" altLang="en-US"/>
              <a:t>	input 		[WIDTH-1:0]	din,</a:t>
            </a:r>
          </a:p>
          <a:p>
            <a:pPr>
              <a:defRPr/>
            </a:pPr>
            <a:r>
              <a:rPr lang="en-US" altLang="en-US"/>
              <a:t>	output reg  [WIDTH-1:0]	dout</a:t>
            </a:r>
          </a:p>
          <a:p>
            <a:pPr>
              <a:defRPr/>
            </a:pPr>
            <a:r>
              <a:rPr lang="en-US" altLang="en-US"/>
              <a:t>);</a:t>
            </a:r>
          </a:p>
          <a:p>
            <a:pPr>
              <a:defRPr/>
            </a:pPr>
            <a:r>
              <a:rPr lang="en-US" altLang="en-US"/>
              <a:t>	reg [WIDTH-1:0]	mem[DEPTH-1:0];</a:t>
            </a:r>
          </a:p>
          <a:p>
            <a:pPr>
              <a:defRPr/>
            </a:pPr>
            <a:r>
              <a:rPr lang="en-US" altLang="en-US"/>
              <a:t>	</a:t>
            </a:r>
          </a:p>
          <a:p>
            <a:pPr>
              <a:defRPr/>
            </a:pPr>
            <a:r>
              <a:rPr lang="en-US" altLang="en-US"/>
              <a:t>	initial begin</a:t>
            </a:r>
          </a:p>
          <a:p>
            <a:pPr>
              <a:defRPr/>
            </a:pPr>
            <a:r>
              <a:rPr lang="en-US" altLang="en-US"/>
              <a:t>		for (int i=0;i&lt;DEPTH;i++)	mem[i] = 0;</a:t>
            </a:r>
          </a:p>
          <a:p>
            <a:pPr>
              <a:defRPr/>
            </a:pPr>
            <a:r>
              <a:rPr lang="en-US" altLang="en-US"/>
              <a:t>	end</a:t>
            </a:r>
          </a:p>
          <a:p>
            <a:pPr>
              <a:defRPr/>
            </a:pPr>
            <a:r>
              <a:rPr lang="en-US" altLang="en-US"/>
              <a:t>	</a:t>
            </a:r>
          </a:p>
          <a:p>
            <a:pPr>
              <a:defRPr/>
            </a:pPr>
            <a:r>
              <a:rPr lang="en-US" altLang="en-US"/>
              <a:t>	always @(posedge clk)</a:t>
            </a:r>
          </a:p>
          <a:p>
            <a:pPr>
              <a:defRPr/>
            </a:pPr>
            <a:r>
              <a:rPr lang="en-US" altLang="en-US"/>
              <a:t>		if (cs &amp; we)	mem[ad]	&lt;= din;</a:t>
            </a:r>
          </a:p>
          <a:p>
            <a:pPr>
              <a:defRPr/>
            </a:pPr>
            <a:r>
              <a:rPr lang="en-US" altLang="en-US"/>
              <a:t>		else if (cs &amp; !we)dout	&lt;= mem[ad];		</a:t>
            </a:r>
          </a:p>
          <a:p>
            <a:pPr>
              <a:defRPr/>
            </a:pPr>
            <a:r>
              <a:rPr lang="en-US" altLang="en-US"/>
              <a:t>endmodule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2512" y="570499"/>
            <a:ext cx="10086976" cy="5571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module tb_sram;		</a:t>
            </a:r>
          </a:p>
          <a:p>
            <a:pPr>
              <a:defRPr/>
            </a:pPr>
            <a:r>
              <a:rPr lang="en-US" altLang="en-US"/>
              <a:t>	parameter	DEPTH =8, WIDTH=16;</a:t>
            </a:r>
          </a:p>
          <a:p>
            <a:pPr>
              <a:defRPr/>
            </a:pPr>
            <a:r>
              <a:rPr lang="en-US" altLang="en-US"/>
              <a:t>	parameter	DEPTH_LOG = $clog2(DEPTH);</a:t>
            </a:r>
          </a:p>
          <a:p>
            <a:pPr>
              <a:defRPr/>
            </a:pPr>
            <a:r>
              <a:rPr lang="en-US" altLang="en-US"/>
              <a:t>	reg 	clk;  	reg 	cs, we;</a:t>
            </a:r>
          </a:p>
          <a:p>
            <a:pPr>
              <a:defRPr/>
            </a:pPr>
            <a:r>
              <a:rPr lang="en-US" altLang="en-US"/>
              <a:t>	reg  [DEPTH_LOG-1:0] ad;    reg  [WIDTH-1:0] 	din;</a:t>
            </a:r>
          </a:p>
          <a:p>
            <a:pPr>
              <a:defRPr/>
            </a:pPr>
            <a:r>
              <a:rPr lang="en-US" altLang="en-US"/>
              <a:t>	wire [WIDTH-1:0]	dout;</a:t>
            </a:r>
          </a:p>
          <a:p>
            <a:pPr>
              <a:defRPr/>
            </a:pPr>
            <a:r>
              <a:rPr lang="en-US" altLang="en-US"/>
              <a:t>	sram_model #(DEPTH, WIDTH) u_sram_8x32 (clk, cs, we, ad, din, dout);</a:t>
            </a:r>
          </a:p>
          <a:p>
            <a:pPr>
              <a:defRPr/>
            </a:pPr>
            <a:r>
              <a:rPr lang="en-US" altLang="en-US"/>
              <a:t>	initial begin</a:t>
            </a:r>
          </a:p>
          <a:p>
            <a:pPr>
              <a:defRPr/>
            </a:pPr>
            <a:r>
              <a:rPr lang="en-US" altLang="en-US"/>
              <a:t>		clk</a:t>
            </a:r>
            <a:r>
              <a:rPr lang="ko-KR" altLang="en-US"/>
              <a:t>   </a:t>
            </a:r>
            <a:r>
              <a:rPr lang="en-US" altLang="en-US"/>
              <a:t>= 0;    	</a:t>
            </a:r>
          </a:p>
          <a:p>
            <a:pPr>
              <a:defRPr/>
            </a:pPr>
            <a:r>
              <a:rPr lang="en-US" altLang="en-US"/>
              <a:t>	forever #5 clk = ~clk;   </a:t>
            </a:r>
          </a:p>
          <a:p>
            <a:pPr>
              <a:defRPr/>
            </a:pPr>
            <a:r>
              <a:rPr lang="en-US" altLang="en-US"/>
              <a:t>	end</a:t>
            </a:r>
          </a:p>
          <a:p>
            <a:pPr>
              <a:defRPr/>
            </a:pPr>
            <a:r>
              <a:rPr lang="en-US" altLang="en-US"/>
              <a:t>	initial begin</a:t>
            </a:r>
          </a:p>
          <a:p>
            <a:pPr>
              <a:defRPr/>
            </a:pPr>
            <a:r>
              <a:rPr lang="en-US" altLang="en-US"/>
              <a:t>		cs &lt;= 0; we &lt;= 0;</a:t>
            </a:r>
          </a:p>
          <a:p>
            <a:pPr>
              <a:defRPr/>
            </a:pPr>
            <a:r>
              <a:rPr lang="en-US" altLang="en-US"/>
              <a:t>		@(posedge clk);</a:t>
            </a:r>
          </a:p>
          <a:p>
            <a:pPr>
              <a:defRPr/>
            </a:pPr>
            <a:r>
              <a:rPr lang="en-US" altLang="en-US"/>
              <a:t>		for (int i=0;i&lt;8;i++) begin</a:t>
            </a:r>
          </a:p>
          <a:p>
            <a:pPr>
              <a:defRPr/>
            </a:pPr>
            <a:r>
              <a:rPr lang="en-US" altLang="en-US"/>
              <a:t>			cs </a:t>
            </a:r>
            <a:r>
              <a:rPr lang="ko-KR" altLang="en-US"/>
              <a:t> </a:t>
            </a:r>
            <a:r>
              <a:rPr lang="en-US" altLang="en-US"/>
              <a:t>&lt;= 1; </a:t>
            </a:r>
            <a:r>
              <a:rPr lang="ko-KR" altLang="en-US"/>
              <a:t>     </a:t>
            </a:r>
            <a:r>
              <a:rPr lang="en-US" altLang="en-US"/>
              <a:t>we &lt;= 1;   ad </a:t>
            </a:r>
            <a:r>
              <a:rPr lang="ko-KR" altLang="en-US"/>
              <a:t> </a:t>
            </a:r>
            <a:r>
              <a:rPr lang="en-US" altLang="en-US"/>
              <a:t>&lt;= i;</a:t>
            </a:r>
          </a:p>
          <a:p>
            <a:pPr>
              <a:defRPr/>
            </a:pPr>
            <a:r>
              <a:rPr lang="en-US" altLang="en-US"/>
              <a:t>			din &lt;= 'h10+i;  	</a:t>
            </a:r>
          </a:p>
          <a:p>
            <a:pPr>
              <a:defRPr/>
            </a:pPr>
            <a:r>
              <a:rPr lang="en-US" altLang="en-US"/>
              <a:t>		</a:t>
            </a:r>
            <a:r>
              <a:rPr lang="ko-KR" altLang="en-US"/>
              <a:t>                </a:t>
            </a:r>
            <a:r>
              <a:rPr lang="en-US" altLang="en-US"/>
              <a:t>@(posedge clk);			</a:t>
            </a:r>
          </a:p>
          <a:p>
            <a:pPr>
              <a:defRPr/>
            </a:pPr>
            <a:r>
              <a:rPr lang="en-US" altLang="en-US"/>
              <a:t>		end		</a:t>
            </a:r>
          </a:p>
          <a:p>
            <a:pPr>
              <a:defRPr/>
            </a:pPr>
            <a:r>
              <a:rPr lang="en-US" altLang="en-US"/>
              <a:t>	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31461" y="920163"/>
            <a:ext cx="6096000" cy="3649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cs &lt;= 0; we &lt;= 0;</a:t>
            </a:r>
          </a:p>
          <a:p>
            <a:pPr>
              <a:defRPr/>
            </a:pPr>
            <a:r>
              <a:rPr lang="en-US" altLang="en-US"/>
              <a:t>		@(posedge clk);</a:t>
            </a:r>
          </a:p>
          <a:p>
            <a:pPr>
              <a:defRPr/>
            </a:pPr>
            <a:r>
              <a:rPr lang="en-US" altLang="en-US"/>
              <a:t>		for (int i=0;i&lt;8;i++) begin</a:t>
            </a:r>
          </a:p>
          <a:p>
            <a:pPr>
              <a:defRPr/>
            </a:pPr>
            <a:r>
              <a:rPr lang="en-US" altLang="en-US"/>
              <a:t>			cs &lt;= 1; </a:t>
            </a:r>
          </a:p>
          <a:p>
            <a:pPr>
              <a:defRPr/>
            </a:pPr>
            <a:r>
              <a:rPr lang="ko-KR" altLang="en-US"/>
              <a:t>			</a:t>
            </a:r>
            <a:r>
              <a:rPr lang="en-US" altLang="en-US"/>
              <a:t>we &lt;= 0;</a:t>
            </a:r>
          </a:p>
          <a:p>
            <a:pPr>
              <a:defRPr/>
            </a:pPr>
            <a:r>
              <a:rPr lang="en-US" altLang="en-US"/>
              <a:t>			ad &lt;= i;			</a:t>
            </a:r>
          </a:p>
          <a:p>
            <a:pPr>
              <a:defRPr/>
            </a:pPr>
            <a:r>
              <a:rPr lang="en-US" altLang="en-US"/>
              <a:t>			@(posedge clk);		</a:t>
            </a:r>
          </a:p>
          <a:p>
            <a:pPr>
              <a:defRPr/>
            </a:pPr>
            <a:r>
              <a:rPr lang="en-US" altLang="en-US"/>
              <a:t>		end</a:t>
            </a:r>
          </a:p>
          <a:p>
            <a:pPr>
              <a:defRPr/>
            </a:pPr>
            <a:r>
              <a:rPr lang="en-US" altLang="en-US"/>
              <a:t>		repeat (3) @(posedge clk);</a:t>
            </a:r>
          </a:p>
          <a:p>
            <a:pPr>
              <a:defRPr/>
            </a:pPr>
            <a:r>
              <a:rPr lang="en-US" altLang="en-US"/>
              <a:t>		$finish;</a:t>
            </a:r>
          </a:p>
          <a:p>
            <a:pPr>
              <a:defRPr/>
            </a:pPr>
            <a:r>
              <a:rPr lang="en-US" altLang="en-US"/>
              <a:t>	end</a:t>
            </a:r>
          </a:p>
          <a:p>
            <a:pPr>
              <a:defRPr/>
            </a:pPr>
            <a:r>
              <a:rPr lang="en-US" altLang="en-US"/>
              <a:t>endmodule</a:t>
            </a:r>
          </a:p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와이드스크린</PresentationFormat>
  <Paragraphs>53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note</dc:creator>
  <cp:lastModifiedBy>SAMSUNG</cp:lastModifiedBy>
  <cp:revision>7</cp:revision>
  <dcterms:created xsi:type="dcterms:W3CDTF">2026-04-14T12:02:48Z</dcterms:created>
  <dcterms:modified xsi:type="dcterms:W3CDTF">2026-04-15T00:49:37Z</dcterms:modified>
  <cp:version>1100.0100.01</cp:version>
</cp:coreProperties>
</file>